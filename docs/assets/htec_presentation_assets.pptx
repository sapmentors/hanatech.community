
<file path=[Content_Types].xml><?xml version="1.0" encoding="utf-8"?>
<Types xmlns="http://schemas.openxmlformats.org/package/2006/content-types">
  <Default Extension="bin" ContentType="image/pn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8"/>
  </p:sldMasterIdLst>
  <p:notesMasterIdLst>
    <p:notesMasterId r:id="rId10"/>
  </p:notesMasterIdLst>
  <p:handoutMasterIdLst>
    <p:handoutMasterId r:id="rId11"/>
  </p:handoutMasterIdLst>
  <p:sldIdLst>
    <p:sldId id="2266" r:id="rId9"/>
  </p:sldIdLst>
  <p:sldSz cx="12195175" cy="6858000"/>
  <p:notesSz cx="6858000" cy="9144000"/>
  <p:embeddedFontLst>
    <p:embeddedFont>
      <p:font typeface="72 Brand" panose="020B0604020202020204" charset="0"/>
      <p:regular r:id="rId12"/>
      <p:bold r:id="rId13"/>
      <p:italic r:id="rId14"/>
      <p:boldItalic r:id="rId15"/>
    </p:embeddedFont>
    <p:embeddedFont>
      <p:font typeface="72 Brand Medium" panose="020B0604020202020204" charset="0"/>
      <p:regular r:id="rId16"/>
      <p:italic r:id="rId17"/>
    </p:embeddedFont>
  </p:embeddedFontLst>
  <p:custDataLst>
    <p:tags r:id="rId18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360" autoAdjust="0"/>
  </p:normalViewPr>
  <p:slideViewPr>
    <p:cSldViewPr snapToGrid="0" showGuides="1">
      <p:cViewPr varScale="1">
        <p:scale>
          <a:sx n="109" d="100"/>
          <a:sy n="109" d="100"/>
        </p:scale>
        <p:origin x="28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488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936117" cy="93611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font" Target="fonts/font2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‹Nr.›</a:t>
            </a:fld>
            <a:endParaRPr lang="de-DE" sz="10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media-library/index.html#/" TargetMode="External"/><Relationship Id="rId3" Type="http://schemas.openxmlformats.org/officeDocument/2006/relationships/image" Target="../media/image23.svg"/><Relationship Id="rId7" Type="http://schemas.openxmlformats.org/officeDocument/2006/relationships/hyperlink" Target="https://brand.sap.com/naming-center#/dashboard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hyperlink" Target="https://brand.sap.com/writing-assistant/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3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746842105" name="LogoBlue-Dynamic" descr="{&quot;templafy&quot;:{&quot;id&quot;:&quot;4322750f-9e64-497c-8fc9-9fc2ea9a29e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036060"/>
            <a:ext cx="5719762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48780890" name="LogoWhite-Dynamic" descr="{&quot;templafy&quot;:{&quot;id&quot;:&quot;33e0b988-6cca-40be-b942-8209f82a6608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825" y="1294364"/>
            <a:ext cx="7677375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683791323" name="LogoWhite-Dynamic" descr="{&quot;templafy&quot;:{&quot;id&quot;:&quot;b3cf05be-de89-44d3-86ad-695405691e0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  <p:pic>
        <p:nvPicPr>
          <p:cNvPr id="272906901" name="LogoBlack-Dynamic" descr="{&quot;templafy&quot;:{&quot;id&quot;:&quot;ab0ef460-d404-4859-8193-f84c92bdeeea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618655" name="LogoWhite-Dynamic" descr="{&quot;templafy&quot;:{&quot;id&quot;:&quot;72ed2102-b0aa-40a2-9f2d-d960c6d4e60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9" y="2706317"/>
            <a:ext cx="5129700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330902447" name="LogoBlack-Dynamic" descr="{&quot;templafy&quot;:{&quot;id&quot;:&quot;79c4662e-c716-4e58-acb4-15c4c422d09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665003949" name="LogoBlue-Dynamic" descr="{&quot;templafy&quot;:{&quot;id&quot;:&quot;e217b229-d28f-4fab-a725-0cb09e968271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2706317"/>
            <a:ext cx="511211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0250" y="1932069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     Click to add image</a:t>
            </a:r>
          </a:p>
        </p:txBody>
      </p:sp>
      <p:pic>
        <p:nvPicPr>
          <p:cNvPr id="2062280855" name="LogoBlack-Dynamic" descr="{&quot;templafy&quot;:{&quot;id&quot;:&quot;e04e5b08-cf00-494c-9060-cc71f72086e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161570498" name="LogoBlue-Dynamic" descr="{&quot;templafy&quot;:{&quot;id&quot;:&quot;63965070-cf78-41f9-a2f1-2d447e9ef70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8166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06839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pic>
        <p:nvPicPr>
          <p:cNvPr id="1393694543" name="LogoBlue-Dynamic" descr="{&quot;templafy&quot;:{&quot;id&quot;:&quot;90d5ac66-83db-4142-b43b-12035184c0a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7600"/>
            <a:ext cx="727192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5175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10894" y="503238"/>
            <a:ext cx="4085806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51867216" name="LogoWhite-Dynamic" descr="{&quot;templafy&quot;:{&quot;id&quot;:&quot;b2c57d51-9a90-4e4f-949e-8c816b593a7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8001" y="0"/>
            <a:ext cx="4067174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31263" y="-1"/>
            <a:ext cx="2895816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dirty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dirty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3239" y="1341438"/>
            <a:ext cx="11185200" cy="677108"/>
          </a:xfrm>
        </p:spPr>
        <p:txBody>
          <a:bodyPr anchor="ctr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 dirty="0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“Add Quote”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 dirty="0"/>
              <a:t>Speaker,</a:t>
            </a:r>
          </a:p>
          <a:p>
            <a:pPr lvl="0"/>
            <a:r>
              <a:rPr lang="en-GB" dirty="0"/>
              <a:t>Company, Role</a:t>
            </a:r>
            <a:endParaRPr lang="en-D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 dirty="0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‹Nr.›</a:t>
            </a:fld>
            <a:endParaRPr lang="en-US" sz="900" b="0" i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 dirty="0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‹Nr.›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D1EF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 dirty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72 Brand" panose="020B0504030603020204" pitchFamily="34" charset="0"/>
                <a:cs typeface="Arial" panose="020B0604020202020204" pitchFamily="34" charset="0"/>
              </a:rPr>
              <a:t>© </a:t>
            </a:r>
            <a:fld id="{580B695F-790D-4A7B-8DB0-BF4DCB714F9E}" type="datetimeyyyy">
              <a:rPr lang="en-GB" smtClean="0">
                <a:latin typeface="72 Brand" panose="020B0504030603020204" pitchFamily="34" charset="0"/>
              </a:rPr>
              <a:t>2026</a:t>
            </a:fld>
            <a:r>
              <a:rPr lang="en-GB" dirty="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4024430"/>
            <a:ext cx="10899174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72 Brand" panose="020B0504030603020204" pitchFamily="34" charset="0"/>
                <a:cs typeface="Arial" panose="020B0604020202020204" pitchFamily="34" charset="0"/>
              </a:rPr>
              <a:t>© </a:t>
            </a:r>
            <a:fld id="{C0321556-B0C7-40B5-B24D-A3A0B615DFFF}" type="datetimeyyyy">
              <a:rPr lang="en-GB" smtClean="0">
                <a:latin typeface="72 Brand" panose="020B0504030603020204" pitchFamily="34" charset="0"/>
              </a:rPr>
              <a:t>2026</a:t>
            </a:fld>
            <a:r>
              <a:rPr lang="en-GB" dirty="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18 June 2026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dirty="0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dirty="0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-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‹Nr.›</a:t>
            </a:fld>
            <a:endParaRPr lang="en-US" sz="900" b="0" i="0" noProof="0" dirty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18 June 2026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-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‹Nr.›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Search for approved names in real time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Copy and paste text </a:t>
            </a:r>
            <a:br>
              <a:rPr lang="en-US" sz="1600" dirty="0">
                <a:latin typeface="72 Brand" panose="020B0504030603020204" pitchFamily="34" charset="0"/>
              </a:rPr>
            </a:br>
            <a:r>
              <a:rPr lang="en-US" sz="1600" dirty="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6014621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40430B-324F-6142-8019-866FBD6AA4AC}"/>
              </a:ext>
            </a:extLst>
          </p:cNvPr>
          <p:cNvSpPr/>
          <p:nvPr userDrawn="1"/>
        </p:nvSpPr>
        <p:spPr bwMode="gray">
          <a:xfrm>
            <a:off x="503238" y="4581971"/>
            <a:ext cx="2607498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</a:rPr>
              <a:t>Copy this link and </a:t>
            </a:r>
            <a:br>
              <a:rPr lang="en-US" sz="1400" dirty="0">
                <a:latin typeface="72 Brand" panose="020B0504030603020204" pitchFamily="34" charset="0"/>
              </a:rPr>
            </a:br>
            <a:r>
              <a:rPr lang="en-US" sz="1400" dirty="0">
                <a:latin typeface="72 Brand" panose="020B0504030603020204" pitchFamily="34" charset="0"/>
              </a:rPr>
              <a:t>paste it in a browser: </a:t>
            </a:r>
            <a:r>
              <a:rPr lang="en-US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6"/>
              </a:rPr>
              <a:t>https://brand.sap.com</a:t>
            </a:r>
            <a:endParaRPr lang="en-US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24B01D-446B-5A0F-EAA7-FF346261E60D}"/>
              </a:ext>
            </a:extLst>
          </p:cNvPr>
          <p:cNvSpPr/>
          <p:nvPr userDrawn="1"/>
        </p:nvSpPr>
        <p:spPr bwMode="gray">
          <a:xfrm>
            <a:off x="6245122" y="4566195"/>
            <a:ext cx="2607498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7"/>
              </a:rPr>
              <a:t>https://brand.sap.com/naming-center#/dashboard</a:t>
            </a:r>
            <a:endParaRPr lang="en-US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D4DDE6-39EF-5864-E5AB-48A46EB75C83}"/>
              </a:ext>
            </a:extLst>
          </p:cNvPr>
          <p:cNvSpPr/>
          <p:nvPr userDrawn="1"/>
        </p:nvSpPr>
        <p:spPr bwMode="gray">
          <a:xfrm>
            <a:off x="3375642" y="4581971"/>
            <a:ext cx="2607498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 dirty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 dirty="0">
                <a:latin typeface="72 Brand" panose="020B0504030603020204" pitchFamily="34" charset="0"/>
                <a:ea typeface="Arial Unicode MS" pitchFamily="34" charset="-128"/>
                <a:hlinkClick r:id="rId8"/>
              </a:rPr>
              <a:t>https://brand.sap.com/media-library/index.html#/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8ACE7E-7EFD-4082-5E7E-2ADE1F763B0A}"/>
              </a:ext>
            </a:extLst>
          </p:cNvPr>
          <p:cNvSpPr/>
          <p:nvPr userDrawn="1"/>
        </p:nvSpPr>
        <p:spPr bwMode="gray">
          <a:xfrm>
            <a:off x="9082852" y="4566195"/>
            <a:ext cx="2607498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9"/>
              </a:rPr>
              <a:t>https://brand.sap.com/writing-assistant</a:t>
            </a:r>
            <a:endParaRPr lang="en-US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Blue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Teal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Green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Mango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Red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Raspberry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Pink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- Your user guide – </a:t>
            </a:r>
            <a:r>
              <a:rPr lang="en-GB" sz="2400" dirty="0" err="1">
                <a:latin typeface="72 Brand Medium" panose="020B0604030603020204" pitchFamily="34" charset="0"/>
              </a:rPr>
              <a:t>Color</a:t>
            </a:r>
            <a:r>
              <a:rPr lang="en-GB" sz="2400" dirty="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400" b="0" i="1" noProof="0" dirty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400" b="0" i="0" noProof="0" dirty="0">
                <a:solidFill>
                  <a:schemeClr val="bg1"/>
                </a:solidFill>
                <a:latin typeface="+mj-lt"/>
              </a:rPr>
              <a:t> - please </a:t>
            </a: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do not use them. These layouts </a:t>
            </a:r>
            <a:r>
              <a:rPr lang="en-GB" sz="4400" b="0" i="1" u="sng" noProof="0" dirty="0">
                <a:solidFill>
                  <a:schemeClr val="bg1"/>
                </a:solidFill>
                <a:latin typeface="+mj-lt"/>
              </a:rPr>
              <a:t>are not </a:t>
            </a: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800" b="0" noProof="0" dirty="0">
                <a:solidFill>
                  <a:schemeClr val="bg1"/>
                </a:solidFill>
                <a:latin typeface="+mn-lt"/>
              </a:rPr>
            </a:br>
            <a:br>
              <a:rPr lang="en-GB" sz="2800" b="0" noProof="0" dirty="0">
                <a:solidFill>
                  <a:schemeClr val="bg1"/>
                </a:solidFill>
                <a:latin typeface="+mn-lt"/>
              </a:rPr>
            </a:br>
            <a:endParaRPr lang="en-GB" sz="2800" b="0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4" y="33252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5" y="30291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 dirty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800" b="1" i="1" noProof="0" dirty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326" y="5186455"/>
            <a:ext cx="113599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 dirty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2000" b="0" noProof="0" dirty="0">
                <a:solidFill>
                  <a:schemeClr val="bg1"/>
                </a:solidFill>
                <a:latin typeface="+mn-lt"/>
              </a:rPr>
            </a:br>
            <a:endParaRPr lang="en-GB" sz="2000" b="0" noProof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June 18, 2026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2789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355" y="1230008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67399904" name="LogoWhite-Dynamic" descr="{&quot;templafy&quot;:{&quot;id&quot;:&quot;b0bf9728-aa0c-444e-9303-b6de3d5e00ba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471873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14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21773979" name="LogoWhite-Dynamic" descr="{&quot;templafy&quot;:{&quot;id&quot;:&quot;1893053a-46cd-4219-a23c-ef6fbc0309e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6418067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503449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8" y="1543050"/>
            <a:ext cx="11187112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02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9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0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239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238" y="1543050"/>
            <a:ext cx="7372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639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237" y="1543050"/>
            <a:ext cx="5464175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5720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400" b="0" noProof="0" dirty="0">
                <a:solidFill>
                  <a:schemeClr val="bg1"/>
                </a:solidFill>
                <a:latin typeface="+mj-lt"/>
              </a:rPr>
            </a:b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to templates other than the officially distributed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800" b="0" noProof="0" dirty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3" y="46613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4" y="43652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 dirty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800" b="1" i="1" noProof="0" dirty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June 18, 2026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67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73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tags" Target="../tags/tag19.xml"/><Relationship Id="rId84" Type="http://schemas.openxmlformats.org/officeDocument/2006/relationships/tags" Target="../tags/tag40.xml"/><Relationship Id="rId138" Type="http://schemas.openxmlformats.org/officeDocument/2006/relationships/tags" Target="../tags/tag94.xml"/><Relationship Id="rId159" Type="http://schemas.openxmlformats.org/officeDocument/2006/relationships/tags" Target="../tags/tag115.xml"/><Relationship Id="rId107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9.xml"/><Relationship Id="rId74" Type="http://schemas.openxmlformats.org/officeDocument/2006/relationships/tags" Target="../tags/tag30.xml"/><Relationship Id="rId128" Type="http://schemas.openxmlformats.org/officeDocument/2006/relationships/tags" Target="../tags/tag84.xml"/><Relationship Id="rId149" Type="http://schemas.openxmlformats.org/officeDocument/2006/relationships/tags" Target="../tags/tag105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51.xml"/><Relationship Id="rId160" Type="http://schemas.openxmlformats.org/officeDocument/2006/relationships/tags" Target="../tags/tag116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tags" Target="../tags/tag20.xml"/><Relationship Id="rId118" Type="http://schemas.openxmlformats.org/officeDocument/2006/relationships/tags" Target="../tags/tag74.xml"/><Relationship Id="rId139" Type="http://schemas.openxmlformats.org/officeDocument/2006/relationships/tags" Target="../tags/tag95.xml"/><Relationship Id="rId85" Type="http://schemas.openxmlformats.org/officeDocument/2006/relationships/tags" Target="../tags/tag41.xml"/><Relationship Id="rId150" Type="http://schemas.openxmlformats.org/officeDocument/2006/relationships/tags" Target="../tags/tag106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tags" Target="../tags/tag15.xml"/><Relationship Id="rId103" Type="http://schemas.openxmlformats.org/officeDocument/2006/relationships/tags" Target="../tags/tag59.xml"/><Relationship Id="rId108" Type="http://schemas.openxmlformats.org/officeDocument/2006/relationships/tags" Target="../tags/tag64.xml"/><Relationship Id="rId124" Type="http://schemas.openxmlformats.org/officeDocument/2006/relationships/tags" Target="../tags/tag80.xml"/><Relationship Id="rId129" Type="http://schemas.openxmlformats.org/officeDocument/2006/relationships/tags" Target="../tags/tag85.xml"/><Relationship Id="rId54" Type="http://schemas.openxmlformats.org/officeDocument/2006/relationships/tags" Target="../tags/tag10.xml"/><Relationship Id="rId70" Type="http://schemas.openxmlformats.org/officeDocument/2006/relationships/tags" Target="../tags/tag26.xml"/><Relationship Id="rId75" Type="http://schemas.openxmlformats.org/officeDocument/2006/relationships/tags" Target="../tags/tag31.xml"/><Relationship Id="rId91" Type="http://schemas.openxmlformats.org/officeDocument/2006/relationships/tags" Target="../tags/tag47.xml"/><Relationship Id="rId96" Type="http://schemas.openxmlformats.org/officeDocument/2006/relationships/tags" Target="../tags/tag52.xml"/><Relationship Id="rId140" Type="http://schemas.openxmlformats.org/officeDocument/2006/relationships/tags" Target="../tags/tag96.xml"/><Relationship Id="rId145" Type="http://schemas.openxmlformats.org/officeDocument/2006/relationships/tags" Target="../tags/tag101.xml"/><Relationship Id="rId161" Type="http://schemas.openxmlformats.org/officeDocument/2006/relationships/tags" Target="../tags/tag117.xml"/><Relationship Id="rId166" Type="http://schemas.openxmlformats.org/officeDocument/2006/relationships/tags" Target="../tags/tag12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5.xml"/><Relationship Id="rId114" Type="http://schemas.openxmlformats.org/officeDocument/2006/relationships/tags" Target="../tags/tag70.xml"/><Relationship Id="rId119" Type="http://schemas.openxmlformats.org/officeDocument/2006/relationships/tags" Target="../tags/tag75.xml"/><Relationship Id="rId44" Type="http://schemas.openxmlformats.org/officeDocument/2006/relationships/slideLayout" Target="../slideLayouts/slideLayout44.xml"/><Relationship Id="rId60" Type="http://schemas.openxmlformats.org/officeDocument/2006/relationships/tags" Target="../tags/tag16.xml"/><Relationship Id="rId65" Type="http://schemas.openxmlformats.org/officeDocument/2006/relationships/tags" Target="../tags/tag21.xml"/><Relationship Id="rId81" Type="http://schemas.openxmlformats.org/officeDocument/2006/relationships/tags" Target="../tags/tag37.xml"/><Relationship Id="rId86" Type="http://schemas.openxmlformats.org/officeDocument/2006/relationships/tags" Target="../tags/tag42.xml"/><Relationship Id="rId130" Type="http://schemas.openxmlformats.org/officeDocument/2006/relationships/tags" Target="../tags/tag86.xml"/><Relationship Id="rId135" Type="http://schemas.openxmlformats.org/officeDocument/2006/relationships/tags" Target="../tags/tag91.xml"/><Relationship Id="rId151" Type="http://schemas.openxmlformats.org/officeDocument/2006/relationships/tags" Target="../tags/tag107.xml"/><Relationship Id="rId156" Type="http://schemas.openxmlformats.org/officeDocument/2006/relationships/tags" Target="../tags/tag11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tags" Target="../tags/tag65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6.xml"/><Relationship Id="rId55" Type="http://schemas.openxmlformats.org/officeDocument/2006/relationships/tags" Target="../tags/tag11.xml"/><Relationship Id="rId76" Type="http://schemas.openxmlformats.org/officeDocument/2006/relationships/tags" Target="../tags/tag32.xml"/><Relationship Id="rId97" Type="http://schemas.openxmlformats.org/officeDocument/2006/relationships/tags" Target="../tags/tag53.xml"/><Relationship Id="rId104" Type="http://schemas.openxmlformats.org/officeDocument/2006/relationships/tags" Target="../tags/tag60.xml"/><Relationship Id="rId120" Type="http://schemas.openxmlformats.org/officeDocument/2006/relationships/tags" Target="../tags/tag76.xml"/><Relationship Id="rId125" Type="http://schemas.openxmlformats.org/officeDocument/2006/relationships/tags" Target="../tags/tag81.xml"/><Relationship Id="rId141" Type="http://schemas.openxmlformats.org/officeDocument/2006/relationships/tags" Target="../tags/tag97.xml"/><Relationship Id="rId146" Type="http://schemas.openxmlformats.org/officeDocument/2006/relationships/tags" Target="../tags/tag102.xml"/><Relationship Id="rId167" Type="http://schemas.openxmlformats.org/officeDocument/2006/relationships/tags" Target="../tags/tag123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7.xml"/><Relationship Id="rId92" Type="http://schemas.openxmlformats.org/officeDocument/2006/relationships/tags" Target="../tags/tag48.xml"/><Relationship Id="rId162" Type="http://schemas.openxmlformats.org/officeDocument/2006/relationships/tags" Target="../tags/tag118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66" Type="http://schemas.openxmlformats.org/officeDocument/2006/relationships/tags" Target="../tags/tag22.xml"/><Relationship Id="rId87" Type="http://schemas.openxmlformats.org/officeDocument/2006/relationships/tags" Target="../tags/tag43.xml"/><Relationship Id="rId110" Type="http://schemas.openxmlformats.org/officeDocument/2006/relationships/tags" Target="../tags/tag66.xml"/><Relationship Id="rId115" Type="http://schemas.openxmlformats.org/officeDocument/2006/relationships/tags" Target="../tags/tag71.xml"/><Relationship Id="rId131" Type="http://schemas.openxmlformats.org/officeDocument/2006/relationships/tags" Target="../tags/tag87.xml"/><Relationship Id="rId136" Type="http://schemas.openxmlformats.org/officeDocument/2006/relationships/tags" Target="../tags/tag92.xml"/><Relationship Id="rId157" Type="http://schemas.openxmlformats.org/officeDocument/2006/relationships/tags" Target="../tags/tag113.xml"/><Relationship Id="rId61" Type="http://schemas.openxmlformats.org/officeDocument/2006/relationships/tags" Target="../tags/tag17.xml"/><Relationship Id="rId82" Type="http://schemas.openxmlformats.org/officeDocument/2006/relationships/tags" Target="../tags/tag38.xml"/><Relationship Id="rId152" Type="http://schemas.openxmlformats.org/officeDocument/2006/relationships/tags" Target="../tags/tag108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tags" Target="../tags/tag12.xml"/><Relationship Id="rId77" Type="http://schemas.openxmlformats.org/officeDocument/2006/relationships/tags" Target="../tags/tag33.xml"/><Relationship Id="rId100" Type="http://schemas.openxmlformats.org/officeDocument/2006/relationships/tags" Target="../tags/tag56.xml"/><Relationship Id="rId105" Type="http://schemas.openxmlformats.org/officeDocument/2006/relationships/tags" Target="../tags/tag61.xml"/><Relationship Id="rId126" Type="http://schemas.openxmlformats.org/officeDocument/2006/relationships/tags" Target="../tags/tag82.xml"/><Relationship Id="rId147" Type="http://schemas.openxmlformats.org/officeDocument/2006/relationships/tags" Target="../tags/tag103.xml"/><Relationship Id="rId168" Type="http://schemas.openxmlformats.org/officeDocument/2006/relationships/tags" Target="../tags/tag124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7.xml"/><Relationship Id="rId72" Type="http://schemas.openxmlformats.org/officeDocument/2006/relationships/tags" Target="../tags/tag28.xml"/><Relationship Id="rId93" Type="http://schemas.openxmlformats.org/officeDocument/2006/relationships/tags" Target="../tags/tag49.xml"/><Relationship Id="rId98" Type="http://schemas.openxmlformats.org/officeDocument/2006/relationships/tags" Target="../tags/tag54.xml"/><Relationship Id="rId121" Type="http://schemas.openxmlformats.org/officeDocument/2006/relationships/tags" Target="../tags/tag77.xml"/><Relationship Id="rId142" Type="http://schemas.openxmlformats.org/officeDocument/2006/relationships/tags" Target="../tags/tag98.xml"/><Relationship Id="rId163" Type="http://schemas.openxmlformats.org/officeDocument/2006/relationships/tags" Target="../tags/tag11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2.xml"/><Relationship Id="rId67" Type="http://schemas.openxmlformats.org/officeDocument/2006/relationships/tags" Target="../tags/tag23.xml"/><Relationship Id="rId116" Type="http://schemas.openxmlformats.org/officeDocument/2006/relationships/tags" Target="../tags/tag72.xml"/><Relationship Id="rId137" Type="http://schemas.openxmlformats.org/officeDocument/2006/relationships/tags" Target="../tags/tag93.xml"/><Relationship Id="rId158" Type="http://schemas.openxmlformats.org/officeDocument/2006/relationships/tags" Target="../tags/tag114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tags" Target="../tags/tag18.xml"/><Relationship Id="rId83" Type="http://schemas.openxmlformats.org/officeDocument/2006/relationships/tags" Target="../tags/tag39.xml"/><Relationship Id="rId88" Type="http://schemas.openxmlformats.org/officeDocument/2006/relationships/tags" Target="../tags/tag44.xml"/><Relationship Id="rId111" Type="http://schemas.openxmlformats.org/officeDocument/2006/relationships/tags" Target="../tags/tag67.xml"/><Relationship Id="rId132" Type="http://schemas.openxmlformats.org/officeDocument/2006/relationships/tags" Target="../tags/tag88.xml"/><Relationship Id="rId153" Type="http://schemas.openxmlformats.org/officeDocument/2006/relationships/tags" Target="../tags/tag109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tags" Target="../tags/tag13.xml"/><Relationship Id="rId106" Type="http://schemas.openxmlformats.org/officeDocument/2006/relationships/tags" Target="../tags/tag62.xml"/><Relationship Id="rId127" Type="http://schemas.openxmlformats.org/officeDocument/2006/relationships/tags" Target="../tags/tag83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8.xml"/><Relationship Id="rId73" Type="http://schemas.openxmlformats.org/officeDocument/2006/relationships/tags" Target="../tags/tag29.xml"/><Relationship Id="rId78" Type="http://schemas.openxmlformats.org/officeDocument/2006/relationships/tags" Target="../tags/tag34.xml"/><Relationship Id="rId94" Type="http://schemas.openxmlformats.org/officeDocument/2006/relationships/tags" Target="../tags/tag50.xml"/><Relationship Id="rId99" Type="http://schemas.openxmlformats.org/officeDocument/2006/relationships/tags" Target="../tags/tag55.xml"/><Relationship Id="rId101" Type="http://schemas.openxmlformats.org/officeDocument/2006/relationships/tags" Target="../tags/tag57.xml"/><Relationship Id="rId122" Type="http://schemas.openxmlformats.org/officeDocument/2006/relationships/tags" Target="../tags/tag78.xml"/><Relationship Id="rId143" Type="http://schemas.openxmlformats.org/officeDocument/2006/relationships/tags" Target="../tags/tag99.xml"/><Relationship Id="rId148" Type="http://schemas.openxmlformats.org/officeDocument/2006/relationships/tags" Target="../tags/tag104.xml"/><Relationship Id="rId164" Type="http://schemas.openxmlformats.org/officeDocument/2006/relationships/tags" Target="../tags/tag12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3.xml"/><Relationship Id="rId68" Type="http://schemas.openxmlformats.org/officeDocument/2006/relationships/tags" Target="../tags/tag24.xml"/><Relationship Id="rId89" Type="http://schemas.openxmlformats.org/officeDocument/2006/relationships/tags" Target="../tags/tag45.xml"/><Relationship Id="rId112" Type="http://schemas.openxmlformats.org/officeDocument/2006/relationships/tags" Target="../tags/tag68.xml"/><Relationship Id="rId133" Type="http://schemas.openxmlformats.org/officeDocument/2006/relationships/tags" Target="../tags/tag89.xml"/><Relationship Id="rId154" Type="http://schemas.openxmlformats.org/officeDocument/2006/relationships/tags" Target="../tags/tag11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tags" Target="../tags/tag14.xml"/><Relationship Id="rId79" Type="http://schemas.openxmlformats.org/officeDocument/2006/relationships/tags" Target="../tags/tag35.xml"/><Relationship Id="rId102" Type="http://schemas.openxmlformats.org/officeDocument/2006/relationships/tags" Target="../tags/tag58.xml"/><Relationship Id="rId123" Type="http://schemas.openxmlformats.org/officeDocument/2006/relationships/tags" Target="../tags/tag79.xml"/><Relationship Id="rId144" Type="http://schemas.openxmlformats.org/officeDocument/2006/relationships/tags" Target="../tags/tag100.xml"/><Relationship Id="rId90" Type="http://schemas.openxmlformats.org/officeDocument/2006/relationships/tags" Target="../tags/tag46.xml"/><Relationship Id="rId165" Type="http://schemas.openxmlformats.org/officeDocument/2006/relationships/tags" Target="../tags/tag121.xml"/><Relationship Id="rId27" Type="http://schemas.openxmlformats.org/officeDocument/2006/relationships/slideLayout" Target="../slideLayouts/slideLayout27.xml"/><Relationship Id="rId48" Type="http://schemas.openxmlformats.org/officeDocument/2006/relationships/tags" Target="../tags/tag4.xml"/><Relationship Id="rId69" Type="http://schemas.openxmlformats.org/officeDocument/2006/relationships/tags" Target="../tags/tag25.xml"/><Relationship Id="rId113" Type="http://schemas.openxmlformats.org/officeDocument/2006/relationships/tags" Target="../tags/tag69.xml"/><Relationship Id="rId134" Type="http://schemas.openxmlformats.org/officeDocument/2006/relationships/tags" Target="../tags/tag90.xml"/><Relationship Id="rId80" Type="http://schemas.openxmlformats.org/officeDocument/2006/relationships/tags" Target="../tags/tag36.xml"/><Relationship Id="rId155" Type="http://schemas.openxmlformats.org/officeDocument/2006/relationships/tags" Target="../tags/tag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Start typing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  <a:p>
            <a:pPr lvl="0"/>
            <a:endParaRPr lang="en-US" noProof="0" dirty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6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7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8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49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5" r:id="rId2"/>
    <p:sldLayoutId id="2147483780" r:id="rId3"/>
    <p:sldLayoutId id="2147483787" r:id="rId4"/>
    <p:sldLayoutId id="2147483816" r:id="rId5"/>
    <p:sldLayoutId id="2147483817" r:id="rId6"/>
    <p:sldLayoutId id="2147483818" r:id="rId7"/>
    <p:sldLayoutId id="2147483777" r:id="rId8"/>
    <p:sldLayoutId id="2147483788" r:id="rId9"/>
    <p:sldLayoutId id="2147483821" r:id="rId10"/>
    <p:sldLayoutId id="2147483823" r:id="rId11"/>
    <p:sldLayoutId id="2147483741" r:id="rId12"/>
    <p:sldLayoutId id="2147483813" r:id="rId13"/>
    <p:sldLayoutId id="2147483765" r:id="rId14"/>
    <p:sldLayoutId id="2147483811" r:id="rId15"/>
    <p:sldLayoutId id="2147483767" r:id="rId16"/>
    <p:sldLayoutId id="2147483815" r:id="rId17"/>
    <p:sldLayoutId id="2147483812" r:id="rId18"/>
    <p:sldLayoutId id="2147483774" r:id="rId19"/>
    <p:sldLayoutId id="2147483745" r:id="rId20"/>
    <p:sldLayoutId id="2147483760" r:id="rId21"/>
    <p:sldLayoutId id="2147483768" r:id="rId22"/>
    <p:sldLayoutId id="2147483769" r:id="rId23"/>
    <p:sldLayoutId id="2147483770" r:id="rId24"/>
    <p:sldLayoutId id="2147483757" r:id="rId25"/>
    <p:sldLayoutId id="2147483771" r:id="rId26"/>
    <p:sldLayoutId id="2147483763" r:id="rId27"/>
    <p:sldLayoutId id="2147483751" r:id="rId28"/>
    <p:sldLayoutId id="2147483825" r:id="rId29"/>
    <p:sldLayoutId id="2147483826" r:id="rId30"/>
    <p:sldLayoutId id="2147483740" r:id="rId31"/>
    <p:sldLayoutId id="2147483810" r:id="rId32"/>
    <p:sldLayoutId id="2147483756" r:id="rId33"/>
    <p:sldLayoutId id="2147483824" r:id="rId34"/>
    <p:sldLayoutId id="2147483829" r:id="rId35"/>
    <p:sldLayoutId id="2147483828" r:id="rId36"/>
    <p:sldLayoutId id="2147483795" r:id="rId37"/>
    <p:sldLayoutId id="2147483796" r:id="rId38"/>
    <p:sldLayoutId id="2147483797" r:id="rId39"/>
    <p:sldLayoutId id="2147483801" r:id="rId40"/>
    <p:sldLayoutId id="2147483802" r:id="rId41"/>
    <p:sldLayoutId id="2147483803" r:id="rId42"/>
    <p:sldLayoutId id="2147483804" r:id="rId43"/>
    <p:sldLayoutId id="2147483819" r:id="rId44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4CE25F-E0A6-620D-183D-FEFCFA0D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37BC58-276A-99DA-E091-53E7A173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HANA Tech Con Logo &amp; Mascot for Reference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406DD-8997-BFA2-DFCC-8FFB3B40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92" y="1237518"/>
            <a:ext cx="4761905" cy="4761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99999E-D671-2493-9411-9B0F8C3AB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19" y="504000"/>
            <a:ext cx="5486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6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{"distinct":false,"hideIfNoUserInteractionRequired":false,"required":false,"defaultValue":"SAP","autoSelectFirstOption":false,"shareValue":false,"type":"dropDown","dataSourceName":"PPTSubBrandLogos2023","dataSourceFieldName":"Name","name":"SAPLogo","label":"Select Template"}],"formDataEntries":[{"name":"SAPLogo","value":"pxB0tb4qiCEYCgGk2fAV86fXsKRk9ZMKiRC3VaLJ5C8="}]}]]></TemplafyForm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TemplafySlideTemplateConfiguration><![CDATA[{"slideVersion":1,"isValidatorEnabled":false,"isLocked":false,"elementsMetadata":[],"slideId":"1319929796870012928","enableDocumentContentUpdater":false,"version":"2.0"}]]></TemplafySlideTemplateConfiguration>
</file>

<file path=customXml/item5.xml><?xml version="1.0" encoding="utf-8"?>
<TemplafyTemplateConfiguration><![CDATA[{"elementsMetadata":[{"type":"shape","id":"b2c57d51-9a90-4e4f-949e-8c816b593a76","elementConfiguration":{"inheritDimensions":"{{InheritDimensions.InheritNone}}","width":"","height":"1 cm","image":"{{Form.SAPLogo.SubbrandWhite}}","visibility":"","type":"image","disableUpdates":false}},{"type":"shape","id":"72ed2102-b0aa-40a2-9f2d-d960c6d4e604","elementConfiguration":{"inheritDimensions":"{{InheritDimensions.InheritNone}}","width":"","height":"1 cm","image":"{{Form.SAPLogo.SubbrandWhite}}","visibility":"","type":"image","disableUpdates":false}},{"type":"shape","id":"b0bf9728-aa0c-444e-9303-b6de3d5e00ba","elementConfiguration":{"inheritDimensions":"{{InheritDimensions.InheritNone}}","width":"","height":"1 cm","image":"{{Form.SAPLogo.SubbrandWhite}}","visibility":"","type":"image","disableUpdates":false}},{"type":"shape","id":"4322750f-9e64-497c-8fc9-9fc2ea9a29ea","elementConfiguration":{"inheritDimensions":"{{InheritDimensions.InheritNone}}","width":"","height":"1 cm","image":"{{Form.SAPLogo.SubbrandBlue}}","visibility":"","type":"image","disableUpdates":false}},{"type":"shape","id":"79c4662e-c716-4e58-acb4-15c4c422d094","elementConfiguration":{"inheritDimensions":"{{InheritDimensions.InheritNone}}","width":"","height":"1 cm","image":"{{Form.SAPLogo.SubbrandBlack}}","visibility":"","type":"image","disableUpdates":false}},{"type":"shape","id":"90d5ac66-83db-4142-b43b-12035184c0a3","elementConfiguration":{"inheritDimensions":"{{InheritDimensions.InheritNone}}","width":"","height":"1 cm","image":"{{Form.SAPLogo.SubbrandBlue}}","visibility":"","type":"image","disableUpdates":false}},{"type":"shape","id":"ab0ef460-d404-4859-8193-f84c92bdeeea","elementConfiguration":{"inheritDimensions":"{{InheritDimensions.InheritNone}}","width":"","height":"1 cm","image":"{{Form.SAPLogo.SubbrandBlack}}","visibility":"","type":"image","disableUpdates":false}},{"type":"shape","id":"63965070-cf78-41f9-a2f1-2d447e9ef705","elementConfiguration":{"inheritDimensions":"{{InheritDimensions.InheritNone}}","width":"","height":"1 cm","image":"{{Form.SAPLogo.SubbrandBlue}}","visibility":"","type":"image","disableUpdates":false}},{"type":"shape","id":"1893053a-46cd-4219-a23c-ef6fbc0309e7","elementConfiguration":{"inheritDimensions":"{{InheritDimensions.InheritNone}}","width":"","height":"1 cm","image":"{{Form.SAPLogo.SubbrandWhite}}","visibility":"","type":"image","disableUpdates":false}},{"type":"shape","id":"e217b229-d28f-4fab-a725-0cb09e968271","elementConfiguration":{"inheritDimensions":"{{InheritDimensions.InheritNone}}","width":"","height":"1 cm","image":"{{Form.SAPLogo.SubbrandBlue}}","visibility":"","type":"image","disableUpdates":false}},{"type":"shape","id":"33e0b988-6cca-40be-b942-8209f82a6608","elementConfiguration":{"inheritDimensions":"{{InheritDimensions.InheritNone}}","width":"","height":"1 cm","image":"{{Form.SAPLogo.SubbrandWhite}}","visibility":"","type":"image","disableUpdates":false}},{"type":"shape","id":"e04e5b08-cf00-494c-9060-cc71f72086e2","elementConfiguration":{"inheritDimensions":"{{InheritDimensions.InheritNone}}","width":"","height":"1 cm","image":"{{Form.SAPLogo.SubbrandBlack}}","visibility":"","type":"image","disableUpdates":false}},{"type":"shape","id":"b3cf05be-de89-44d3-86ad-695405691e02","elementConfiguration":{"inheritDimensions":"{{InheritDimensions.InheritNone}}","width":"","height":"1 cm","image":"{{Form.SAPLogo.SubbrandWhite}}","visibility":"","type":"image","disableUpdates":false}}],"transformationConfigurations":[],"templateName":"Blank - PowerPoint_20251111","templateDescription":"","enableDocumentContentUpdater":true,"version":"2.0"}]]></Templafy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CD30A01CDED24990A21F1A398D9D17" ma:contentTypeVersion="8" ma:contentTypeDescription="Create a new document." ma:contentTypeScope="" ma:versionID="4a33538a51f4c93c17dad68b9755eced">
  <xsd:schema xmlns:xsd="http://www.w3.org/2001/XMLSchema" xmlns:xs="http://www.w3.org/2001/XMLSchema" xmlns:p="http://schemas.microsoft.com/office/2006/metadata/properties" xmlns:ns2="82cacd3d-e611-48eb-a658-2f13e955e71c" targetNamespace="http://schemas.microsoft.com/office/2006/metadata/properties" ma:root="true" ma:fieldsID="40d2af5837a2fa05548a145a790ea959" ns2:_="">
    <xsd:import namespace="82cacd3d-e611-48eb-a658-2f13e955e7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cacd3d-e611-48eb-a658-2f13e955e7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685E9A-91BE-40CF-A6D0-0D153A2118E1}">
  <ds:schemaRefs/>
</ds:datastoreItem>
</file>

<file path=customXml/itemProps2.xml><?xml version="1.0" encoding="utf-8"?>
<ds:datastoreItem xmlns:ds="http://schemas.openxmlformats.org/officeDocument/2006/customXml" ds:itemID="{CC49FFC8-2FF3-4057-96F0-3BCD1A4F0351}">
  <ds:schemaRefs/>
</ds:datastoreItem>
</file>

<file path=customXml/itemProps3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E738BA22-742D-479E-B64E-4D57CF8E85BD}">
  <ds:schemaRefs/>
</ds:datastoreItem>
</file>

<file path=customXml/itemProps5.xml><?xml version="1.0" encoding="utf-8"?>
<ds:datastoreItem xmlns:ds="http://schemas.openxmlformats.org/officeDocument/2006/customXml" ds:itemID="{626BBCBB-1894-4E66-BA48-9E91CE3ACBA0}">
  <ds:schemaRefs/>
</ds:datastoreItem>
</file>

<file path=customXml/itemProps6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F3449C29-7984-432C-80B8-A978760C94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cacd3d-e611-48eb-a658-2f13e955e7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2</TotalTime>
  <Words>8</Words>
  <Application>Microsoft Office PowerPoint</Application>
  <PresentationFormat>Benutzerdefiniert</PresentationFormat>
  <Paragraphs>1</Paragraphs>
  <Slides>1</Slides>
  <Notes>0</Notes>
  <HiddenSlides>1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SAP Template</vt:lpstr>
      <vt:lpstr>HANA Tech Con Logo &amp; Mascot for 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Ruschek, Maik</dc:creator>
  <cp:keywords/>
  <dc:description/>
  <cp:lastModifiedBy>Ruschek, Maik</cp:lastModifiedBy>
  <cp:revision>2</cp:revision>
  <dcterms:created xsi:type="dcterms:W3CDTF">2025-11-14T12:10:06Z</dcterms:created>
  <dcterms:modified xsi:type="dcterms:W3CDTF">2026-06-18T09:20:33Z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0x01010001CD30A01CDED24990A21F1A398D9D17</vt:lpwstr>
  </property>
  <property fmtid="{D5CDD505-2E9C-101B-9397-08002B2CF9AE}" pid="4" name="Created by">
    <vt:lpwstr>omnidocs.com</vt:lpwstr>
  </property>
  <property fmtid="{D5CDD505-2E9C-101B-9397-08002B2CF9AE}" pid="5" name="TemplafyTimeStamp">
    <vt:lpwstr>2025-11-14T11:20:52</vt:lpwstr>
  </property>
  <property fmtid="{D5CDD505-2E9C-101B-9397-08002B2CF9AE}" pid="6" name="TemplafyTenantId">
    <vt:lpwstr>sap</vt:lpwstr>
  </property>
  <property fmtid="{D5CDD505-2E9C-101B-9397-08002B2CF9AE}" pid="7" name="TemplafyTemplateId">
    <vt:lpwstr>1319929787560231534</vt:lpwstr>
  </property>
  <property fmtid="{D5CDD505-2E9C-101B-9397-08002B2CF9AE}" pid="8" name="TemplafyUserProfileId">
    <vt:lpwstr>637710891714455307</vt:lpwstr>
  </property>
  <property fmtid="{D5CDD505-2E9C-101B-9397-08002B2CF9AE}" pid="9" name="TemplafyLanguageCode">
    <vt:lpwstr>en-US</vt:lpwstr>
  </property>
  <property fmtid="{D5CDD505-2E9C-101B-9397-08002B2CF9AE}" pid="10" name="TemplafyFromBlank">
    <vt:bool>true</vt:bool>
  </property>
</Properties>
</file>