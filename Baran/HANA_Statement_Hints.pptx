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8"/>
  </p:notesMasterIdLst>
  <p:handoutMasterIdLst>
    <p:handoutMasterId r:id="rId29"/>
  </p:handoutMasterIdLst>
  <p:sldIdLst>
    <p:sldId id="610" r:id="rId2"/>
    <p:sldId id="267" r:id="rId3"/>
    <p:sldId id="274" r:id="rId4"/>
    <p:sldId id="278" r:id="rId5"/>
    <p:sldId id="621" r:id="rId6"/>
    <p:sldId id="657" r:id="rId7"/>
    <p:sldId id="600" r:id="rId8"/>
    <p:sldId id="629" r:id="rId9"/>
    <p:sldId id="639" r:id="rId10"/>
    <p:sldId id="653" r:id="rId11"/>
    <p:sldId id="617" r:id="rId12"/>
    <p:sldId id="644" r:id="rId13"/>
    <p:sldId id="620" r:id="rId14"/>
    <p:sldId id="658" r:id="rId15"/>
    <p:sldId id="655" r:id="rId16"/>
    <p:sldId id="634" r:id="rId17"/>
    <p:sldId id="646" r:id="rId18"/>
    <p:sldId id="656" r:id="rId19"/>
    <p:sldId id="649" r:id="rId20"/>
    <p:sldId id="651" r:id="rId21"/>
    <p:sldId id="652" r:id="rId22"/>
    <p:sldId id="635" r:id="rId23"/>
    <p:sldId id="545" r:id="rId24"/>
    <p:sldId id="555" r:id="rId25"/>
    <p:sldId id="611" r:id="rId26"/>
    <p:sldId id="292" r:id="rId27"/>
  </p:sldIdLst>
  <p:sldSz cx="9144000" cy="5143500" type="screen16x9"/>
  <p:notesSz cx="7099300" cy="10234613"/>
  <p:defaultTex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74">
          <p15:clr>
            <a:srgbClr val="A4A3A4"/>
          </p15:clr>
        </p15:guide>
        <p15:guide id="2" orient="horz" pos="915">
          <p15:clr>
            <a:srgbClr val="A4A3A4"/>
          </p15:clr>
        </p15:guide>
        <p15:guide id="3" orient="horz" pos="502">
          <p15:clr>
            <a:srgbClr val="A4A3A4"/>
          </p15:clr>
        </p15:guide>
        <p15:guide id="4" orient="horz" pos="2779">
          <p15:clr>
            <a:srgbClr val="A4A3A4"/>
          </p15:clr>
        </p15:guide>
        <p15:guide id="5" orient="horz" pos="1070">
          <p15:clr>
            <a:srgbClr val="A4A3A4"/>
          </p15:clr>
        </p15:guide>
        <p15:guide id="6" pos="338">
          <p15:clr>
            <a:srgbClr val="A4A3A4"/>
          </p15:clr>
        </p15:guide>
        <p15:guide id="7" pos="5507">
          <p15:clr>
            <a:srgbClr val="A4A3A4"/>
          </p15:clr>
        </p15:guide>
        <p15:guide id="8" pos="531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880" autoAdjust="0"/>
    <p:restoredTop sz="94651" autoAdjust="0"/>
  </p:normalViewPr>
  <p:slideViewPr>
    <p:cSldViewPr snapToGrid="0" snapToObjects="1">
      <p:cViewPr varScale="1">
        <p:scale>
          <a:sx n="138" d="100"/>
          <a:sy n="138" d="100"/>
        </p:scale>
        <p:origin x="1164" y="120"/>
      </p:cViewPr>
      <p:guideLst>
        <p:guide orient="horz" pos="274"/>
        <p:guide orient="horz" pos="915"/>
        <p:guide orient="horz" pos="502"/>
        <p:guide orient="horz" pos="2779"/>
        <p:guide orient="horz" pos="1070"/>
        <p:guide pos="338"/>
        <p:guide pos="5507"/>
        <p:guide pos="5311"/>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78" d="100"/>
          <a:sy n="78" d="100"/>
        </p:scale>
        <p:origin x="3984" y="114"/>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de-DE"/>
          </a:p>
        </p:txBody>
      </p:sp>
      <p:sp>
        <p:nvSpPr>
          <p:cNvPr id="3" name="Datumsplatzhalter 2"/>
          <p:cNvSpPr>
            <a:spLocks noGrp="1"/>
          </p:cNvSpPr>
          <p:nvPr>
            <p:ph type="dt" sz="quarter" idx="1"/>
          </p:nvPr>
        </p:nvSpPr>
        <p:spPr>
          <a:xfrm>
            <a:off x="4021294" y="0"/>
            <a:ext cx="3076363" cy="511731"/>
          </a:xfrm>
          <a:prstGeom prst="rect">
            <a:avLst/>
          </a:prstGeom>
        </p:spPr>
        <p:txBody>
          <a:bodyPr vert="horz" lIns="99048" tIns="49524" rIns="99048" bIns="49524" rtlCol="0"/>
          <a:lstStyle>
            <a:lvl1pPr algn="r">
              <a:defRPr sz="1300"/>
            </a:lvl1pPr>
          </a:lstStyle>
          <a:p>
            <a:fld id="{43545BA8-DA39-A24F-9551-E17AEA03BFCF}" type="datetimeFigureOut">
              <a:rPr lang="de-DE" smtClean="0"/>
              <a:pPr/>
              <a:t>06.07.2025</a:t>
            </a:fld>
            <a:endParaRPr lang="de-DE"/>
          </a:p>
        </p:txBody>
      </p:sp>
      <p:sp>
        <p:nvSpPr>
          <p:cNvPr id="4" name="Fußzeilenplatzhalter 3"/>
          <p:cNvSpPr>
            <a:spLocks noGrp="1"/>
          </p:cNvSpPr>
          <p:nvPr>
            <p:ph type="ftr" sz="quarter" idx="2"/>
          </p:nvPr>
        </p:nvSpPr>
        <p:spPr>
          <a:xfrm>
            <a:off x="0" y="9721106"/>
            <a:ext cx="3076363" cy="511731"/>
          </a:xfrm>
          <a:prstGeom prst="rect">
            <a:avLst/>
          </a:prstGeom>
        </p:spPr>
        <p:txBody>
          <a:bodyPr vert="horz" lIns="99048" tIns="49524" rIns="99048" bIns="49524" rtlCol="0" anchor="b"/>
          <a:lstStyle>
            <a:lvl1pPr algn="l">
              <a:defRPr sz="1300"/>
            </a:lvl1pPr>
          </a:lstStyle>
          <a:p>
            <a:endParaRPr lang="de-DE"/>
          </a:p>
        </p:txBody>
      </p:sp>
      <p:sp>
        <p:nvSpPr>
          <p:cNvPr id="5" name="Foliennummernplatzhalter 4"/>
          <p:cNvSpPr>
            <a:spLocks noGrp="1"/>
          </p:cNvSpPr>
          <p:nvPr>
            <p:ph type="sldNum" sz="quarter" idx="3"/>
          </p:nvPr>
        </p:nvSpPr>
        <p:spPr>
          <a:xfrm>
            <a:off x="4021294" y="9721106"/>
            <a:ext cx="3076363" cy="511731"/>
          </a:xfrm>
          <a:prstGeom prst="rect">
            <a:avLst/>
          </a:prstGeom>
        </p:spPr>
        <p:txBody>
          <a:bodyPr vert="horz" lIns="99048" tIns="49524" rIns="99048" bIns="49524" rtlCol="0" anchor="b"/>
          <a:lstStyle>
            <a:lvl1pPr algn="r">
              <a:defRPr sz="1300"/>
            </a:lvl1pPr>
          </a:lstStyle>
          <a:p>
            <a:fld id="{6711F4C5-09F2-DE41-B511-BDC5C1DC6C9B}" type="slidenum">
              <a:rPr lang="de-DE" smtClean="0"/>
              <a:pPr/>
              <a:t>‹Nr.›</a:t>
            </a:fld>
            <a:endParaRPr lang="de-DE"/>
          </a:p>
        </p:txBody>
      </p:sp>
    </p:spTree>
    <p:extLst>
      <p:ext uri="{BB962C8B-B14F-4D97-AF65-F5344CB8AC3E}">
        <p14:creationId xmlns:p14="http://schemas.microsoft.com/office/powerpoint/2010/main" val="108050782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de-DE"/>
          </a:p>
        </p:txBody>
      </p:sp>
      <p:sp>
        <p:nvSpPr>
          <p:cNvPr id="3" name="Datumsplatzhalter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BDD15551-7E3B-AA44-8921-7E9B6A7C12B7}" type="datetimeFigureOut">
              <a:rPr lang="de-DE" smtClean="0"/>
              <a:pPr/>
              <a:t>06.07.2025</a:t>
            </a:fld>
            <a:endParaRPr lang="de-DE"/>
          </a:p>
        </p:txBody>
      </p:sp>
      <p:sp>
        <p:nvSpPr>
          <p:cNvPr id="4" name="Folienbildplatzhalter 3"/>
          <p:cNvSpPr>
            <a:spLocks noGrp="1" noRot="1" noChangeAspect="1"/>
          </p:cNvSpPr>
          <p:nvPr>
            <p:ph type="sldImg" idx="2"/>
          </p:nvPr>
        </p:nvSpPr>
        <p:spPr>
          <a:xfrm>
            <a:off x="139700" y="768350"/>
            <a:ext cx="6819900" cy="3836988"/>
          </a:xfrm>
          <a:prstGeom prst="rect">
            <a:avLst/>
          </a:prstGeom>
          <a:noFill/>
          <a:ln w="12700">
            <a:solidFill>
              <a:prstClr val="black"/>
            </a:solidFill>
          </a:ln>
        </p:spPr>
        <p:txBody>
          <a:bodyPr vert="horz" lIns="99048" tIns="49524" rIns="99048" bIns="49524" rtlCol="0" anchor="ctr"/>
          <a:lstStyle/>
          <a:p>
            <a:endParaRPr lang="de-DE"/>
          </a:p>
        </p:txBody>
      </p:sp>
      <p:sp>
        <p:nvSpPr>
          <p:cNvPr id="5" name="Notizenplatzhalter 4"/>
          <p:cNvSpPr>
            <a:spLocks noGrp="1"/>
          </p:cNvSpPr>
          <p:nvPr>
            <p:ph type="body" sz="quarter" idx="3"/>
          </p:nvPr>
        </p:nvSpPr>
        <p:spPr>
          <a:xfrm>
            <a:off x="709930" y="4861441"/>
            <a:ext cx="5679440" cy="4605576"/>
          </a:xfrm>
          <a:prstGeom prst="rect">
            <a:avLst/>
          </a:prstGeom>
        </p:spPr>
        <p:txBody>
          <a:bodyPr vert="horz" lIns="99048" tIns="49524" rIns="99048" bIns="49524"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de-DE"/>
          </a:p>
        </p:txBody>
      </p:sp>
      <p:sp>
        <p:nvSpPr>
          <p:cNvPr id="7" name="Foliennummernplatzhalter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5FBB4BAC-6BBC-6140-A19A-E6D7DF0E237A}" type="slidenum">
              <a:rPr lang="de-DE" smtClean="0"/>
              <a:pPr/>
              <a:t>‹Nr.›</a:t>
            </a:fld>
            <a:endParaRPr lang="de-DE"/>
          </a:p>
        </p:txBody>
      </p:sp>
    </p:spTree>
    <p:extLst>
      <p:ext uri="{BB962C8B-B14F-4D97-AF65-F5344CB8AC3E}">
        <p14:creationId xmlns:p14="http://schemas.microsoft.com/office/powerpoint/2010/main" val="2440836746"/>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5FBB4BAC-6BBC-6140-A19A-E6D7DF0E237A}" type="slidenum">
              <a:rPr lang="de-DE" smtClean="0"/>
              <a:t>2</a:t>
            </a:fld>
            <a:endParaRPr lang="de-DE" dirty="0"/>
          </a:p>
        </p:txBody>
      </p:sp>
    </p:spTree>
    <p:extLst>
      <p:ext uri="{BB962C8B-B14F-4D97-AF65-F5344CB8AC3E}">
        <p14:creationId xmlns:p14="http://schemas.microsoft.com/office/powerpoint/2010/main" val="893613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5FBB4BAC-6BBC-6140-A19A-E6D7DF0E237A}" type="slidenum">
              <a:rPr lang="de-DE" smtClean="0"/>
              <a:t>3</a:t>
            </a:fld>
            <a:endParaRPr lang="de-DE" dirty="0"/>
          </a:p>
        </p:txBody>
      </p:sp>
    </p:spTree>
    <p:extLst>
      <p:ext uri="{BB962C8B-B14F-4D97-AF65-F5344CB8AC3E}">
        <p14:creationId xmlns:p14="http://schemas.microsoft.com/office/powerpoint/2010/main" val="559020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5FBB4BAC-6BBC-6140-A19A-E6D7DF0E237A}" type="slidenum">
              <a:rPr lang="de-DE" smtClean="0"/>
              <a:t>4</a:t>
            </a:fld>
            <a:endParaRPr lang="de-DE" dirty="0"/>
          </a:p>
        </p:txBody>
      </p:sp>
    </p:spTree>
    <p:extLst>
      <p:ext uri="{BB962C8B-B14F-4D97-AF65-F5344CB8AC3E}">
        <p14:creationId xmlns:p14="http://schemas.microsoft.com/office/powerpoint/2010/main" val="5285041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5FBB4BAC-6BBC-6140-A19A-E6D7DF0E237A}" type="slidenum">
              <a:rPr lang="de-DE" smtClean="0"/>
              <a:t>26</a:t>
            </a:fld>
            <a:endParaRPr lang="de-DE" dirty="0"/>
          </a:p>
        </p:txBody>
      </p:sp>
    </p:spTree>
    <p:extLst>
      <p:ext uri="{BB962C8B-B14F-4D97-AF65-F5344CB8AC3E}">
        <p14:creationId xmlns:p14="http://schemas.microsoft.com/office/powerpoint/2010/main" val="34503563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p:spTree>
      <p:nvGrpSpPr>
        <p:cNvPr id="1" name=""/>
        <p:cNvGrpSpPr/>
        <p:nvPr/>
      </p:nvGrpSpPr>
      <p:grpSpPr>
        <a:xfrm>
          <a:off x="0" y="0"/>
          <a:ext cx="0" cy="0"/>
          <a:chOff x="0" y="0"/>
          <a:chExt cx="0" cy="0"/>
        </a:xfrm>
      </p:grpSpPr>
      <p:pic>
        <p:nvPicPr>
          <p:cNvPr id="6" name="Bild 5" descr="PPT_Titel.jpg"/>
          <p:cNvPicPr>
            <a:picLocks noChangeAspect="1"/>
          </p:cNvPicPr>
          <p:nvPr userDrawn="1"/>
        </p:nvPicPr>
        <p:blipFill>
          <a:blip r:embed="rId2"/>
          <a:stretch>
            <a:fillRect/>
          </a:stretch>
        </p:blipFill>
        <p:spPr>
          <a:xfrm>
            <a:off x="3175" y="-1"/>
            <a:ext cx="9140825" cy="5143501"/>
          </a:xfrm>
          <a:prstGeom prst="rect">
            <a:avLst/>
          </a:prstGeom>
        </p:spPr>
      </p:pic>
      <p:sp>
        <p:nvSpPr>
          <p:cNvPr id="2" name="Titel 1"/>
          <p:cNvSpPr>
            <a:spLocks noGrp="1"/>
          </p:cNvSpPr>
          <p:nvPr>
            <p:ph type="ctrTitle" hasCustomPrompt="1"/>
          </p:nvPr>
        </p:nvSpPr>
        <p:spPr>
          <a:xfrm>
            <a:off x="0" y="796924"/>
            <a:ext cx="8074576" cy="593901"/>
          </a:xfrm>
          <a:solidFill>
            <a:schemeClr val="accent1"/>
          </a:solidFill>
        </p:spPr>
        <p:txBody>
          <a:bodyPr wrap="square" anchor="ctr">
            <a:normAutofit/>
          </a:bodyPr>
          <a:lstStyle>
            <a:lvl1pPr marL="450850" indent="0">
              <a:defRPr sz="3200" i="1">
                <a:solidFill>
                  <a:schemeClr val="bg1"/>
                </a:solidFill>
              </a:defRPr>
            </a:lvl1pPr>
          </a:lstStyle>
          <a:p>
            <a:r>
              <a:rPr lang="de-DE" dirty="0"/>
              <a:t>Hier steht die Titelüberschrift</a:t>
            </a:r>
          </a:p>
        </p:txBody>
      </p:sp>
      <p:sp>
        <p:nvSpPr>
          <p:cNvPr id="3" name="Untertitel 2"/>
          <p:cNvSpPr>
            <a:spLocks noGrp="1"/>
          </p:cNvSpPr>
          <p:nvPr>
            <p:ph type="subTitle" idx="1" hasCustomPrompt="1"/>
          </p:nvPr>
        </p:nvSpPr>
        <p:spPr>
          <a:xfrm>
            <a:off x="2" y="441848"/>
            <a:ext cx="3284747" cy="288000"/>
          </a:xfrm>
          <a:solidFill>
            <a:schemeClr val="tx1"/>
          </a:solidFill>
        </p:spPr>
        <p:txBody>
          <a:bodyPr wrap="none" anchor="ctr">
            <a:normAutofit/>
          </a:bodyPr>
          <a:lstStyle>
            <a:lvl1pPr marL="450850" indent="0" algn="l">
              <a:buNone/>
              <a:defRPr sz="1000" b="1" i="1" cap="all" baseline="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dirty="0"/>
              <a:t>Hier steht der Name des Referenten</a:t>
            </a:r>
          </a:p>
        </p:txBody>
      </p:sp>
      <p:sp>
        <p:nvSpPr>
          <p:cNvPr id="11" name="Textplatzhalter 10"/>
          <p:cNvSpPr>
            <a:spLocks noGrp="1"/>
          </p:cNvSpPr>
          <p:nvPr>
            <p:ph type="body" sz="quarter" idx="13" hasCustomPrompt="1"/>
          </p:nvPr>
        </p:nvSpPr>
        <p:spPr>
          <a:xfrm>
            <a:off x="0" y="1457627"/>
            <a:ext cx="4864422" cy="612000"/>
          </a:xfrm>
          <a:solidFill>
            <a:srgbClr val="61A423"/>
          </a:solidFill>
        </p:spPr>
        <p:txBody>
          <a:bodyPr wrap="square" rIns="0" anchor="ctr">
            <a:normAutofit/>
          </a:bodyPr>
          <a:lstStyle>
            <a:lvl1pPr marL="450850" indent="0" algn="l" defTabSz="457200" rtl="0" eaLnBrk="1" latinLnBrk="0" hangingPunct="1">
              <a:spcBef>
                <a:spcPct val="0"/>
              </a:spcBef>
              <a:buNone/>
              <a:defRPr lang="de-DE" sz="3200" b="1" i="1" kern="1200" cap="all" baseline="0" dirty="0" smtClean="0">
                <a:solidFill>
                  <a:schemeClr val="bg1"/>
                </a:solidFill>
                <a:latin typeface="Arial"/>
                <a:ea typeface="+mj-ea"/>
                <a:cs typeface="Arial"/>
              </a:defRPr>
            </a:lvl1pPr>
            <a:lvl2pPr marL="450850" indent="0" algn="l" defTabSz="457200" rtl="0" eaLnBrk="1" latinLnBrk="0" hangingPunct="1">
              <a:spcBef>
                <a:spcPct val="0"/>
              </a:spcBef>
              <a:buNone/>
              <a:defRPr lang="de-DE" sz="3000" b="1" i="1" kern="1200" cap="all" baseline="0" dirty="0" smtClean="0">
                <a:solidFill>
                  <a:schemeClr val="bg1"/>
                </a:solidFill>
                <a:latin typeface="Arial"/>
                <a:ea typeface="+mj-ea"/>
                <a:cs typeface="Arial"/>
              </a:defRPr>
            </a:lvl2pPr>
            <a:lvl3pPr marL="450850" indent="0" algn="l" defTabSz="457200" rtl="0" eaLnBrk="1" latinLnBrk="0" hangingPunct="1">
              <a:spcBef>
                <a:spcPct val="0"/>
              </a:spcBef>
              <a:buNone/>
              <a:defRPr lang="de-DE" sz="3000" b="1" i="1" kern="1200" cap="all" baseline="0" dirty="0" smtClean="0">
                <a:solidFill>
                  <a:schemeClr val="bg1"/>
                </a:solidFill>
                <a:latin typeface="Arial"/>
                <a:ea typeface="+mj-ea"/>
                <a:cs typeface="Arial"/>
              </a:defRPr>
            </a:lvl3pPr>
            <a:lvl4pPr marL="450850" indent="0" algn="l" defTabSz="457200" rtl="0" eaLnBrk="1" latinLnBrk="0" hangingPunct="1">
              <a:spcBef>
                <a:spcPct val="0"/>
              </a:spcBef>
              <a:buNone/>
              <a:defRPr lang="de-DE" sz="3000" b="1" i="1" kern="1200" cap="all" baseline="0" dirty="0" smtClean="0">
                <a:solidFill>
                  <a:schemeClr val="bg1"/>
                </a:solidFill>
                <a:latin typeface="Arial"/>
                <a:ea typeface="+mj-ea"/>
                <a:cs typeface="Arial"/>
              </a:defRPr>
            </a:lvl4pPr>
            <a:lvl5pPr marL="450850" indent="0" algn="l" defTabSz="457200" rtl="0" eaLnBrk="1" latinLnBrk="0" hangingPunct="1">
              <a:spcBef>
                <a:spcPct val="0"/>
              </a:spcBef>
              <a:buNone/>
              <a:defRPr lang="de-DE" sz="3000" b="1" i="1" kern="1200" cap="all" baseline="0" dirty="0" smtClean="0">
                <a:solidFill>
                  <a:schemeClr val="bg1"/>
                </a:solidFill>
                <a:latin typeface="Arial"/>
                <a:ea typeface="+mj-ea"/>
                <a:cs typeface="Arial"/>
              </a:defRPr>
            </a:lvl5pPr>
          </a:lstStyle>
          <a:p>
            <a:pPr lvl="0"/>
            <a:r>
              <a:rPr lang="de-DE" dirty="0"/>
              <a:t>Der Präsentation</a:t>
            </a:r>
          </a:p>
        </p:txBody>
      </p:sp>
      <p:pic>
        <p:nvPicPr>
          <p:cNvPr id="7" name="Bild 6" descr="PPT_Logo.png"/>
          <p:cNvPicPr>
            <a:picLocks noChangeAspect="1"/>
          </p:cNvPicPr>
          <p:nvPr userDrawn="1"/>
        </p:nvPicPr>
        <p:blipFill>
          <a:blip r:embed="rId3"/>
          <a:stretch>
            <a:fillRect/>
          </a:stretch>
        </p:blipFill>
        <p:spPr>
          <a:xfrm>
            <a:off x="7809665" y="4512478"/>
            <a:ext cx="936625" cy="51117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haltsverzeichnis">
    <p:spTree>
      <p:nvGrpSpPr>
        <p:cNvPr id="1" name=""/>
        <p:cNvGrpSpPr/>
        <p:nvPr/>
      </p:nvGrpSpPr>
      <p:grpSpPr>
        <a:xfrm>
          <a:off x="0" y="0"/>
          <a:ext cx="0" cy="0"/>
          <a:chOff x="0" y="0"/>
          <a:chExt cx="0" cy="0"/>
        </a:xfrm>
      </p:grpSpPr>
      <p:pic>
        <p:nvPicPr>
          <p:cNvPr id="13" name="Bild 12" descr="PPT_Inhaltsverzeichnis.jpg"/>
          <p:cNvPicPr>
            <a:picLocks noChangeAspect="1"/>
          </p:cNvPicPr>
          <p:nvPr userDrawn="1"/>
        </p:nvPicPr>
        <p:blipFill>
          <a:blip r:embed="rId2"/>
          <a:stretch>
            <a:fillRect/>
          </a:stretch>
        </p:blipFill>
        <p:spPr>
          <a:xfrm>
            <a:off x="2973" y="131"/>
            <a:ext cx="9140825" cy="5143237"/>
          </a:xfrm>
          <a:prstGeom prst="rect">
            <a:avLst/>
          </a:prstGeom>
        </p:spPr>
      </p:pic>
      <p:sp>
        <p:nvSpPr>
          <p:cNvPr id="12" name="Rechteck 11"/>
          <p:cNvSpPr/>
          <p:nvPr userDrawn="1"/>
        </p:nvSpPr>
        <p:spPr>
          <a:xfrm>
            <a:off x="-1" y="1362376"/>
            <a:ext cx="5183999" cy="2700000"/>
          </a:xfrm>
          <a:prstGeom prst="rect">
            <a:avLst/>
          </a:prstGeom>
          <a:solidFill>
            <a:srgbClr val="FFFFFF">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3" name="Untertitel 2"/>
          <p:cNvSpPr>
            <a:spLocks noGrp="1"/>
          </p:cNvSpPr>
          <p:nvPr>
            <p:ph type="subTitle" idx="1" hasCustomPrompt="1"/>
          </p:nvPr>
        </p:nvSpPr>
        <p:spPr>
          <a:xfrm>
            <a:off x="1" y="441848"/>
            <a:ext cx="3464749" cy="288000"/>
          </a:xfrm>
          <a:solidFill>
            <a:schemeClr val="tx1"/>
          </a:solidFill>
        </p:spPr>
        <p:txBody>
          <a:bodyPr wrap="none" anchor="ctr">
            <a:normAutofit/>
          </a:bodyPr>
          <a:lstStyle>
            <a:lvl1pPr marL="450850" indent="0" algn="l">
              <a:buNone/>
              <a:defRPr sz="1000" b="1" i="1" cap="all">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dirty="0"/>
              <a:t>Hier steht der Titel der Präsentation</a:t>
            </a:r>
          </a:p>
        </p:txBody>
      </p:sp>
      <p:sp>
        <p:nvSpPr>
          <p:cNvPr id="8" name="Foliennummernplatzhalter 7"/>
          <p:cNvSpPr>
            <a:spLocks noGrp="1"/>
          </p:cNvSpPr>
          <p:nvPr>
            <p:ph type="sldNum" sz="quarter" idx="15"/>
          </p:nvPr>
        </p:nvSpPr>
        <p:spPr/>
        <p:txBody>
          <a:bodyPr/>
          <a:lstStyle/>
          <a:p>
            <a:fld id="{5AC41CD2-05BB-EC4B-81B5-CF15CC8F1F1A}" type="slidenum">
              <a:rPr lang="de-DE" smtClean="0"/>
              <a:pPr/>
              <a:t>‹Nr.›</a:t>
            </a:fld>
            <a:endParaRPr lang="de-DE" dirty="0"/>
          </a:p>
        </p:txBody>
      </p:sp>
      <p:sp>
        <p:nvSpPr>
          <p:cNvPr id="17" name="Textplatzhalter 16"/>
          <p:cNvSpPr>
            <a:spLocks noGrp="1"/>
          </p:cNvSpPr>
          <p:nvPr>
            <p:ph type="body" sz="quarter" idx="17" hasCustomPrompt="1"/>
          </p:nvPr>
        </p:nvSpPr>
        <p:spPr>
          <a:xfrm>
            <a:off x="1" y="1362376"/>
            <a:ext cx="5183998" cy="2700000"/>
          </a:xfrm>
          <a:noFill/>
        </p:spPr>
        <p:txBody>
          <a:bodyPr/>
          <a:lstStyle>
            <a:lvl1pPr marL="717550" indent="-266700">
              <a:defRPr sz="1600"/>
            </a:lvl1pPr>
            <a:lvl2pPr marL="982663" indent="-265113">
              <a:defRPr/>
            </a:lvl2pPr>
            <a:lvl3pPr marL="1255713" indent="-273050">
              <a:defRPr/>
            </a:lvl3pPr>
          </a:lstStyle>
          <a:p>
            <a:pPr lvl="0"/>
            <a:r>
              <a:rPr lang="de-DE" dirty="0"/>
              <a:t>Überschrift des Kapitel 1</a:t>
            </a:r>
          </a:p>
          <a:p>
            <a:pPr lvl="1"/>
            <a:r>
              <a:rPr lang="de-DE" dirty="0"/>
              <a:t>Zweite Ebene</a:t>
            </a:r>
          </a:p>
          <a:p>
            <a:pPr lvl="2"/>
            <a:r>
              <a:rPr lang="de-DE" dirty="0"/>
              <a:t>Dritte Ebene</a:t>
            </a:r>
          </a:p>
        </p:txBody>
      </p:sp>
      <p:sp>
        <p:nvSpPr>
          <p:cNvPr id="11" name="Titel 1"/>
          <p:cNvSpPr txBox="1">
            <a:spLocks/>
          </p:cNvSpPr>
          <p:nvPr userDrawn="1"/>
        </p:nvSpPr>
        <p:spPr>
          <a:xfrm>
            <a:off x="2" y="796925"/>
            <a:ext cx="5183998" cy="504000"/>
          </a:xfrm>
          <a:prstGeom prst="rect">
            <a:avLst/>
          </a:prstGeom>
          <a:solidFill>
            <a:schemeClr val="accent1"/>
          </a:solidFill>
        </p:spPr>
        <p:txBody>
          <a:bodyPr vert="horz" wrap="none" lIns="91440" tIns="45720" rIns="91440" bIns="45720" rtlCol="0" anchor="ctr">
            <a:noAutofit/>
          </a:bodyPr>
          <a:lstStyle>
            <a:lvl1pPr marL="450850" indent="0">
              <a:defRPr sz="3200" i="1">
                <a:solidFill>
                  <a:schemeClr val="bg1"/>
                </a:solidFill>
              </a:defRPr>
            </a:lvl1pPr>
          </a:lstStyle>
          <a:p>
            <a:pPr marL="450850" marR="0" lvl="0" indent="0" algn="l" defTabSz="457200" rtl="0" eaLnBrk="1" fontAlgn="auto" latinLnBrk="0" hangingPunct="1">
              <a:lnSpc>
                <a:spcPct val="100000"/>
              </a:lnSpc>
              <a:spcBef>
                <a:spcPct val="0"/>
              </a:spcBef>
              <a:spcAft>
                <a:spcPts val="0"/>
              </a:spcAft>
              <a:buClrTx/>
              <a:buSzTx/>
              <a:buFontTx/>
              <a:buNone/>
              <a:tabLst/>
              <a:defRPr/>
            </a:pPr>
            <a:r>
              <a:rPr kumimoji="0" lang="de-DE" sz="3200" b="1" i="1" u="none" strike="noStrike" kern="1200" cap="all" spc="0" normalizeH="0" baseline="0" noProof="0" dirty="0">
                <a:ln>
                  <a:noFill/>
                </a:ln>
                <a:solidFill>
                  <a:schemeClr val="bg1"/>
                </a:solidFill>
                <a:effectLst/>
                <a:uLnTx/>
                <a:uFillTx/>
                <a:latin typeface="Arial"/>
                <a:ea typeface="+mj-ea"/>
                <a:cs typeface="Arial"/>
              </a:rPr>
              <a:t>Inhalt</a:t>
            </a:r>
          </a:p>
        </p:txBody>
      </p:sp>
      <p:pic>
        <p:nvPicPr>
          <p:cNvPr id="10" name="Bild 9" descr="PPT_Logo.png"/>
          <p:cNvPicPr>
            <a:picLocks noChangeAspect="1"/>
          </p:cNvPicPr>
          <p:nvPr userDrawn="1"/>
        </p:nvPicPr>
        <p:blipFill>
          <a:blip r:embed="rId3"/>
          <a:stretch>
            <a:fillRect/>
          </a:stretch>
        </p:blipFill>
        <p:spPr>
          <a:xfrm>
            <a:off x="7809665" y="4512478"/>
            <a:ext cx="936625" cy="511175"/>
          </a:xfrm>
          <a:prstGeom prst="rect">
            <a:avLst/>
          </a:prstGeom>
        </p:spPr>
      </p:pic>
      <p:sp>
        <p:nvSpPr>
          <p:cNvPr id="14" name="Datumsplatzhalter 1">
            <a:extLst>
              <a:ext uri="{FF2B5EF4-FFF2-40B4-BE49-F238E27FC236}">
                <a16:creationId xmlns:a16="http://schemas.microsoft.com/office/drawing/2014/main" id="{2E49E2B0-FF64-C44C-A230-79E5B8649CE4}"/>
              </a:ext>
            </a:extLst>
          </p:cNvPr>
          <p:cNvSpPr>
            <a:spLocks noGrp="1"/>
          </p:cNvSpPr>
          <p:nvPr>
            <p:ph type="dt" sz="half" idx="2"/>
          </p:nvPr>
        </p:nvSpPr>
        <p:spPr>
          <a:xfrm>
            <a:off x="457199" y="4815059"/>
            <a:ext cx="1096297" cy="273844"/>
          </a:xfrm>
          <a:prstGeom prst="rect">
            <a:avLst/>
          </a:prstGeom>
        </p:spPr>
        <p:txBody>
          <a:bodyPr/>
          <a:lstStyle>
            <a:lvl1pPr>
              <a:defRPr sz="800">
                <a:solidFill>
                  <a:schemeClr val="accent4"/>
                </a:solidFill>
              </a:defRPr>
            </a:lvl1pPr>
          </a:lstStyle>
          <a:p>
            <a:r>
              <a:rPr lang="de-DE"/>
              <a:t>2025</a:t>
            </a:r>
            <a:endParaRPr lang="de-DE" dirty="0"/>
          </a:p>
        </p:txBody>
      </p:sp>
      <p:sp>
        <p:nvSpPr>
          <p:cNvPr id="15" name="Fußzeilenplatzhalter 6">
            <a:extLst>
              <a:ext uri="{FF2B5EF4-FFF2-40B4-BE49-F238E27FC236}">
                <a16:creationId xmlns:a16="http://schemas.microsoft.com/office/drawing/2014/main" id="{9BD1C12D-F130-7E48-9B86-9F0D0CB40F40}"/>
              </a:ext>
            </a:extLst>
          </p:cNvPr>
          <p:cNvSpPr>
            <a:spLocks noGrp="1"/>
          </p:cNvSpPr>
          <p:nvPr>
            <p:ph type="ftr" sz="quarter" idx="3"/>
          </p:nvPr>
        </p:nvSpPr>
        <p:spPr>
          <a:xfrm>
            <a:off x="1356851" y="4815059"/>
            <a:ext cx="6300685" cy="273844"/>
          </a:xfrm>
          <a:prstGeom prst="rect">
            <a:avLst/>
          </a:prstGeom>
        </p:spPr>
        <p:txBody>
          <a:bodyPr/>
          <a:lstStyle>
            <a:lvl1pPr>
              <a:defRPr sz="800">
                <a:solidFill>
                  <a:schemeClr val="accent4"/>
                </a:solidFill>
              </a:defRPr>
            </a:lvl1pPr>
          </a:lstStyle>
          <a:p>
            <a:r>
              <a:rPr lang="de-DE"/>
              <a:t>| HANA Tech Con </a:t>
            </a:r>
            <a:endParaRPr lang="de-DE"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Kapitel">
    <p:spTree>
      <p:nvGrpSpPr>
        <p:cNvPr id="1" name=""/>
        <p:cNvGrpSpPr/>
        <p:nvPr/>
      </p:nvGrpSpPr>
      <p:grpSpPr>
        <a:xfrm>
          <a:off x="0" y="0"/>
          <a:ext cx="0" cy="0"/>
          <a:chOff x="0" y="0"/>
          <a:chExt cx="0" cy="0"/>
        </a:xfrm>
      </p:grpSpPr>
      <p:pic>
        <p:nvPicPr>
          <p:cNvPr id="6" name="Bild 5" descr="PPT_Kapitel.jpg"/>
          <p:cNvPicPr>
            <a:picLocks noChangeAspect="1"/>
          </p:cNvPicPr>
          <p:nvPr userDrawn="1"/>
        </p:nvPicPr>
        <p:blipFill>
          <a:blip r:embed="rId2"/>
          <a:stretch>
            <a:fillRect/>
          </a:stretch>
        </p:blipFill>
        <p:spPr>
          <a:xfrm>
            <a:off x="3175" y="0"/>
            <a:ext cx="9140825" cy="5143500"/>
          </a:xfrm>
          <a:prstGeom prst="rect">
            <a:avLst/>
          </a:prstGeom>
        </p:spPr>
      </p:pic>
      <p:sp>
        <p:nvSpPr>
          <p:cNvPr id="2" name="Titel 1"/>
          <p:cNvSpPr>
            <a:spLocks noGrp="1"/>
          </p:cNvSpPr>
          <p:nvPr>
            <p:ph type="ctrTitle" hasCustomPrompt="1"/>
          </p:nvPr>
        </p:nvSpPr>
        <p:spPr>
          <a:xfrm>
            <a:off x="-1" y="1939077"/>
            <a:ext cx="8691665" cy="612000"/>
          </a:xfrm>
          <a:solidFill>
            <a:schemeClr val="accent1"/>
          </a:solidFill>
        </p:spPr>
        <p:txBody>
          <a:bodyPr wrap="square" anchor="ctr">
            <a:normAutofit/>
          </a:bodyPr>
          <a:lstStyle>
            <a:lvl1pPr marL="450850" indent="0">
              <a:defRPr sz="3200" i="1" baseline="0">
                <a:solidFill>
                  <a:schemeClr val="bg1"/>
                </a:solidFill>
              </a:defRPr>
            </a:lvl1pPr>
          </a:lstStyle>
          <a:p>
            <a:r>
              <a:rPr lang="de-DE" dirty="0"/>
              <a:t>Hier steht die Kapitelüberschrift</a:t>
            </a:r>
          </a:p>
        </p:txBody>
      </p:sp>
      <p:sp>
        <p:nvSpPr>
          <p:cNvPr id="3" name="Untertitel 2"/>
          <p:cNvSpPr>
            <a:spLocks noGrp="1"/>
          </p:cNvSpPr>
          <p:nvPr>
            <p:ph type="subTitle" idx="1" hasCustomPrompt="1"/>
          </p:nvPr>
        </p:nvSpPr>
        <p:spPr>
          <a:xfrm>
            <a:off x="1" y="1584000"/>
            <a:ext cx="3464749" cy="288000"/>
          </a:xfrm>
          <a:solidFill>
            <a:schemeClr val="tx1"/>
          </a:solidFill>
        </p:spPr>
        <p:txBody>
          <a:bodyPr wrap="none" anchor="ctr">
            <a:normAutofit/>
          </a:bodyPr>
          <a:lstStyle>
            <a:lvl1pPr marL="450850" indent="0" algn="l">
              <a:buNone/>
              <a:defRPr sz="1000" b="1" i="1" cap="all">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dirty="0"/>
              <a:t>Hier steht der Titel der Präsentation</a:t>
            </a:r>
          </a:p>
        </p:txBody>
      </p:sp>
      <p:sp>
        <p:nvSpPr>
          <p:cNvPr id="11" name="Textplatzhalter 10"/>
          <p:cNvSpPr>
            <a:spLocks noGrp="1"/>
          </p:cNvSpPr>
          <p:nvPr>
            <p:ph type="body" sz="quarter" idx="13" hasCustomPrompt="1"/>
          </p:nvPr>
        </p:nvSpPr>
        <p:spPr>
          <a:xfrm>
            <a:off x="0" y="2606129"/>
            <a:ext cx="4828422" cy="612000"/>
          </a:xfrm>
          <a:solidFill>
            <a:srgbClr val="61A423"/>
          </a:solidFill>
        </p:spPr>
        <p:txBody>
          <a:bodyPr wrap="square" anchor="ctr">
            <a:normAutofit/>
          </a:bodyPr>
          <a:lstStyle>
            <a:lvl1pPr marL="450850" indent="0" algn="l" defTabSz="457200" rtl="0" eaLnBrk="1" latinLnBrk="0" hangingPunct="1">
              <a:spcBef>
                <a:spcPct val="0"/>
              </a:spcBef>
              <a:buNone/>
              <a:defRPr lang="de-DE" sz="3200" b="1" i="1" kern="1200" cap="all" baseline="0" dirty="0" smtClean="0">
                <a:solidFill>
                  <a:schemeClr val="bg1"/>
                </a:solidFill>
                <a:latin typeface="Arial"/>
                <a:ea typeface="+mj-ea"/>
                <a:cs typeface="Arial"/>
              </a:defRPr>
            </a:lvl1pPr>
            <a:lvl2pPr marL="450850" indent="0" algn="l" defTabSz="457200" rtl="0" eaLnBrk="1" latinLnBrk="0" hangingPunct="1">
              <a:spcBef>
                <a:spcPct val="0"/>
              </a:spcBef>
              <a:buNone/>
              <a:defRPr lang="de-DE" sz="3000" b="1" i="1" kern="1200" cap="all" baseline="0" dirty="0" smtClean="0">
                <a:solidFill>
                  <a:schemeClr val="bg1"/>
                </a:solidFill>
                <a:latin typeface="Arial"/>
                <a:ea typeface="+mj-ea"/>
                <a:cs typeface="Arial"/>
              </a:defRPr>
            </a:lvl2pPr>
            <a:lvl3pPr marL="450850" indent="0" algn="l" defTabSz="457200" rtl="0" eaLnBrk="1" latinLnBrk="0" hangingPunct="1">
              <a:spcBef>
                <a:spcPct val="0"/>
              </a:spcBef>
              <a:buNone/>
              <a:defRPr lang="de-DE" sz="3000" b="1" i="1" kern="1200" cap="all" baseline="0" dirty="0" smtClean="0">
                <a:solidFill>
                  <a:schemeClr val="bg1"/>
                </a:solidFill>
                <a:latin typeface="Arial"/>
                <a:ea typeface="+mj-ea"/>
                <a:cs typeface="Arial"/>
              </a:defRPr>
            </a:lvl3pPr>
            <a:lvl4pPr marL="450850" indent="0" algn="l" defTabSz="457200" rtl="0" eaLnBrk="1" latinLnBrk="0" hangingPunct="1">
              <a:spcBef>
                <a:spcPct val="0"/>
              </a:spcBef>
              <a:buNone/>
              <a:defRPr lang="de-DE" sz="3000" b="1" i="1" kern="1200" cap="all" baseline="0" dirty="0" smtClean="0">
                <a:solidFill>
                  <a:schemeClr val="bg1"/>
                </a:solidFill>
                <a:latin typeface="Arial"/>
                <a:ea typeface="+mj-ea"/>
                <a:cs typeface="Arial"/>
              </a:defRPr>
            </a:lvl4pPr>
            <a:lvl5pPr marL="450850" indent="0" algn="l" defTabSz="457200" rtl="0" eaLnBrk="1" latinLnBrk="0" hangingPunct="1">
              <a:spcBef>
                <a:spcPct val="0"/>
              </a:spcBef>
              <a:buNone/>
              <a:defRPr lang="de-DE" sz="3000" b="1" i="1" kern="1200" cap="all" baseline="0" dirty="0" smtClean="0">
                <a:solidFill>
                  <a:schemeClr val="bg1"/>
                </a:solidFill>
                <a:latin typeface="Arial"/>
                <a:ea typeface="+mj-ea"/>
                <a:cs typeface="Arial"/>
              </a:defRPr>
            </a:lvl5pPr>
          </a:lstStyle>
          <a:p>
            <a:pPr lvl="0"/>
            <a:r>
              <a:rPr lang="de-DE" dirty="0"/>
              <a:t>Der Präsentation</a:t>
            </a:r>
          </a:p>
        </p:txBody>
      </p:sp>
      <p:pic>
        <p:nvPicPr>
          <p:cNvPr id="7" name="Bild 6" descr="PPT_Logo.png"/>
          <p:cNvPicPr>
            <a:picLocks noChangeAspect="1"/>
          </p:cNvPicPr>
          <p:nvPr userDrawn="1"/>
        </p:nvPicPr>
        <p:blipFill>
          <a:blip r:embed="rId3"/>
          <a:stretch>
            <a:fillRect/>
          </a:stretch>
        </p:blipFill>
        <p:spPr>
          <a:xfrm>
            <a:off x="7809665" y="4512478"/>
            <a:ext cx="936625" cy="51117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3" name="Inhaltsplatzhalter 2"/>
          <p:cNvSpPr>
            <a:spLocks noGrp="1"/>
          </p:cNvSpPr>
          <p:nvPr>
            <p:ph idx="1"/>
          </p:nvPr>
        </p:nvSpPr>
        <p:spPr>
          <a:xfrm>
            <a:off x="536575" y="1707106"/>
            <a:ext cx="7894638" cy="2704558"/>
          </a:xfrm>
        </p:spPr>
        <p:txBody>
          <a:bodyPr/>
          <a:lstStyle/>
          <a:p>
            <a:pPr lvl="0"/>
            <a:r>
              <a:rPr lang="de-DE"/>
              <a:t>Textmasterformat bearbeiten</a:t>
            </a:r>
          </a:p>
          <a:p>
            <a:pPr lvl="1"/>
            <a:r>
              <a:rPr lang="de-DE"/>
              <a:t>Zweite Ebene</a:t>
            </a:r>
          </a:p>
          <a:p>
            <a:pPr lvl="2"/>
            <a:r>
              <a:rPr lang="de-DE"/>
              <a:t>Dritte Ebene</a:t>
            </a:r>
          </a:p>
        </p:txBody>
      </p:sp>
      <p:sp>
        <p:nvSpPr>
          <p:cNvPr id="6" name="Foliennummernplatzhalter 5"/>
          <p:cNvSpPr>
            <a:spLocks noGrp="1"/>
          </p:cNvSpPr>
          <p:nvPr>
            <p:ph type="sldNum" sz="quarter" idx="12"/>
          </p:nvPr>
        </p:nvSpPr>
        <p:spPr/>
        <p:txBody>
          <a:bodyPr/>
          <a:lstStyle/>
          <a:p>
            <a:fld id="{5AC41CD2-05BB-EC4B-81B5-CF15CC8F1F1A}" type="slidenum">
              <a:rPr lang="de-DE" smtClean="0"/>
              <a:pPr/>
              <a:t>‹Nr.›</a:t>
            </a:fld>
            <a:endParaRPr lang="de-DE"/>
          </a:p>
        </p:txBody>
      </p:sp>
      <p:sp>
        <p:nvSpPr>
          <p:cNvPr id="14" name="Textplatzhalter 13"/>
          <p:cNvSpPr>
            <a:spLocks noGrp="1"/>
          </p:cNvSpPr>
          <p:nvPr>
            <p:ph type="body" sz="quarter" idx="16" hasCustomPrompt="1"/>
          </p:nvPr>
        </p:nvSpPr>
        <p:spPr>
          <a:xfrm>
            <a:off x="539999" y="441803"/>
            <a:ext cx="2700000" cy="288000"/>
          </a:xfrm>
          <a:noFill/>
        </p:spPr>
        <p:txBody>
          <a:bodyPr anchor="ctr">
            <a:noAutofit/>
          </a:bodyPr>
          <a:lstStyle>
            <a:lvl1pPr marL="0" indent="0">
              <a:buNone/>
              <a:defRPr sz="1000" b="1" cap="all">
                <a:solidFill>
                  <a:schemeClr val="bg1"/>
                </a:solidFill>
              </a:defRPr>
            </a:lvl1pPr>
          </a:lstStyle>
          <a:p>
            <a:r>
              <a:rPr lang="de-DE" dirty="0"/>
              <a:t>Hier steht die Kapitelüberschrift</a:t>
            </a:r>
          </a:p>
        </p:txBody>
      </p:sp>
      <p:sp>
        <p:nvSpPr>
          <p:cNvPr id="10" name="Titel 9"/>
          <p:cNvSpPr>
            <a:spLocks noGrp="1"/>
          </p:cNvSpPr>
          <p:nvPr>
            <p:ph type="title" hasCustomPrompt="1"/>
          </p:nvPr>
        </p:nvSpPr>
        <p:spPr/>
        <p:txBody>
          <a:bodyPr/>
          <a:lstStyle/>
          <a:p>
            <a:r>
              <a:rPr lang="de-DE" dirty="0"/>
              <a:t>Hier steht der </a:t>
            </a:r>
            <a:br>
              <a:rPr lang="de-DE" dirty="0"/>
            </a:br>
            <a:r>
              <a:rPr lang="de-DE" dirty="0"/>
              <a:t>Titel der Folie</a:t>
            </a:r>
          </a:p>
        </p:txBody>
      </p:sp>
      <p:sp>
        <p:nvSpPr>
          <p:cNvPr id="8" name="Datumsplatzhalter 1">
            <a:extLst>
              <a:ext uri="{FF2B5EF4-FFF2-40B4-BE49-F238E27FC236}">
                <a16:creationId xmlns:a16="http://schemas.microsoft.com/office/drawing/2014/main" id="{2E49E2B0-FF64-C44C-A230-79E5B8649CE4}"/>
              </a:ext>
            </a:extLst>
          </p:cNvPr>
          <p:cNvSpPr>
            <a:spLocks noGrp="1"/>
          </p:cNvSpPr>
          <p:nvPr>
            <p:ph type="dt" sz="half" idx="2"/>
          </p:nvPr>
        </p:nvSpPr>
        <p:spPr>
          <a:xfrm>
            <a:off x="457199" y="4815059"/>
            <a:ext cx="1096297" cy="273844"/>
          </a:xfrm>
          <a:prstGeom prst="rect">
            <a:avLst/>
          </a:prstGeom>
        </p:spPr>
        <p:txBody>
          <a:bodyPr/>
          <a:lstStyle>
            <a:lvl1pPr>
              <a:defRPr sz="800">
                <a:solidFill>
                  <a:schemeClr val="accent4"/>
                </a:solidFill>
              </a:defRPr>
            </a:lvl1pPr>
          </a:lstStyle>
          <a:p>
            <a:r>
              <a:rPr lang="de-DE"/>
              <a:t>2025</a:t>
            </a:r>
            <a:endParaRPr lang="de-DE" dirty="0"/>
          </a:p>
        </p:txBody>
      </p:sp>
      <p:sp>
        <p:nvSpPr>
          <p:cNvPr id="9" name="Fußzeilenplatzhalter 6">
            <a:extLst>
              <a:ext uri="{FF2B5EF4-FFF2-40B4-BE49-F238E27FC236}">
                <a16:creationId xmlns:a16="http://schemas.microsoft.com/office/drawing/2014/main" id="{9BD1C12D-F130-7E48-9B86-9F0D0CB40F40}"/>
              </a:ext>
            </a:extLst>
          </p:cNvPr>
          <p:cNvSpPr>
            <a:spLocks noGrp="1"/>
          </p:cNvSpPr>
          <p:nvPr>
            <p:ph type="ftr" sz="quarter" idx="3"/>
          </p:nvPr>
        </p:nvSpPr>
        <p:spPr>
          <a:xfrm>
            <a:off x="1356851" y="4815059"/>
            <a:ext cx="6300685" cy="273844"/>
          </a:xfrm>
          <a:prstGeom prst="rect">
            <a:avLst/>
          </a:prstGeom>
        </p:spPr>
        <p:txBody>
          <a:bodyPr/>
          <a:lstStyle>
            <a:lvl1pPr>
              <a:defRPr sz="800">
                <a:solidFill>
                  <a:schemeClr val="accent4"/>
                </a:solidFill>
              </a:defRPr>
            </a:lvl1pPr>
          </a:lstStyle>
          <a:p>
            <a:r>
              <a:rPr lang="de-DE"/>
              <a:t>| HANA Tech Con </a:t>
            </a:r>
            <a:endParaRPr lang="de-DE"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ntent">
    <p:spTree>
      <p:nvGrpSpPr>
        <p:cNvPr id="1" name=""/>
        <p:cNvGrpSpPr/>
        <p:nvPr/>
      </p:nvGrpSpPr>
      <p:grpSpPr>
        <a:xfrm>
          <a:off x="0" y="0"/>
          <a:ext cx="0" cy="0"/>
          <a:chOff x="0" y="0"/>
          <a:chExt cx="0" cy="0"/>
        </a:xfrm>
      </p:grpSpPr>
      <p:sp>
        <p:nvSpPr>
          <p:cNvPr id="3" name="Inhaltsplatzhalter 2"/>
          <p:cNvSpPr>
            <a:spLocks noGrp="1"/>
          </p:cNvSpPr>
          <p:nvPr>
            <p:ph idx="1"/>
          </p:nvPr>
        </p:nvSpPr>
        <p:spPr>
          <a:xfrm>
            <a:off x="536575" y="1707106"/>
            <a:ext cx="3942398" cy="2704558"/>
          </a:xfrm>
        </p:spPr>
        <p:txBody>
          <a:bodyPr numCol="1"/>
          <a:lstStyle/>
          <a:p>
            <a:pPr lvl="0"/>
            <a:r>
              <a:rPr lang="de-DE"/>
              <a:t>Textmasterformat bearbeiten</a:t>
            </a:r>
          </a:p>
          <a:p>
            <a:pPr lvl="1"/>
            <a:r>
              <a:rPr lang="de-DE"/>
              <a:t>Zweite Ebene</a:t>
            </a:r>
          </a:p>
          <a:p>
            <a:pPr lvl="2"/>
            <a:r>
              <a:rPr lang="de-DE"/>
              <a:t>Dritte Ebene</a:t>
            </a:r>
          </a:p>
        </p:txBody>
      </p:sp>
      <p:sp>
        <p:nvSpPr>
          <p:cNvPr id="6" name="Foliennummernplatzhalter 5"/>
          <p:cNvSpPr>
            <a:spLocks noGrp="1"/>
          </p:cNvSpPr>
          <p:nvPr>
            <p:ph type="sldNum" sz="quarter" idx="12"/>
          </p:nvPr>
        </p:nvSpPr>
        <p:spPr/>
        <p:txBody>
          <a:bodyPr/>
          <a:lstStyle/>
          <a:p>
            <a:fld id="{5AC41CD2-05BB-EC4B-81B5-CF15CC8F1F1A}" type="slidenum">
              <a:rPr lang="de-DE" smtClean="0"/>
              <a:pPr/>
              <a:t>‹Nr.›</a:t>
            </a:fld>
            <a:endParaRPr lang="de-DE"/>
          </a:p>
        </p:txBody>
      </p:sp>
      <p:sp>
        <p:nvSpPr>
          <p:cNvPr id="14" name="Textplatzhalter 13"/>
          <p:cNvSpPr>
            <a:spLocks noGrp="1"/>
          </p:cNvSpPr>
          <p:nvPr>
            <p:ph type="body" sz="quarter" idx="16" hasCustomPrompt="1"/>
          </p:nvPr>
        </p:nvSpPr>
        <p:spPr>
          <a:xfrm>
            <a:off x="539999" y="441803"/>
            <a:ext cx="2700000" cy="288000"/>
          </a:xfrm>
          <a:noFill/>
        </p:spPr>
        <p:txBody>
          <a:bodyPr anchor="ctr">
            <a:noAutofit/>
          </a:bodyPr>
          <a:lstStyle>
            <a:lvl1pPr marL="0" indent="0">
              <a:buNone/>
              <a:defRPr sz="1000" b="1" cap="all">
                <a:solidFill>
                  <a:schemeClr val="bg1"/>
                </a:solidFill>
              </a:defRPr>
            </a:lvl1pPr>
          </a:lstStyle>
          <a:p>
            <a:r>
              <a:rPr lang="de-DE" dirty="0"/>
              <a:t>Hier steht die Kapitelüberschrift</a:t>
            </a:r>
          </a:p>
        </p:txBody>
      </p:sp>
      <p:sp>
        <p:nvSpPr>
          <p:cNvPr id="10" name="Titel 9"/>
          <p:cNvSpPr>
            <a:spLocks noGrp="1"/>
          </p:cNvSpPr>
          <p:nvPr>
            <p:ph type="title" hasCustomPrompt="1"/>
          </p:nvPr>
        </p:nvSpPr>
        <p:spPr/>
        <p:txBody>
          <a:bodyPr/>
          <a:lstStyle/>
          <a:p>
            <a:r>
              <a:rPr lang="de-DE" dirty="0"/>
              <a:t>Hier steht der </a:t>
            </a:r>
            <a:br>
              <a:rPr lang="de-DE" dirty="0"/>
            </a:br>
            <a:r>
              <a:rPr lang="de-DE" dirty="0"/>
              <a:t>Titel der Folie</a:t>
            </a:r>
          </a:p>
        </p:txBody>
      </p:sp>
      <p:sp>
        <p:nvSpPr>
          <p:cNvPr id="9" name="Inhaltsplatzhalter 2"/>
          <p:cNvSpPr>
            <a:spLocks noGrp="1"/>
          </p:cNvSpPr>
          <p:nvPr>
            <p:ph idx="17"/>
          </p:nvPr>
        </p:nvSpPr>
        <p:spPr>
          <a:xfrm>
            <a:off x="4488815" y="1707106"/>
            <a:ext cx="3942398" cy="2704558"/>
          </a:xfrm>
        </p:spPr>
        <p:txBody>
          <a:bodyPr numCol="1"/>
          <a:lstStyle/>
          <a:p>
            <a:pPr lvl="0"/>
            <a:r>
              <a:rPr lang="de-DE"/>
              <a:t>Textmasterformat bearbeiten</a:t>
            </a:r>
          </a:p>
          <a:p>
            <a:pPr lvl="1"/>
            <a:r>
              <a:rPr lang="de-DE"/>
              <a:t>Zweite Ebene</a:t>
            </a:r>
          </a:p>
          <a:p>
            <a:pPr lvl="2"/>
            <a:r>
              <a:rPr lang="de-DE"/>
              <a:t>Dritte Ebene</a:t>
            </a:r>
          </a:p>
        </p:txBody>
      </p:sp>
      <p:sp>
        <p:nvSpPr>
          <p:cNvPr id="11" name="Datumsplatzhalter 1">
            <a:extLst>
              <a:ext uri="{FF2B5EF4-FFF2-40B4-BE49-F238E27FC236}">
                <a16:creationId xmlns:a16="http://schemas.microsoft.com/office/drawing/2014/main" id="{2E49E2B0-FF64-C44C-A230-79E5B8649CE4}"/>
              </a:ext>
            </a:extLst>
          </p:cNvPr>
          <p:cNvSpPr>
            <a:spLocks noGrp="1"/>
          </p:cNvSpPr>
          <p:nvPr>
            <p:ph type="dt" sz="half" idx="2"/>
          </p:nvPr>
        </p:nvSpPr>
        <p:spPr>
          <a:xfrm>
            <a:off x="457199" y="4815059"/>
            <a:ext cx="1096297" cy="273844"/>
          </a:xfrm>
          <a:prstGeom prst="rect">
            <a:avLst/>
          </a:prstGeom>
        </p:spPr>
        <p:txBody>
          <a:bodyPr/>
          <a:lstStyle>
            <a:lvl1pPr>
              <a:defRPr sz="800">
                <a:solidFill>
                  <a:schemeClr val="accent4"/>
                </a:solidFill>
              </a:defRPr>
            </a:lvl1pPr>
          </a:lstStyle>
          <a:p>
            <a:r>
              <a:rPr lang="de-DE"/>
              <a:t>2025</a:t>
            </a:r>
            <a:endParaRPr lang="de-DE" dirty="0"/>
          </a:p>
        </p:txBody>
      </p:sp>
      <p:sp>
        <p:nvSpPr>
          <p:cNvPr id="12" name="Fußzeilenplatzhalter 6">
            <a:extLst>
              <a:ext uri="{FF2B5EF4-FFF2-40B4-BE49-F238E27FC236}">
                <a16:creationId xmlns:a16="http://schemas.microsoft.com/office/drawing/2014/main" id="{9BD1C12D-F130-7E48-9B86-9F0D0CB40F40}"/>
              </a:ext>
            </a:extLst>
          </p:cNvPr>
          <p:cNvSpPr>
            <a:spLocks noGrp="1"/>
          </p:cNvSpPr>
          <p:nvPr>
            <p:ph type="ftr" sz="quarter" idx="3"/>
          </p:nvPr>
        </p:nvSpPr>
        <p:spPr>
          <a:xfrm>
            <a:off x="1356851" y="4815059"/>
            <a:ext cx="6300685" cy="273844"/>
          </a:xfrm>
          <a:prstGeom prst="rect">
            <a:avLst/>
          </a:prstGeom>
        </p:spPr>
        <p:txBody>
          <a:bodyPr/>
          <a:lstStyle>
            <a:lvl1pPr>
              <a:defRPr sz="800">
                <a:solidFill>
                  <a:schemeClr val="accent4"/>
                </a:solidFill>
              </a:defRPr>
            </a:lvl1pPr>
          </a:lstStyle>
          <a:p>
            <a:r>
              <a:rPr lang="de-DE"/>
              <a:t>| HANA Tech Con </a:t>
            </a:r>
            <a:endParaRPr lang="de-DE"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Grafik">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40000" y="720000"/>
            <a:ext cx="7891200" cy="820800"/>
          </a:xfrm>
        </p:spPr>
        <p:txBody>
          <a:bodyPr/>
          <a:lstStyle>
            <a:lvl1pPr>
              <a:defRPr baseline="0"/>
            </a:lvl1pPr>
          </a:lstStyle>
          <a:p>
            <a:r>
              <a:rPr lang="de-DE" dirty="0"/>
              <a:t>Hier steht der </a:t>
            </a:r>
            <a:br>
              <a:rPr lang="de-DE" dirty="0"/>
            </a:br>
            <a:r>
              <a:rPr lang="de-DE" dirty="0"/>
              <a:t>Titel der Folie</a:t>
            </a:r>
          </a:p>
        </p:txBody>
      </p:sp>
      <p:sp>
        <p:nvSpPr>
          <p:cNvPr id="3" name="Inhaltsplatzhalter 2"/>
          <p:cNvSpPr>
            <a:spLocks noGrp="1"/>
          </p:cNvSpPr>
          <p:nvPr>
            <p:ph idx="1"/>
          </p:nvPr>
        </p:nvSpPr>
        <p:spPr>
          <a:xfrm>
            <a:off x="536575" y="1707106"/>
            <a:ext cx="7894638" cy="1339926"/>
          </a:xfrm>
        </p:spPr>
        <p:txBody>
          <a:bodyPr/>
          <a:lstStyle/>
          <a:p>
            <a:pPr lvl="0"/>
            <a:r>
              <a:rPr lang="de-DE"/>
              <a:t>Textmasterformat bearbeiten</a:t>
            </a:r>
          </a:p>
          <a:p>
            <a:pPr lvl="1"/>
            <a:r>
              <a:rPr lang="de-DE"/>
              <a:t>Zweite Ebene</a:t>
            </a:r>
          </a:p>
          <a:p>
            <a:pPr lvl="2"/>
            <a:r>
              <a:rPr lang="de-DE"/>
              <a:t>Dritte Ebene</a:t>
            </a:r>
          </a:p>
        </p:txBody>
      </p:sp>
      <p:sp>
        <p:nvSpPr>
          <p:cNvPr id="6" name="Foliennummernplatzhalter 5"/>
          <p:cNvSpPr>
            <a:spLocks noGrp="1"/>
          </p:cNvSpPr>
          <p:nvPr>
            <p:ph type="sldNum" sz="quarter" idx="12"/>
          </p:nvPr>
        </p:nvSpPr>
        <p:spPr/>
        <p:txBody>
          <a:bodyPr/>
          <a:lstStyle/>
          <a:p>
            <a:fld id="{5AC41CD2-05BB-EC4B-81B5-CF15CC8F1F1A}" type="slidenum">
              <a:rPr lang="de-DE" smtClean="0"/>
              <a:pPr/>
              <a:t>‹Nr.›</a:t>
            </a:fld>
            <a:endParaRPr lang="de-DE"/>
          </a:p>
        </p:txBody>
      </p:sp>
      <p:sp>
        <p:nvSpPr>
          <p:cNvPr id="14" name="Textplatzhalter 13"/>
          <p:cNvSpPr>
            <a:spLocks noGrp="1"/>
          </p:cNvSpPr>
          <p:nvPr>
            <p:ph type="body" sz="quarter" idx="16" hasCustomPrompt="1"/>
          </p:nvPr>
        </p:nvSpPr>
        <p:spPr>
          <a:xfrm>
            <a:off x="540000" y="441803"/>
            <a:ext cx="2700000" cy="288000"/>
          </a:xfrm>
          <a:noFill/>
        </p:spPr>
        <p:txBody>
          <a:bodyPr anchor="ctr">
            <a:noAutofit/>
          </a:bodyPr>
          <a:lstStyle>
            <a:lvl1pPr marL="0" indent="0" defTabSz="88900">
              <a:buNone/>
              <a:defRPr sz="1000" b="1" cap="all">
                <a:solidFill>
                  <a:schemeClr val="bg1"/>
                </a:solidFill>
              </a:defRPr>
            </a:lvl1pPr>
          </a:lstStyle>
          <a:p>
            <a:r>
              <a:rPr lang="de-DE" dirty="0"/>
              <a:t>Hier steht die Kapitelüberschrift</a:t>
            </a:r>
          </a:p>
        </p:txBody>
      </p:sp>
      <p:sp>
        <p:nvSpPr>
          <p:cNvPr id="10" name="Bildplatzhalter 9"/>
          <p:cNvSpPr>
            <a:spLocks noGrp="1"/>
          </p:cNvSpPr>
          <p:nvPr>
            <p:ph type="pic" sz="quarter" idx="17"/>
          </p:nvPr>
        </p:nvSpPr>
        <p:spPr>
          <a:xfrm>
            <a:off x="539749" y="3135331"/>
            <a:ext cx="7891463" cy="1276332"/>
          </a:xfrm>
        </p:spPr>
        <p:txBody>
          <a:bodyPr anchor="ctr">
            <a:normAutofit/>
          </a:bodyPr>
          <a:lstStyle>
            <a:lvl1pPr algn="ctr">
              <a:buNone/>
              <a:defRPr sz="1000"/>
            </a:lvl1pPr>
          </a:lstStyle>
          <a:p>
            <a:r>
              <a:rPr lang="de-DE"/>
              <a:t>Bild durch Klicken auf Symbol hinzufügen</a:t>
            </a:r>
            <a:endParaRPr lang="de-DE" dirty="0"/>
          </a:p>
        </p:txBody>
      </p:sp>
      <p:sp>
        <p:nvSpPr>
          <p:cNvPr id="9" name="Datumsplatzhalter 1">
            <a:extLst>
              <a:ext uri="{FF2B5EF4-FFF2-40B4-BE49-F238E27FC236}">
                <a16:creationId xmlns:a16="http://schemas.microsoft.com/office/drawing/2014/main" id="{2E49E2B0-FF64-C44C-A230-79E5B8649CE4}"/>
              </a:ext>
            </a:extLst>
          </p:cNvPr>
          <p:cNvSpPr>
            <a:spLocks noGrp="1"/>
          </p:cNvSpPr>
          <p:nvPr>
            <p:ph type="dt" sz="half" idx="2"/>
          </p:nvPr>
        </p:nvSpPr>
        <p:spPr>
          <a:xfrm>
            <a:off x="457199" y="4815059"/>
            <a:ext cx="1096297" cy="273844"/>
          </a:xfrm>
          <a:prstGeom prst="rect">
            <a:avLst/>
          </a:prstGeom>
        </p:spPr>
        <p:txBody>
          <a:bodyPr/>
          <a:lstStyle>
            <a:lvl1pPr>
              <a:defRPr sz="800">
                <a:solidFill>
                  <a:schemeClr val="accent4"/>
                </a:solidFill>
              </a:defRPr>
            </a:lvl1pPr>
          </a:lstStyle>
          <a:p>
            <a:r>
              <a:rPr lang="de-DE"/>
              <a:t>2025</a:t>
            </a:r>
            <a:endParaRPr lang="de-DE" dirty="0"/>
          </a:p>
        </p:txBody>
      </p:sp>
      <p:sp>
        <p:nvSpPr>
          <p:cNvPr id="11" name="Fußzeilenplatzhalter 6">
            <a:extLst>
              <a:ext uri="{FF2B5EF4-FFF2-40B4-BE49-F238E27FC236}">
                <a16:creationId xmlns:a16="http://schemas.microsoft.com/office/drawing/2014/main" id="{9BD1C12D-F130-7E48-9B86-9F0D0CB40F40}"/>
              </a:ext>
            </a:extLst>
          </p:cNvPr>
          <p:cNvSpPr>
            <a:spLocks noGrp="1"/>
          </p:cNvSpPr>
          <p:nvPr>
            <p:ph type="ftr" sz="quarter" idx="3"/>
          </p:nvPr>
        </p:nvSpPr>
        <p:spPr>
          <a:xfrm>
            <a:off x="1356851" y="4815059"/>
            <a:ext cx="6300685" cy="273844"/>
          </a:xfrm>
          <a:prstGeom prst="rect">
            <a:avLst/>
          </a:prstGeom>
        </p:spPr>
        <p:txBody>
          <a:bodyPr/>
          <a:lstStyle>
            <a:lvl1pPr>
              <a:defRPr sz="800">
                <a:solidFill>
                  <a:schemeClr val="accent4"/>
                </a:solidFill>
              </a:defRPr>
            </a:lvl1pPr>
          </a:lstStyle>
          <a:p>
            <a:r>
              <a:rPr lang="de-DE"/>
              <a:t>| HANA Tech Con </a:t>
            </a:r>
            <a:endParaRPr lang="de-DE"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Bild">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40000" y="720000"/>
            <a:ext cx="7891200" cy="820800"/>
          </a:xfrm>
        </p:spPr>
        <p:txBody>
          <a:bodyPr/>
          <a:lstStyle>
            <a:lvl1pPr>
              <a:defRPr baseline="0"/>
            </a:lvl1pPr>
          </a:lstStyle>
          <a:p>
            <a:r>
              <a:rPr lang="de-DE" dirty="0"/>
              <a:t>Hier steht der </a:t>
            </a:r>
            <a:br>
              <a:rPr lang="de-DE" dirty="0"/>
            </a:br>
            <a:r>
              <a:rPr lang="de-DE" dirty="0"/>
              <a:t>Titel der Folie</a:t>
            </a:r>
          </a:p>
        </p:txBody>
      </p:sp>
      <p:sp>
        <p:nvSpPr>
          <p:cNvPr id="3" name="Inhaltsplatzhalter 2"/>
          <p:cNvSpPr>
            <a:spLocks noGrp="1"/>
          </p:cNvSpPr>
          <p:nvPr>
            <p:ph idx="1"/>
          </p:nvPr>
        </p:nvSpPr>
        <p:spPr>
          <a:xfrm>
            <a:off x="536575" y="1707106"/>
            <a:ext cx="4500000" cy="2704558"/>
          </a:xfrm>
        </p:spPr>
        <p:txBody>
          <a:bodyPr/>
          <a:lstStyle/>
          <a:p>
            <a:pPr lvl="0"/>
            <a:r>
              <a:rPr lang="de-DE"/>
              <a:t>Textmasterformat bearbeiten</a:t>
            </a:r>
          </a:p>
          <a:p>
            <a:pPr lvl="1"/>
            <a:r>
              <a:rPr lang="de-DE"/>
              <a:t>Zweite Ebene</a:t>
            </a:r>
          </a:p>
          <a:p>
            <a:pPr lvl="2"/>
            <a:r>
              <a:rPr lang="de-DE"/>
              <a:t>Dritte Ebene</a:t>
            </a:r>
          </a:p>
        </p:txBody>
      </p:sp>
      <p:sp>
        <p:nvSpPr>
          <p:cNvPr id="6" name="Foliennummernplatzhalter 5"/>
          <p:cNvSpPr>
            <a:spLocks noGrp="1"/>
          </p:cNvSpPr>
          <p:nvPr>
            <p:ph type="sldNum" sz="quarter" idx="12"/>
          </p:nvPr>
        </p:nvSpPr>
        <p:spPr/>
        <p:txBody>
          <a:bodyPr/>
          <a:lstStyle/>
          <a:p>
            <a:fld id="{5AC41CD2-05BB-EC4B-81B5-CF15CC8F1F1A}" type="slidenum">
              <a:rPr lang="de-DE" smtClean="0"/>
              <a:pPr/>
              <a:t>‹Nr.›</a:t>
            </a:fld>
            <a:endParaRPr lang="de-DE"/>
          </a:p>
        </p:txBody>
      </p:sp>
      <p:sp>
        <p:nvSpPr>
          <p:cNvPr id="14" name="Textplatzhalter 13"/>
          <p:cNvSpPr>
            <a:spLocks noGrp="1"/>
          </p:cNvSpPr>
          <p:nvPr>
            <p:ph type="body" sz="quarter" idx="16" hasCustomPrompt="1"/>
          </p:nvPr>
        </p:nvSpPr>
        <p:spPr>
          <a:xfrm>
            <a:off x="540000" y="441803"/>
            <a:ext cx="2700000" cy="288000"/>
          </a:xfrm>
          <a:noFill/>
        </p:spPr>
        <p:txBody>
          <a:bodyPr anchor="ctr">
            <a:noAutofit/>
          </a:bodyPr>
          <a:lstStyle>
            <a:lvl1pPr marL="0" indent="0">
              <a:buNone/>
              <a:defRPr sz="1000" b="1" cap="all">
                <a:solidFill>
                  <a:schemeClr val="bg1"/>
                </a:solidFill>
              </a:defRPr>
            </a:lvl1pPr>
          </a:lstStyle>
          <a:p>
            <a:r>
              <a:rPr lang="de-DE" dirty="0"/>
              <a:t>Hier steht die Kapitelüberschrift</a:t>
            </a:r>
          </a:p>
        </p:txBody>
      </p:sp>
      <p:sp>
        <p:nvSpPr>
          <p:cNvPr id="10" name="Bildplatzhalter 9"/>
          <p:cNvSpPr>
            <a:spLocks noGrp="1"/>
          </p:cNvSpPr>
          <p:nvPr>
            <p:ph type="pic" sz="quarter" idx="17"/>
          </p:nvPr>
        </p:nvSpPr>
        <p:spPr>
          <a:xfrm>
            <a:off x="5184001" y="1707106"/>
            <a:ext cx="3959999" cy="2525169"/>
          </a:xfrm>
        </p:spPr>
        <p:txBody>
          <a:bodyPr anchor="ctr">
            <a:normAutofit/>
          </a:bodyPr>
          <a:lstStyle>
            <a:lvl1pPr algn="ctr">
              <a:buNone/>
              <a:defRPr sz="1000"/>
            </a:lvl1pPr>
          </a:lstStyle>
          <a:p>
            <a:r>
              <a:rPr lang="de-DE"/>
              <a:t>Bild durch Klicken auf Symbol hinzufügen</a:t>
            </a:r>
          </a:p>
        </p:txBody>
      </p:sp>
      <p:sp>
        <p:nvSpPr>
          <p:cNvPr id="13" name="Textplatzhalter 12"/>
          <p:cNvSpPr>
            <a:spLocks noGrp="1"/>
          </p:cNvSpPr>
          <p:nvPr>
            <p:ph type="body" sz="quarter" idx="18" hasCustomPrompt="1"/>
          </p:nvPr>
        </p:nvSpPr>
        <p:spPr>
          <a:xfrm>
            <a:off x="7534173" y="3632760"/>
            <a:ext cx="1609827" cy="288000"/>
          </a:xfrm>
          <a:solidFill>
            <a:schemeClr val="accent1"/>
          </a:solidFill>
        </p:spPr>
        <p:txBody>
          <a:bodyPr anchor="ctr">
            <a:noAutofit/>
          </a:bodyPr>
          <a:lstStyle>
            <a:lvl1pPr>
              <a:buFontTx/>
              <a:buNone/>
              <a:defRPr sz="1000">
                <a:solidFill>
                  <a:srgbClr val="FFFFFF"/>
                </a:solidFill>
              </a:defRPr>
            </a:lvl1pPr>
            <a:lvl2pPr>
              <a:buFontTx/>
              <a:buNone/>
              <a:defRPr sz="1000"/>
            </a:lvl2pPr>
            <a:lvl3pPr>
              <a:buFontTx/>
              <a:buNone/>
              <a:defRPr sz="1000"/>
            </a:lvl3pPr>
            <a:lvl4pPr>
              <a:buFontTx/>
              <a:buNone/>
              <a:defRPr sz="1000"/>
            </a:lvl4pPr>
            <a:lvl5pPr>
              <a:buFontTx/>
              <a:buNone/>
              <a:defRPr sz="1000"/>
            </a:lvl5pPr>
          </a:lstStyle>
          <a:p>
            <a:pPr lvl="0"/>
            <a:r>
              <a:rPr lang="de-DE" dirty="0"/>
              <a:t>Bildunterzeile</a:t>
            </a:r>
          </a:p>
        </p:txBody>
      </p:sp>
      <p:sp>
        <p:nvSpPr>
          <p:cNvPr id="11" name="Datumsplatzhalter 1">
            <a:extLst>
              <a:ext uri="{FF2B5EF4-FFF2-40B4-BE49-F238E27FC236}">
                <a16:creationId xmlns:a16="http://schemas.microsoft.com/office/drawing/2014/main" id="{2E49E2B0-FF64-C44C-A230-79E5B8649CE4}"/>
              </a:ext>
            </a:extLst>
          </p:cNvPr>
          <p:cNvSpPr>
            <a:spLocks noGrp="1"/>
          </p:cNvSpPr>
          <p:nvPr>
            <p:ph type="dt" sz="half" idx="2"/>
          </p:nvPr>
        </p:nvSpPr>
        <p:spPr>
          <a:xfrm>
            <a:off x="457199" y="4815059"/>
            <a:ext cx="1096297" cy="273844"/>
          </a:xfrm>
          <a:prstGeom prst="rect">
            <a:avLst/>
          </a:prstGeom>
        </p:spPr>
        <p:txBody>
          <a:bodyPr/>
          <a:lstStyle>
            <a:lvl1pPr>
              <a:defRPr sz="800">
                <a:solidFill>
                  <a:schemeClr val="accent4"/>
                </a:solidFill>
              </a:defRPr>
            </a:lvl1pPr>
          </a:lstStyle>
          <a:p>
            <a:r>
              <a:rPr lang="de-DE"/>
              <a:t>2025</a:t>
            </a:r>
            <a:endParaRPr lang="de-DE" dirty="0"/>
          </a:p>
        </p:txBody>
      </p:sp>
      <p:sp>
        <p:nvSpPr>
          <p:cNvPr id="12" name="Fußzeilenplatzhalter 6">
            <a:extLst>
              <a:ext uri="{FF2B5EF4-FFF2-40B4-BE49-F238E27FC236}">
                <a16:creationId xmlns:a16="http://schemas.microsoft.com/office/drawing/2014/main" id="{9BD1C12D-F130-7E48-9B86-9F0D0CB40F40}"/>
              </a:ext>
            </a:extLst>
          </p:cNvPr>
          <p:cNvSpPr>
            <a:spLocks noGrp="1"/>
          </p:cNvSpPr>
          <p:nvPr>
            <p:ph type="ftr" sz="quarter" idx="3"/>
          </p:nvPr>
        </p:nvSpPr>
        <p:spPr>
          <a:xfrm>
            <a:off x="1356851" y="4815059"/>
            <a:ext cx="6300685" cy="273844"/>
          </a:xfrm>
          <a:prstGeom prst="rect">
            <a:avLst/>
          </a:prstGeom>
        </p:spPr>
        <p:txBody>
          <a:bodyPr/>
          <a:lstStyle>
            <a:lvl1pPr>
              <a:defRPr sz="800">
                <a:solidFill>
                  <a:schemeClr val="accent4"/>
                </a:solidFill>
              </a:defRPr>
            </a:lvl1pPr>
          </a:lstStyle>
          <a:p>
            <a:r>
              <a:rPr lang="de-DE"/>
              <a:t>| HANA Tech Con </a:t>
            </a:r>
            <a:endParaRPr lang="de-DE"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Referen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40000" y="720000"/>
            <a:ext cx="7891200" cy="820800"/>
          </a:xfrm>
        </p:spPr>
        <p:txBody>
          <a:bodyPr/>
          <a:lstStyle>
            <a:lvl1pPr>
              <a:defRPr baseline="0"/>
            </a:lvl1pPr>
          </a:lstStyle>
          <a:p>
            <a:r>
              <a:rPr lang="de-DE" dirty="0"/>
              <a:t>Hier steht der </a:t>
            </a:r>
            <a:br>
              <a:rPr lang="de-DE" dirty="0"/>
            </a:br>
            <a:r>
              <a:rPr lang="de-DE" dirty="0"/>
              <a:t>Titel der Folie</a:t>
            </a:r>
          </a:p>
        </p:txBody>
      </p:sp>
      <p:sp>
        <p:nvSpPr>
          <p:cNvPr id="6" name="Foliennummernplatzhalter 5"/>
          <p:cNvSpPr>
            <a:spLocks noGrp="1"/>
          </p:cNvSpPr>
          <p:nvPr>
            <p:ph type="sldNum" sz="quarter" idx="12"/>
          </p:nvPr>
        </p:nvSpPr>
        <p:spPr/>
        <p:txBody>
          <a:bodyPr/>
          <a:lstStyle/>
          <a:p>
            <a:fld id="{5AC41CD2-05BB-EC4B-81B5-CF15CC8F1F1A}" type="slidenum">
              <a:rPr lang="de-DE" smtClean="0"/>
              <a:pPr/>
              <a:t>‹Nr.›</a:t>
            </a:fld>
            <a:endParaRPr lang="de-DE"/>
          </a:p>
        </p:txBody>
      </p:sp>
      <p:sp>
        <p:nvSpPr>
          <p:cNvPr id="14" name="Textplatzhalter 13"/>
          <p:cNvSpPr>
            <a:spLocks noGrp="1"/>
          </p:cNvSpPr>
          <p:nvPr>
            <p:ph type="body" sz="quarter" idx="16" hasCustomPrompt="1"/>
          </p:nvPr>
        </p:nvSpPr>
        <p:spPr>
          <a:xfrm>
            <a:off x="540000" y="441803"/>
            <a:ext cx="2700000" cy="288000"/>
          </a:xfrm>
          <a:noFill/>
        </p:spPr>
        <p:txBody>
          <a:bodyPr anchor="ctr">
            <a:noAutofit/>
          </a:bodyPr>
          <a:lstStyle>
            <a:lvl1pPr marL="0" indent="0">
              <a:buNone/>
              <a:defRPr sz="1000" b="1" cap="all">
                <a:solidFill>
                  <a:schemeClr val="bg1"/>
                </a:solidFill>
              </a:defRPr>
            </a:lvl1pPr>
          </a:lstStyle>
          <a:p>
            <a:r>
              <a:rPr lang="de-DE" dirty="0"/>
              <a:t>Hier steht die Kapitelüberschrift</a:t>
            </a:r>
          </a:p>
        </p:txBody>
      </p:sp>
      <p:sp>
        <p:nvSpPr>
          <p:cNvPr id="10" name="Bildplatzhalter 9"/>
          <p:cNvSpPr>
            <a:spLocks noGrp="1"/>
          </p:cNvSpPr>
          <p:nvPr>
            <p:ph type="pic" sz="quarter" idx="17" hasCustomPrompt="1"/>
          </p:nvPr>
        </p:nvSpPr>
        <p:spPr>
          <a:xfrm>
            <a:off x="4680000" y="2047500"/>
            <a:ext cx="2700000" cy="3096000"/>
          </a:xfrm>
        </p:spPr>
        <p:txBody>
          <a:bodyPr anchor="ctr">
            <a:normAutofit/>
          </a:bodyPr>
          <a:lstStyle>
            <a:lvl1pPr algn="ctr">
              <a:buNone/>
              <a:defRPr sz="1000"/>
            </a:lvl1pPr>
          </a:lstStyle>
          <a:p>
            <a:r>
              <a:rPr lang="de-DE" dirty="0"/>
              <a:t>Foto des Referent</a:t>
            </a:r>
          </a:p>
        </p:txBody>
      </p:sp>
      <p:sp>
        <p:nvSpPr>
          <p:cNvPr id="15" name="Textplatzhalter 14"/>
          <p:cNvSpPr>
            <a:spLocks noGrp="1"/>
          </p:cNvSpPr>
          <p:nvPr>
            <p:ph type="body" sz="quarter" idx="18"/>
          </p:nvPr>
        </p:nvSpPr>
        <p:spPr>
          <a:xfrm>
            <a:off x="539999" y="2424088"/>
            <a:ext cx="3884352" cy="1987576"/>
          </a:xfrm>
        </p:spPr>
        <p:txBody>
          <a:bodyPr>
            <a:normAutofit/>
          </a:bodyPr>
          <a:lstStyle>
            <a:lvl1pPr>
              <a:defRPr sz="1500"/>
            </a:lvl1pPr>
            <a:lvl2pPr>
              <a:defRPr sz="1500"/>
            </a:lvl2pPr>
            <a:lvl3pPr>
              <a:defRPr sz="1500"/>
            </a:lvl3pPr>
          </a:lstStyle>
          <a:p>
            <a:pPr lvl="0"/>
            <a:r>
              <a:rPr lang="de-DE"/>
              <a:t>Textmasterformat bearbeiten</a:t>
            </a:r>
          </a:p>
          <a:p>
            <a:pPr lvl="1"/>
            <a:r>
              <a:rPr lang="de-DE"/>
              <a:t>Zweite Ebene</a:t>
            </a:r>
          </a:p>
          <a:p>
            <a:pPr lvl="2"/>
            <a:r>
              <a:rPr lang="de-DE"/>
              <a:t>Dritte Ebene</a:t>
            </a:r>
          </a:p>
        </p:txBody>
      </p:sp>
      <p:sp>
        <p:nvSpPr>
          <p:cNvPr id="17" name="Textplatzhalter 16"/>
          <p:cNvSpPr>
            <a:spLocks noGrp="1"/>
          </p:cNvSpPr>
          <p:nvPr>
            <p:ph type="body" sz="quarter" idx="19" hasCustomPrompt="1"/>
          </p:nvPr>
        </p:nvSpPr>
        <p:spPr>
          <a:xfrm>
            <a:off x="539999" y="1707105"/>
            <a:ext cx="3884352" cy="264675"/>
          </a:xfrm>
        </p:spPr>
        <p:txBody>
          <a:bodyPr anchor="t">
            <a:normAutofit/>
          </a:bodyPr>
          <a:lstStyle>
            <a:lvl1pPr marL="0" indent="0" algn="l">
              <a:buNone/>
              <a:defRPr sz="1500" b="1" i="1">
                <a:solidFill>
                  <a:srgbClr val="61A423"/>
                </a:solidFill>
              </a:defRPr>
            </a:lvl1pPr>
            <a:lvl2pPr marL="0" indent="0">
              <a:buNone/>
              <a:defRPr/>
            </a:lvl2pPr>
            <a:lvl3pPr marL="0" indent="0">
              <a:buNone/>
              <a:defRPr/>
            </a:lvl3pPr>
            <a:lvl4pPr marL="0" indent="0">
              <a:buNone/>
              <a:defRPr/>
            </a:lvl4pPr>
            <a:lvl5pPr marL="0" indent="0">
              <a:buNone/>
              <a:defRPr/>
            </a:lvl5pPr>
          </a:lstStyle>
          <a:p>
            <a:pPr lvl="0"/>
            <a:r>
              <a:rPr lang="de-DE" dirty="0"/>
              <a:t>Max Mustermann</a:t>
            </a:r>
          </a:p>
        </p:txBody>
      </p:sp>
      <p:sp>
        <p:nvSpPr>
          <p:cNvPr id="18" name="Textplatzhalter 16"/>
          <p:cNvSpPr>
            <a:spLocks noGrp="1"/>
          </p:cNvSpPr>
          <p:nvPr>
            <p:ph type="body" sz="quarter" idx="20" hasCustomPrompt="1"/>
          </p:nvPr>
        </p:nvSpPr>
        <p:spPr>
          <a:xfrm>
            <a:off x="539999" y="1971780"/>
            <a:ext cx="3884352" cy="300675"/>
          </a:xfrm>
        </p:spPr>
        <p:txBody>
          <a:bodyPr anchor="t">
            <a:normAutofit/>
          </a:bodyPr>
          <a:lstStyle>
            <a:lvl1pPr marL="0" indent="0" algn="l">
              <a:buNone/>
              <a:defRPr sz="1500" b="0" i="1">
                <a:solidFill>
                  <a:srgbClr val="61A423"/>
                </a:solidFill>
              </a:defRPr>
            </a:lvl1pPr>
            <a:lvl2pPr marL="0" indent="0">
              <a:buNone/>
              <a:defRPr/>
            </a:lvl2pPr>
            <a:lvl3pPr marL="0" indent="0">
              <a:buNone/>
              <a:defRPr/>
            </a:lvl3pPr>
            <a:lvl4pPr marL="0" indent="0">
              <a:buNone/>
              <a:defRPr/>
            </a:lvl4pPr>
            <a:lvl5pPr marL="0" indent="0">
              <a:buNone/>
              <a:defRPr/>
            </a:lvl5pPr>
          </a:lstStyle>
          <a:p>
            <a:pPr lvl="0"/>
            <a:r>
              <a:rPr lang="de-DE" dirty="0"/>
              <a:t>Funktion</a:t>
            </a:r>
          </a:p>
        </p:txBody>
      </p:sp>
      <p:sp>
        <p:nvSpPr>
          <p:cNvPr id="11" name="Datumsplatzhalter 1">
            <a:extLst>
              <a:ext uri="{FF2B5EF4-FFF2-40B4-BE49-F238E27FC236}">
                <a16:creationId xmlns:a16="http://schemas.microsoft.com/office/drawing/2014/main" id="{2E49E2B0-FF64-C44C-A230-79E5B8649CE4}"/>
              </a:ext>
            </a:extLst>
          </p:cNvPr>
          <p:cNvSpPr>
            <a:spLocks noGrp="1"/>
          </p:cNvSpPr>
          <p:nvPr>
            <p:ph type="dt" sz="half" idx="2"/>
          </p:nvPr>
        </p:nvSpPr>
        <p:spPr>
          <a:xfrm>
            <a:off x="457199" y="4815059"/>
            <a:ext cx="1096297" cy="273844"/>
          </a:xfrm>
          <a:prstGeom prst="rect">
            <a:avLst/>
          </a:prstGeom>
        </p:spPr>
        <p:txBody>
          <a:bodyPr/>
          <a:lstStyle>
            <a:lvl1pPr>
              <a:defRPr sz="800">
                <a:solidFill>
                  <a:schemeClr val="accent4"/>
                </a:solidFill>
              </a:defRPr>
            </a:lvl1pPr>
          </a:lstStyle>
          <a:p>
            <a:r>
              <a:rPr lang="de-DE"/>
              <a:t>2025</a:t>
            </a:r>
            <a:endParaRPr lang="de-DE" dirty="0"/>
          </a:p>
        </p:txBody>
      </p:sp>
      <p:sp>
        <p:nvSpPr>
          <p:cNvPr id="12" name="Fußzeilenplatzhalter 6">
            <a:extLst>
              <a:ext uri="{FF2B5EF4-FFF2-40B4-BE49-F238E27FC236}">
                <a16:creationId xmlns:a16="http://schemas.microsoft.com/office/drawing/2014/main" id="{9BD1C12D-F130-7E48-9B86-9F0D0CB40F40}"/>
              </a:ext>
            </a:extLst>
          </p:cNvPr>
          <p:cNvSpPr>
            <a:spLocks noGrp="1"/>
          </p:cNvSpPr>
          <p:nvPr>
            <p:ph type="ftr" sz="quarter" idx="3"/>
          </p:nvPr>
        </p:nvSpPr>
        <p:spPr>
          <a:xfrm>
            <a:off x="1356851" y="4815059"/>
            <a:ext cx="6300685" cy="273844"/>
          </a:xfrm>
          <a:prstGeom prst="rect">
            <a:avLst/>
          </a:prstGeom>
        </p:spPr>
        <p:txBody>
          <a:bodyPr/>
          <a:lstStyle>
            <a:lvl1pPr>
              <a:defRPr sz="800">
                <a:solidFill>
                  <a:schemeClr val="accent4"/>
                </a:solidFill>
              </a:defRPr>
            </a:lvl1pPr>
          </a:lstStyle>
          <a:p>
            <a:r>
              <a:rPr lang="de-DE"/>
              <a:t>| HANA Tech Con </a:t>
            </a:r>
            <a:endParaRPr lang="de-DE"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ohne Text">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fld id="{5AC41CD2-05BB-EC4B-81B5-CF15CC8F1F1A}" type="slidenum">
              <a:rPr lang="de-DE" smtClean="0"/>
              <a:pPr/>
              <a:t>‹Nr.›</a:t>
            </a:fld>
            <a:endParaRPr lang="de-DE"/>
          </a:p>
        </p:txBody>
      </p:sp>
      <p:sp>
        <p:nvSpPr>
          <p:cNvPr id="7" name="Titel 6"/>
          <p:cNvSpPr>
            <a:spLocks noGrp="1"/>
          </p:cNvSpPr>
          <p:nvPr>
            <p:ph type="title" hasCustomPrompt="1"/>
          </p:nvPr>
        </p:nvSpPr>
        <p:spPr/>
        <p:txBody>
          <a:bodyPr/>
          <a:lstStyle/>
          <a:p>
            <a:r>
              <a:rPr lang="de-DE" dirty="0"/>
              <a:t>Hier steht der </a:t>
            </a:r>
            <a:br>
              <a:rPr lang="de-DE" dirty="0"/>
            </a:br>
            <a:r>
              <a:rPr lang="de-DE" dirty="0"/>
              <a:t>Titel der Folie</a:t>
            </a:r>
          </a:p>
        </p:txBody>
      </p:sp>
      <p:sp>
        <p:nvSpPr>
          <p:cNvPr id="8" name="Textplatzhalter 13"/>
          <p:cNvSpPr>
            <a:spLocks noGrp="1"/>
          </p:cNvSpPr>
          <p:nvPr>
            <p:ph type="body" sz="quarter" idx="16" hasCustomPrompt="1"/>
          </p:nvPr>
        </p:nvSpPr>
        <p:spPr>
          <a:xfrm>
            <a:off x="540000" y="441803"/>
            <a:ext cx="2700000" cy="288000"/>
          </a:xfrm>
          <a:noFill/>
        </p:spPr>
        <p:txBody>
          <a:bodyPr anchor="ctr">
            <a:noAutofit/>
          </a:bodyPr>
          <a:lstStyle>
            <a:lvl1pPr marL="0" indent="0">
              <a:buNone/>
              <a:defRPr sz="1000" b="1" cap="all">
                <a:solidFill>
                  <a:schemeClr val="bg1"/>
                </a:solidFill>
              </a:defRPr>
            </a:lvl1pPr>
          </a:lstStyle>
          <a:p>
            <a:r>
              <a:rPr lang="de-DE" dirty="0"/>
              <a:t>Hier steht die Kapitelüberschrift</a:t>
            </a:r>
          </a:p>
        </p:txBody>
      </p:sp>
      <p:sp>
        <p:nvSpPr>
          <p:cNvPr id="9" name="Datumsplatzhalter 1">
            <a:extLst>
              <a:ext uri="{FF2B5EF4-FFF2-40B4-BE49-F238E27FC236}">
                <a16:creationId xmlns:a16="http://schemas.microsoft.com/office/drawing/2014/main" id="{2E49E2B0-FF64-C44C-A230-79E5B8649CE4}"/>
              </a:ext>
            </a:extLst>
          </p:cNvPr>
          <p:cNvSpPr>
            <a:spLocks noGrp="1"/>
          </p:cNvSpPr>
          <p:nvPr>
            <p:ph type="dt" sz="half" idx="2"/>
          </p:nvPr>
        </p:nvSpPr>
        <p:spPr>
          <a:xfrm>
            <a:off x="457199" y="4815059"/>
            <a:ext cx="1096297" cy="273844"/>
          </a:xfrm>
          <a:prstGeom prst="rect">
            <a:avLst/>
          </a:prstGeom>
        </p:spPr>
        <p:txBody>
          <a:bodyPr/>
          <a:lstStyle>
            <a:lvl1pPr>
              <a:defRPr sz="800">
                <a:solidFill>
                  <a:schemeClr val="accent4"/>
                </a:solidFill>
              </a:defRPr>
            </a:lvl1pPr>
          </a:lstStyle>
          <a:p>
            <a:r>
              <a:rPr lang="de-DE"/>
              <a:t>2025</a:t>
            </a:r>
            <a:endParaRPr lang="de-DE" dirty="0"/>
          </a:p>
        </p:txBody>
      </p:sp>
      <p:sp>
        <p:nvSpPr>
          <p:cNvPr id="10" name="Fußzeilenplatzhalter 6">
            <a:extLst>
              <a:ext uri="{FF2B5EF4-FFF2-40B4-BE49-F238E27FC236}">
                <a16:creationId xmlns:a16="http://schemas.microsoft.com/office/drawing/2014/main" id="{9BD1C12D-F130-7E48-9B86-9F0D0CB40F40}"/>
              </a:ext>
            </a:extLst>
          </p:cNvPr>
          <p:cNvSpPr>
            <a:spLocks noGrp="1"/>
          </p:cNvSpPr>
          <p:nvPr>
            <p:ph type="ftr" sz="quarter" idx="3"/>
          </p:nvPr>
        </p:nvSpPr>
        <p:spPr>
          <a:xfrm>
            <a:off x="1356851" y="4815059"/>
            <a:ext cx="6300685" cy="273844"/>
          </a:xfrm>
          <a:prstGeom prst="rect">
            <a:avLst/>
          </a:prstGeom>
        </p:spPr>
        <p:txBody>
          <a:bodyPr/>
          <a:lstStyle>
            <a:lvl1pPr>
              <a:defRPr sz="800">
                <a:solidFill>
                  <a:schemeClr val="accent4"/>
                </a:solidFill>
              </a:defRPr>
            </a:lvl1pPr>
          </a:lstStyle>
          <a:p>
            <a:r>
              <a:rPr lang="de-DE"/>
              <a:t>| HANA Tech Con </a:t>
            </a:r>
            <a:endParaRPr lang="de-DE"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nde">
    <p:spTree>
      <p:nvGrpSpPr>
        <p:cNvPr id="1" name=""/>
        <p:cNvGrpSpPr/>
        <p:nvPr/>
      </p:nvGrpSpPr>
      <p:grpSpPr>
        <a:xfrm>
          <a:off x="0" y="0"/>
          <a:ext cx="0" cy="0"/>
          <a:chOff x="0" y="0"/>
          <a:chExt cx="0" cy="0"/>
        </a:xfrm>
      </p:grpSpPr>
      <p:pic>
        <p:nvPicPr>
          <p:cNvPr id="7" name="Bild 6" descr="PPT_Ende.jpg"/>
          <p:cNvPicPr>
            <a:picLocks noChangeAspect="1"/>
          </p:cNvPicPr>
          <p:nvPr userDrawn="1"/>
        </p:nvPicPr>
        <p:blipFill>
          <a:blip r:embed="rId2"/>
          <a:stretch>
            <a:fillRect/>
          </a:stretch>
        </p:blipFill>
        <p:spPr>
          <a:xfrm>
            <a:off x="0" y="0"/>
            <a:ext cx="9140825" cy="5143500"/>
          </a:xfrm>
          <a:prstGeom prst="rect">
            <a:avLst/>
          </a:prstGeom>
        </p:spPr>
      </p:pic>
      <p:sp>
        <p:nvSpPr>
          <p:cNvPr id="6" name="Titel 1"/>
          <p:cNvSpPr txBox="1">
            <a:spLocks/>
          </p:cNvSpPr>
          <p:nvPr userDrawn="1"/>
        </p:nvSpPr>
        <p:spPr>
          <a:xfrm>
            <a:off x="2" y="796925"/>
            <a:ext cx="5544000" cy="612000"/>
          </a:xfrm>
          <a:prstGeom prst="rect">
            <a:avLst/>
          </a:prstGeom>
          <a:solidFill>
            <a:schemeClr val="accent1"/>
          </a:solidFill>
        </p:spPr>
        <p:txBody>
          <a:bodyPr vert="horz" wrap="none" lIns="91440" tIns="45720" rIns="91440" bIns="45720" rtlCol="0" anchor="ctr">
            <a:noAutofit/>
          </a:bodyPr>
          <a:lstStyle>
            <a:lvl1pPr marL="450850" indent="0">
              <a:defRPr sz="3200" i="1">
                <a:solidFill>
                  <a:schemeClr val="bg1"/>
                </a:solidFill>
              </a:defRPr>
            </a:lvl1pPr>
          </a:lstStyle>
          <a:p>
            <a:pPr marL="450850" marR="0" lvl="0" indent="0" algn="l" defTabSz="457200" rtl="0" eaLnBrk="1" fontAlgn="auto" latinLnBrk="0" hangingPunct="1">
              <a:lnSpc>
                <a:spcPct val="100000"/>
              </a:lnSpc>
              <a:spcBef>
                <a:spcPct val="0"/>
              </a:spcBef>
              <a:spcAft>
                <a:spcPts val="0"/>
              </a:spcAft>
              <a:buClrTx/>
              <a:buSzTx/>
              <a:buFontTx/>
              <a:buNone/>
              <a:tabLst/>
              <a:defRPr/>
            </a:pPr>
            <a:r>
              <a:rPr kumimoji="0" lang="de-DE" sz="3200" b="1" i="1" u="none" strike="noStrike" kern="1200" cap="all" spc="0" normalizeH="0" baseline="0" noProof="0" dirty="0">
                <a:ln>
                  <a:noFill/>
                </a:ln>
                <a:solidFill>
                  <a:schemeClr val="bg1"/>
                </a:solidFill>
                <a:effectLst/>
                <a:uLnTx/>
                <a:uFillTx/>
                <a:latin typeface="Arial"/>
                <a:ea typeface="+mj-ea"/>
                <a:cs typeface="Arial"/>
              </a:rPr>
              <a:t>Vielen Dank für Ihre</a:t>
            </a:r>
          </a:p>
        </p:txBody>
      </p:sp>
      <p:sp>
        <p:nvSpPr>
          <p:cNvPr id="10" name="Titel 1"/>
          <p:cNvSpPr txBox="1">
            <a:spLocks/>
          </p:cNvSpPr>
          <p:nvPr userDrawn="1"/>
        </p:nvSpPr>
        <p:spPr>
          <a:xfrm>
            <a:off x="5" y="1452975"/>
            <a:ext cx="4608000" cy="612000"/>
          </a:xfrm>
          <a:prstGeom prst="rect">
            <a:avLst/>
          </a:prstGeom>
          <a:solidFill>
            <a:schemeClr val="accent1"/>
          </a:solidFill>
        </p:spPr>
        <p:txBody>
          <a:bodyPr vert="horz" wrap="none" lIns="91440" tIns="45720" rIns="91440" bIns="45720" rtlCol="0" anchor="ctr">
            <a:noAutofit/>
          </a:bodyPr>
          <a:lstStyle>
            <a:lvl1pPr marL="450850" indent="0">
              <a:defRPr sz="3200" i="1">
                <a:solidFill>
                  <a:schemeClr val="bg1"/>
                </a:solidFill>
              </a:defRPr>
            </a:lvl1pPr>
          </a:lstStyle>
          <a:p>
            <a:pPr marL="450850" marR="0" lvl="0" indent="0" algn="l" defTabSz="457200" rtl="0" eaLnBrk="1" fontAlgn="auto" latinLnBrk="0" hangingPunct="1">
              <a:lnSpc>
                <a:spcPct val="100000"/>
              </a:lnSpc>
              <a:spcBef>
                <a:spcPct val="0"/>
              </a:spcBef>
              <a:spcAft>
                <a:spcPts val="0"/>
              </a:spcAft>
              <a:buClrTx/>
              <a:buSzTx/>
              <a:buFontTx/>
              <a:buNone/>
              <a:tabLst/>
              <a:defRPr/>
            </a:pPr>
            <a:r>
              <a:rPr kumimoji="0" lang="de-DE" sz="3200" b="1" i="1" u="none" strike="noStrike" kern="1200" cap="all" spc="0" normalizeH="0" baseline="0" noProof="0" dirty="0">
                <a:ln>
                  <a:noFill/>
                </a:ln>
                <a:solidFill>
                  <a:schemeClr val="bg1"/>
                </a:solidFill>
                <a:effectLst/>
                <a:uLnTx/>
                <a:uFillTx/>
                <a:latin typeface="Arial"/>
                <a:ea typeface="+mj-ea"/>
                <a:cs typeface="Arial"/>
              </a:rPr>
              <a:t>Aufmerksamkeit</a:t>
            </a:r>
          </a:p>
        </p:txBody>
      </p:sp>
      <p:pic>
        <p:nvPicPr>
          <p:cNvPr id="8" name="Bild 7" descr="PPT_Logo.png"/>
          <p:cNvPicPr>
            <a:picLocks noChangeAspect="1"/>
          </p:cNvPicPr>
          <p:nvPr userDrawn="1"/>
        </p:nvPicPr>
        <p:blipFill>
          <a:blip r:embed="rId3"/>
          <a:stretch>
            <a:fillRect/>
          </a:stretch>
        </p:blipFill>
        <p:spPr>
          <a:xfrm>
            <a:off x="7809665" y="4512478"/>
            <a:ext cx="936625" cy="511175"/>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3_Kapitel">
    <p:spTree>
      <p:nvGrpSpPr>
        <p:cNvPr id="1" name=""/>
        <p:cNvGrpSpPr/>
        <p:nvPr/>
      </p:nvGrpSpPr>
      <p:grpSpPr>
        <a:xfrm>
          <a:off x="0" y="0"/>
          <a:ext cx="0" cy="0"/>
          <a:chOff x="0" y="0"/>
          <a:chExt cx="0" cy="0"/>
        </a:xfrm>
      </p:grpSpPr>
      <p:pic>
        <p:nvPicPr>
          <p:cNvPr id="9" name="Bild 8" descr="PPT_Kapitel_4-3.jpg"/>
          <p:cNvPicPr>
            <a:picLocks noChangeAspect="1"/>
          </p:cNvPicPr>
          <p:nvPr userDrawn="1"/>
        </p:nvPicPr>
        <p:blipFill>
          <a:blip r:embed="rId2"/>
          <a:stretch>
            <a:fillRect/>
          </a:stretch>
        </p:blipFill>
        <p:spPr>
          <a:xfrm>
            <a:off x="0" y="0"/>
            <a:ext cx="9144000" cy="5143500"/>
          </a:xfrm>
          <a:prstGeom prst="rect">
            <a:avLst/>
          </a:prstGeom>
        </p:spPr>
      </p:pic>
      <p:sp>
        <p:nvSpPr>
          <p:cNvPr id="2" name="Titel 1"/>
          <p:cNvSpPr>
            <a:spLocks noGrp="1"/>
          </p:cNvSpPr>
          <p:nvPr>
            <p:ph type="ctrTitle" hasCustomPrompt="1"/>
          </p:nvPr>
        </p:nvSpPr>
        <p:spPr>
          <a:xfrm>
            <a:off x="-1" y="2409056"/>
            <a:ext cx="8691665" cy="459000"/>
          </a:xfrm>
          <a:solidFill>
            <a:schemeClr val="accent1"/>
          </a:solidFill>
        </p:spPr>
        <p:txBody>
          <a:bodyPr wrap="square" anchor="ctr">
            <a:normAutofit/>
          </a:bodyPr>
          <a:lstStyle>
            <a:lvl1pPr marL="338138" indent="0">
              <a:defRPr sz="2400" i="1" baseline="0">
                <a:solidFill>
                  <a:schemeClr val="bg1"/>
                </a:solidFill>
              </a:defRPr>
            </a:lvl1pPr>
          </a:lstStyle>
          <a:p>
            <a:r>
              <a:rPr lang="de-DE" dirty="0"/>
              <a:t>Hier steht die Kapitelüberschrift</a:t>
            </a:r>
          </a:p>
        </p:txBody>
      </p:sp>
      <p:sp>
        <p:nvSpPr>
          <p:cNvPr id="3" name="Untertitel 2"/>
          <p:cNvSpPr>
            <a:spLocks noGrp="1"/>
          </p:cNvSpPr>
          <p:nvPr>
            <p:ph type="subTitle" idx="1" hasCustomPrompt="1"/>
          </p:nvPr>
        </p:nvSpPr>
        <p:spPr>
          <a:xfrm>
            <a:off x="5" y="2142954"/>
            <a:ext cx="3464749" cy="216000"/>
          </a:xfrm>
          <a:solidFill>
            <a:schemeClr val="tx1"/>
          </a:solidFill>
        </p:spPr>
        <p:txBody>
          <a:bodyPr wrap="none" anchor="ctr">
            <a:normAutofit/>
          </a:bodyPr>
          <a:lstStyle>
            <a:lvl1pPr marL="338138" indent="0" algn="l">
              <a:buNone/>
              <a:defRPr sz="750" b="1" i="1" cap="all">
                <a:solidFill>
                  <a:srgbClr val="FFFFFF"/>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de-DE" dirty="0"/>
              <a:t>Hier steht der Titel der Präsentation</a:t>
            </a:r>
          </a:p>
        </p:txBody>
      </p:sp>
      <p:sp>
        <p:nvSpPr>
          <p:cNvPr id="11" name="Textplatzhalter 10"/>
          <p:cNvSpPr>
            <a:spLocks noGrp="1"/>
          </p:cNvSpPr>
          <p:nvPr>
            <p:ph type="body" sz="quarter" idx="13" hasCustomPrompt="1"/>
          </p:nvPr>
        </p:nvSpPr>
        <p:spPr>
          <a:xfrm>
            <a:off x="0" y="2918157"/>
            <a:ext cx="4828422" cy="459000"/>
          </a:xfrm>
          <a:solidFill>
            <a:srgbClr val="61A423"/>
          </a:solidFill>
        </p:spPr>
        <p:txBody>
          <a:bodyPr wrap="square" anchor="ctr">
            <a:normAutofit/>
          </a:bodyPr>
          <a:lstStyle>
            <a:lvl1pPr marL="338138" indent="0" algn="l" defTabSz="342900" rtl="0" eaLnBrk="1" latinLnBrk="0" hangingPunct="1">
              <a:spcBef>
                <a:spcPct val="0"/>
              </a:spcBef>
              <a:buNone/>
              <a:defRPr lang="de-DE" sz="2400" b="1" i="1" kern="1200" cap="all" baseline="0" dirty="0" smtClean="0">
                <a:solidFill>
                  <a:schemeClr val="bg1"/>
                </a:solidFill>
                <a:latin typeface="Arial"/>
                <a:ea typeface="+mj-ea"/>
                <a:cs typeface="Arial"/>
              </a:defRPr>
            </a:lvl1pPr>
            <a:lvl2pPr marL="338138" indent="0" algn="l" defTabSz="342900" rtl="0" eaLnBrk="1" latinLnBrk="0" hangingPunct="1">
              <a:spcBef>
                <a:spcPct val="0"/>
              </a:spcBef>
              <a:buNone/>
              <a:defRPr lang="de-DE" sz="2250" b="1" i="1" kern="1200" cap="all" baseline="0" dirty="0" smtClean="0">
                <a:solidFill>
                  <a:schemeClr val="bg1"/>
                </a:solidFill>
                <a:latin typeface="Arial"/>
                <a:ea typeface="+mj-ea"/>
                <a:cs typeface="Arial"/>
              </a:defRPr>
            </a:lvl2pPr>
            <a:lvl3pPr marL="338138" indent="0" algn="l" defTabSz="342900" rtl="0" eaLnBrk="1" latinLnBrk="0" hangingPunct="1">
              <a:spcBef>
                <a:spcPct val="0"/>
              </a:spcBef>
              <a:buNone/>
              <a:defRPr lang="de-DE" sz="2250" b="1" i="1" kern="1200" cap="all" baseline="0" dirty="0" smtClean="0">
                <a:solidFill>
                  <a:schemeClr val="bg1"/>
                </a:solidFill>
                <a:latin typeface="Arial"/>
                <a:ea typeface="+mj-ea"/>
                <a:cs typeface="Arial"/>
              </a:defRPr>
            </a:lvl3pPr>
            <a:lvl4pPr marL="338138" indent="0" algn="l" defTabSz="342900" rtl="0" eaLnBrk="1" latinLnBrk="0" hangingPunct="1">
              <a:spcBef>
                <a:spcPct val="0"/>
              </a:spcBef>
              <a:buNone/>
              <a:defRPr lang="de-DE" sz="2250" b="1" i="1" kern="1200" cap="all" baseline="0" dirty="0" smtClean="0">
                <a:solidFill>
                  <a:schemeClr val="bg1"/>
                </a:solidFill>
                <a:latin typeface="Arial"/>
                <a:ea typeface="+mj-ea"/>
                <a:cs typeface="Arial"/>
              </a:defRPr>
            </a:lvl4pPr>
            <a:lvl5pPr marL="338138" indent="0" algn="l" defTabSz="342900" rtl="0" eaLnBrk="1" latinLnBrk="0" hangingPunct="1">
              <a:spcBef>
                <a:spcPct val="0"/>
              </a:spcBef>
              <a:buNone/>
              <a:defRPr lang="de-DE" sz="2250" b="1" i="1" kern="1200" cap="all" baseline="0" dirty="0" smtClean="0">
                <a:solidFill>
                  <a:schemeClr val="bg1"/>
                </a:solidFill>
                <a:latin typeface="Arial"/>
                <a:ea typeface="+mj-ea"/>
                <a:cs typeface="Arial"/>
              </a:defRPr>
            </a:lvl5pPr>
          </a:lstStyle>
          <a:p>
            <a:pPr lvl="0"/>
            <a:r>
              <a:rPr lang="de-DE" dirty="0"/>
              <a:t>Der Präsentation</a:t>
            </a:r>
          </a:p>
        </p:txBody>
      </p:sp>
      <p:pic>
        <p:nvPicPr>
          <p:cNvPr id="17" name="Bild 16" descr="PPT_Logo.png"/>
          <p:cNvPicPr>
            <a:picLocks/>
          </p:cNvPicPr>
          <p:nvPr userDrawn="1"/>
        </p:nvPicPr>
        <p:blipFill>
          <a:blip r:embed="rId3"/>
          <a:stretch>
            <a:fillRect/>
          </a:stretch>
        </p:blipFill>
        <p:spPr>
          <a:xfrm>
            <a:off x="7809669" y="4678863"/>
            <a:ext cx="936625" cy="384048"/>
          </a:xfrm>
          <a:prstGeom prst="rect">
            <a:avLst/>
          </a:prstGeom>
        </p:spPr>
      </p:pic>
    </p:spTree>
    <p:extLst>
      <p:ext uri="{BB962C8B-B14F-4D97-AF65-F5344CB8AC3E}">
        <p14:creationId xmlns:p14="http://schemas.microsoft.com/office/powerpoint/2010/main" val="30569164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Content">
    <p:spTree>
      <p:nvGrpSpPr>
        <p:cNvPr id="1" name=""/>
        <p:cNvGrpSpPr/>
        <p:nvPr/>
      </p:nvGrpSpPr>
      <p:grpSpPr>
        <a:xfrm>
          <a:off x="0" y="0"/>
          <a:ext cx="0" cy="0"/>
          <a:chOff x="0" y="0"/>
          <a:chExt cx="0" cy="0"/>
        </a:xfrm>
      </p:grpSpPr>
      <p:sp>
        <p:nvSpPr>
          <p:cNvPr id="3" name="Inhaltsplatzhalter 2"/>
          <p:cNvSpPr>
            <a:spLocks noGrp="1"/>
          </p:cNvSpPr>
          <p:nvPr>
            <p:ph idx="1"/>
          </p:nvPr>
        </p:nvSpPr>
        <p:spPr>
          <a:xfrm>
            <a:off x="536575" y="1707106"/>
            <a:ext cx="3942398" cy="2704558"/>
          </a:xfrm>
        </p:spPr>
        <p:txBody>
          <a:bodyPr numCol="1"/>
          <a:lstStyle/>
          <a:p>
            <a:pPr lvl="0"/>
            <a:r>
              <a:rPr lang="de-DE"/>
              <a:t>Mastertextformat bearbeiten</a:t>
            </a:r>
          </a:p>
          <a:p>
            <a:pPr lvl="1"/>
            <a:r>
              <a:rPr lang="de-DE"/>
              <a:t>Zweite Ebene</a:t>
            </a:r>
          </a:p>
          <a:p>
            <a:pPr lvl="2"/>
            <a:r>
              <a:rPr lang="de-DE"/>
              <a:t>Dritte Ebene</a:t>
            </a:r>
          </a:p>
        </p:txBody>
      </p:sp>
      <p:sp>
        <p:nvSpPr>
          <p:cNvPr id="6" name="Foliennummernplatzhalter 5"/>
          <p:cNvSpPr>
            <a:spLocks noGrp="1"/>
          </p:cNvSpPr>
          <p:nvPr>
            <p:ph type="sldNum" sz="quarter" idx="12"/>
          </p:nvPr>
        </p:nvSpPr>
        <p:spPr/>
        <p:txBody>
          <a:bodyPr/>
          <a:lstStyle/>
          <a:p>
            <a:fld id="{5AC41CD2-05BB-EC4B-81B5-CF15CC8F1F1A}" type="slidenum">
              <a:rPr lang="de-DE" smtClean="0"/>
              <a:pPr/>
              <a:t>‹Nr.›</a:t>
            </a:fld>
            <a:endParaRPr lang="de-DE" dirty="0"/>
          </a:p>
        </p:txBody>
      </p:sp>
      <p:sp>
        <p:nvSpPr>
          <p:cNvPr id="11" name="Bildplatzhalter 9"/>
          <p:cNvSpPr>
            <a:spLocks noGrp="1"/>
          </p:cNvSpPr>
          <p:nvPr>
            <p:ph type="pic" sz="quarter" idx="14" hasCustomPrompt="1"/>
          </p:nvPr>
        </p:nvSpPr>
        <p:spPr>
          <a:xfrm>
            <a:off x="7824547" y="441803"/>
            <a:ext cx="921742" cy="504000"/>
          </a:xfrm>
        </p:spPr>
        <p:txBody>
          <a:bodyPr anchor="ctr">
            <a:normAutofit/>
          </a:bodyPr>
          <a:lstStyle>
            <a:lvl1pPr algn="ctr">
              <a:buNone/>
              <a:defRPr sz="1000"/>
            </a:lvl1pPr>
          </a:lstStyle>
          <a:p>
            <a:r>
              <a:rPr lang="de-DE" dirty="0"/>
              <a:t>Kundenlogo</a:t>
            </a:r>
          </a:p>
        </p:txBody>
      </p:sp>
      <p:sp>
        <p:nvSpPr>
          <p:cNvPr id="14" name="Textplatzhalter 13"/>
          <p:cNvSpPr>
            <a:spLocks noGrp="1"/>
          </p:cNvSpPr>
          <p:nvPr>
            <p:ph type="body" sz="quarter" idx="16" hasCustomPrompt="1"/>
          </p:nvPr>
        </p:nvSpPr>
        <p:spPr>
          <a:xfrm>
            <a:off x="539999" y="441803"/>
            <a:ext cx="2700000" cy="288000"/>
          </a:xfrm>
          <a:noFill/>
        </p:spPr>
        <p:txBody>
          <a:bodyPr anchor="ctr">
            <a:noAutofit/>
          </a:bodyPr>
          <a:lstStyle>
            <a:lvl1pPr marL="0" indent="0">
              <a:buNone/>
              <a:defRPr sz="1000" b="1" cap="all">
                <a:solidFill>
                  <a:schemeClr val="bg1"/>
                </a:solidFill>
              </a:defRPr>
            </a:lvl1pPr>
          </a:lstStyle>
          <a:p>
            <a:r>
              <a:rPr lang="de-DE" dirty="0"/>
              <a:t>Hier steht die Kapitelüberschrift</a:t>
            </a:r>
          </a:p>
        </p:txBody>
      </p:sp>
      <p:sp>
        <p:nvSpPr>
          <p:cNvPr id="10" name="Titel 9"/>
          <p:cNvSpPr>
            <a:spLocks noGrp="1"/>
          </p:cNvSpPr>
          <p:nvPr>
            <p:ph type="title" hasCustomPrompt="1"/>
          </p:nvPr>
        </p:nvSpPr>
        <p:spPr/>
        <p:txBody>
          <a:bodyPr/>
          <a:lstStyle/>
          <a:p>
            <a:r>
              <a:rPr lang="de-DE" dirty="0"/>
              <a:t>Hier steht der </a:t>
            </a:r>
            <a:br>
              <a:rPr lang="de-DE" dirty="0"/>
            </a:br>
            <a:r>
              <a:rPr lang="de-DE" dirty="0"/>
              <a:t>Titel der Folie</a:t>
            </a:r>
          </a:p>
        </p:txBody>
      </p:sp>
      <p:sp>
        <p:nvSpPr>
          <p:cNvPr id="9" name="Inhaltsplatzhalter 2"/>
          <p:cNvSpPr>
            <a:spLocks noGrp="1"/>
          </p:cNvSpPr>
          <p:nvPr>
            <p:ph idx="17"/>
          </p:nvPr>
        </p:nvSpPr>
        <p:spPr>
          <a:xfrm>
            <a:off x="4488815" y="1707106"/>
            <a:ext cx="3942398" cy="2704558"/>
          </a:xfrm>
        </p:spPr>
        <p:txBody>
          <a:bodyPr numCol="1"/>
          <a:lstStyle/>
          <a:p>
            <a:pPr lvl="0"/>
            <a:r>
              <a:rPr lang="de-DE"/>
              <a:t>Mastertextformat bearbeiten</a:t>
            </a:r>
          </a:p>
          <a:p>
            <a:pPr lvl="1"/>
            <a:r>
              <a:rPr lang="de-DE"/>
              <a:t>Zweite Ebene</a:t>
            </a:r>
          </a:p>
          <a:p>
            <a:pPr lvl="2"/>
            <a:r>
              <a:rPr lang="de-DE"/>
              <a:t>Dritte Ebene</a:t>
            </a:r>
          </a:p>
        </p:txBody>
      </p:sp>
      <p:sp>
        <p:nvSpPr>
          <p:cNvPr id="2" name="Fußzeilenplatzhalter 4">
            <a:extLst>
              <a:ext uri="{FF2B5EF4-FFF2-40B4-BE49-F238E27FC236}">
                <a16:creationId xmlns:a16="http://schemas.microsoft.com/office/drawing/2014/main" id="{997DCF3C-1C86-56BF-1407-07444E075C95}"/>
              </a:ext>
            </a:extLst>
          </p:cNvPr>
          <p:cNvSpPr>
            <a:spLocks noGrp="1"/>
          </p:cNvSpPr>
          <p:nvPr>
            <p:ph type="ftr" sz="quarter" idx="3"/>
          </p:nvPr>
        </p:nvSpPr>
        <p:spPr>
          <a:xfrm>
            <a:off x="2481977" y="4816800"/>
            <a:ext cx="5236372" cy="288000"/>
          </a:xfrm>
          <a:prstGeom prst="rect">
            <a:avLst/>
          </a:prstGeom>
        </p:spPr>
        <p:txBody>
          <a:bodyPr wrap="none" lIns="0" tIns="0" rIns="0" bIns="0" anchor="ctr" anchorCtr="0"/>
          <a:lstStyle>
            <a:lvl1pPr>
              <a:defRPr sz="800" baseline="0">
                <a:solidFill>
                  <a:schemeClr val="accent4"/>
                </a:solidFill>
              </a:defRPr>
            </a:lvl1pPr>
          </a:lstStyle>
          <a:p>
            <a:r>
              <a:rPr lang="de-DE"/>
              <a:t>| HANA Tech Con </a:t>
            </a:r>
            <a:endParaRPr lang="de-DE" dirty="0"/>
          </a:p>
        </p:txBody>
      </p:sp>
      <p:sp>
        <p:nvSpPr>
          <p:cNvPr id="7" name="Datumsplatzhalter 2">
            <a:extLst>
              <a:ext uri="{FF2B5EF4-FFF2-40B4-BE49-F238E27FC236}">
                <a16:creationId xmlns:a16="http://schemas.microsoft.com/office/drawing/2014/main" id="{8BDC3979-EC22-5A84-D26E-4A0CD3E963B6}"/>
              </a:ext>
            </a:extLst>
          </p:cNvPr>
          <p:cNvSpPr>
            <a:spLocks noGrp="1"/>
          </p:cNvSpPr>
          <p:nvPr>
            <p:ph type="dt" sz="half" idx="2"/>
          </p:nvPr>
        </p:nvSpPr>
        <p:spPr>
          <a:xfrm>
            <a:off x="2206800" y="4815059"/>
            <a:ext cx="335852" cy="288000"/>
          </a:xfrm>
          <a:prstGeom prst="rect">
            <a:avLst/>
          </a:prstGeom>
        </p:spPr>
        <p:txBody>
          <a:bodyPr lIns="0" tIns="0" rIns="0" bIns="0" anchor="ctr" anchorCtr="0"/>
          <a:lstStyle>
            <a:lvl1pPr>
              <a:defRPr sz="800">
                <a:solidFill>
                  <a:schemeClr val="accent4"/>
                </a:solidFill>
              </a:defRPr>
            </a:lvl1pPr>
          </a:lstStyle>
          <a:p>
            <a:r>
              <a:rPr lang="de-DE"/>
              <a:t>2025</a:t>
            </a:r>
            <a:endParaRPr lang="de-DE" dirty="0"/>
          </a:p>
        </p:txBody>
      </p:sp>
    </p:spTree>
    <p:extLst>
      <p:ext uri="{BB962C8B-B14F-4D97-AF65-F5344CB8AC3E}">
        <p14:creationId xmlns:p14="http://schemas.microsoft.com/office/powerpoint/2010/main" val="7762155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Content">
    <p:spTree>
      <p:nvGrpSpPr>
        <p:cNvPr id="1" name=""/>
        <p:cNvGrpSpPr/>
        <p:nvPr/>
      </p:nvGrpSpPr>
      <p:grpSpPr>
        <a:xfrm>
          <a:off x="0" y="0"/>
          <a:ext cx="0" cy="0"/>
          <a:chOff x="0" y="0"/>
          <a:chExt cx="0" cy="0"/>
        </a:xfrm>
      </p:grpSpPr>
      <p:sp>
        <p:nvSpPr>
          <p:cNvPr id="3" name="Inhaltsplatzhalter 2"/>
          <p:cNvSpPr>
            <a:spLocks noGrp="1"/>
          </p:cNvSpPr>
          <p:nvPr>
            <p:ph idx="1"/>
          </p:nvPr>
        </p:nvSpPr>
        <p:spPr>
          <a:xfrm>
            <a:off x="536575" y="1707106"/>
            <a:ext cx="3942398" cy="2704558"/>
          </a:xfrm>
        </p:spPr>
        <p:txBody>
          <a:bodyPr numCol="1"/>
          <a:lstStyle/>
          <a:p>
            <a:pPr lvl="0"/>
            <a:r>
              <a:rPr lang="de-DE"/>
              <a:t>Mastertextformat bearbeiten</a:t>
            </a:r>
          </a:p>
          <a:p>
            <a:pPr lvl="1"/>
            <a:r>
              <a:rPr lang="de-DE"/>
              <a:t>Zweite Ebene</a:t>
            </a:r>
          </a:p>
          <a:p>
            <a:pPr lvl="2"/>
            <a:r>
              <a:rPr lang="de-DE"/>
              <a:t>Dritte Ebene</a:t>
            </a:r>
          </a:p>
        </p:txBody>
      </p:sp>
      <p:sp>
        <p:nvSpPr>
          <p:cNvPr id="6" name="Foliennummernplatzhalter 5"/>
          <p:cNvSpPr>
            <a:spLocks noGrp="1"/>
          </p:cNvSpPr>
          <p:nvPr>
            <p:ph type="sldNum" sz="quarter" idx="12"/>
          </p:nvPr>
        </p:nvSpPr>
        <p:spPr/>
        <p:txBody>
          <a:bodyPr/>
          <a:lstStyle/>
          <a:p>
            <a:fld id="{5AC41CD2-05BB-EC4B-81B5-CF15CC8F1F1A}" type="slidenum">
              <a:rPr lang="de-DE" smtClean="0"/>
              <a:pPr/>
              <a:t>‹Nr.›</a:t>
            </a:fld>
            <a:endParaRPr lang="de-DE" dirty="0"/>
          </a:p>
        </p:txBody>
      </p:sp>
      <p:sp>
        <p:nvSpPr>
          <p:cNvPr id="11" name="Bildplatzhalter 9"/>
          <p:cNvSpPr>
            <a:spLocks noGrp="1"/>
          </p:cNvSpPr>
          <p:nvPr>
            <p:ph type="pic" sz="quarter" idx="14" hasCustomPrompt="1"/>
          </p:nvPr>
        </p:nvSpPr>
        <p:spPr>
          <a:xfrm>
            <a:off x="7824547" y="441803"/>
            <a:ext cx="921742" cy="504000"/>
          </a:xfrm>
        </p:spPr>
        <p:txBody>
          <a:bodyPr anchor="ctr">
            <a:normAutofit/>
          </a:bodyPr>
          <a:lstStyle>
            <a:lvl1pPr algn="ctr">
              <a:buNone/>
              <a:defRPr sz="1000"/>
            </a:lvl1pPr>
          </a:lstStyle>
          <a:p>
            <a:r>
              <a:rPr lang="de-DE" dirty="0"/>
              <a:t>Kundenlogo</a:t>
            </a:r>
          </a:p>
        </p:txBody>
      </p:sp>
      <p:sp>
        <p:nvSpPr>
          <p:cNvPr id="14" name="Textplatzhalter 13"/>
          <p:cNvSpPr>
            <a:spLocks noGrp="1"/>
          </p:cNvSpPr>
          <p:nvPr>
            <p:ph type="body" sz="quarter" idx="16" hasCustomPrompt="1"/>
          </p:nvPr>
        </p:nvSpPr>
        <p:spPr>
          <a:xfrm>
            <a:off x="539999" y="441803"/>
            <a:ext cx="2700000" cy="288000"/>
          </a:xfrm>
          <a:noFill/>
        </p:spPr>
        <p:txBody>
          <a:bodyPr anchor="ctr">
            <a:noAutofit/>
          </a:bodyPr>
          <a:lstStyle>
            <a:lvl1pPr marL="0" indent="0">
              <a:buNone/>
              <a:defRPr sz="1000" b="1" cap="all">
                <a:solidFill>
                  <a:schemeClr val="bg1"/>
                </a:solidFill>
              </a:defRPr>
            </a:lvl1pPr>
          </a:lstStyle>
          <a:p>
            <a:r>
              <a:rPr lang="de-DE" dirty="0"/>
              <a:t>Hier steht die Kapitelüberschrift</a:t>
            </a:r>
          </a:p>
        </p:txBody>
      </p:sp>
      <p:sp>
        <p:nvSpPr>
          <p:cNvPr id="10" name="Titel 9"/>
          <p:cNvSpPr>
            <a:spLocks noGrp="1"/>
          </p:cNvSpPr>
          <p:nvPr>
            <p:ph type="title" hasCustomPrompt="1"/>
          </p:nvPr>
        </p:nvSpPr>
        <p:spPr/>
        <p:txBody>
          <a:bodyPr/>
          <a:lstStyle/>
          <a:p>
            <a:r>
              <a:rPr lang="de-DE" dirty="0"/>
              <a:t>Hier steht der </a:t>
            </a:r>
            <a:br>
              <a:rPr lang="de-DE" dirty="0"/>
            </a:br>
            <a:r>
              <a:rPr lang="de-DE" dirty="0"/>
              <a:t>Titel der Folie</a:t>
            </a:r>
          </a:p>
        </p:txBody>
      </p:sp>
      <p:sp>
        <p:nvSpPr>
          <p:cNvPr id="9" name="Inhaltsplatzhalter 2"/>
          <p:cNvSpPr>
            <a:spLocks noGrp="1"/>
          </p:cNvSpPr>
          <p:nvPr>
            <p:ph idx="17"/>
          </p:nvPr>
        </p:nvSpPr>
        <p:spPr>
          <a:xfrm>
            <a:off x="4488815" y="1707106"/>
            <a:ext cx="3942398" cy="2704558"/>
          </a:xfrm>
        </p:spPr>
        <p:txBody>
          <a:bodyPr numCol="1"/>
          <a:lstStyle/>
          <a:p>
            <a:pPr lvl="0"/>
            <a:r>
              <a:rPr lang="de-DE"/>
              <a:t>Mastertextformat bearbeiten</a:t>
            </a:r>
          </a:p>
          <a:p>
            <a:pPr lvl="1"/>
            <a:r>
              <a:rPr lang="de-DE"/>
              <a:t>Zweite Ebene</a:t>
            </a:r>
          </a:p>
          <a:p>
            <a:pPr lvl="2"/>
            <a:r>
              <a:rPr lang="de-DE"/>
              <a:t>Dritte Ebene</a:t>
            </a:r>
          </a:p>
        </p:txBody>
      </p:sp>
      <p:sp>
        <p:nvSpPr>
          <p:cNvPr id="2" name="Fußzeilenplatzhalter 4">
            <a:extLst>
              <a:ext uri="{FF2B5EF4-FFF2-40B4-BE49-F238E27FC236}">
                <a16:creationId xmlns:a16="http://schemas.microsoft.com/office/drawing/2014/main" id="{997DCF3C-1C86-56BF-1407-07444E075C95}"/>
              </a:ext>
            </a:extLst>
          </p:cNvPr>
          <p:cNvSpPr>
            <a:spLocks noGrp="1"/>
          </p:cNvSpPr>
          <p:nvPr>
            <p:ph type="ftr" sz="quarter" idx="3"/>
          </p:nvPr>
        </p:nvSpPr>
        <p:spPr>
          <a:xfrm>
            <a:off x="2481977" y="4816800"/>
            <a:ext cx="5236372" cy="288000"/>
          </a:xfrm>
          <a:prstGeom prst="rect">
            <a:avLst/>
          </a:prstGeom>
        </p:spPr>
        <p:txBody>
          <a:bodyPr wrap="none" lIns="0" tIns="0" rIns="0" bIns="0" anchor="ctr" anchorCtr="0"/>
          <a:lstStyle>
            <a:lvl1pPr>
              <a:defRPr sz="800" baseline="0">
                <a:solidFill>
                  <a:schemeClr val="accent4"/>
                </a:solidFill>
              </a:defRPr>
            </a:lvl1pPr>
          </a:lstStyle>
          <a:p>
            <a:r>
              <a:rPr lang="de-DE"/>
              <a:t>| HANA Tech Con </a:t>
            </a:r>
            <a:endParaRPr lang="de-DE" dirty="0"/>
          </a:p>
        </p:txBody>
      </p:sp>
      <p:sp>
        <p:nvSpPr>
          <p:cNvPr id="7" name="Datumsplatzhalter 2">
            <a:extLst>
              <a:ext uri="{FF2B5EF4-FFF2-40B4-BE49-F238E27FC236}">
                <a16:creationId xmlns:a16="http://schemas.microsoft.com/office/drawing/2014/main" id="{8BDC3979-EC22-5A84-D26E-4A0CD3E963B6}"/>
              </a:ext>
            </a:extLst>
          </p:cNvPr>
          <p:cNvSpPr>
            <a:spLocks noGrp="1"/>
          </p:cNvSpPr>
          <p:nvPr>
            <p:ph type="dt" sz="half" idx="2"/>
          </p:nvPr>
        </p:nvSpPr>
        <p:spPr>
          <a:xfrm>
            <a:off x="2206800" y="4815059"/>
            <a:ext cx="335852" cy="288000"/>
          </a:xfrm>
          <a:prstGeom prst="rect">
            <a:avLst/>
          </a:prstGeom>
        </p:spPr>
        <p:txBody>
          <a:bodyPr lIns="0" tIns="0" rIns="0" bIns="0" anchor="ctr" anchorCtr="0"/>
          <a:lstStyle>
            <a:lvl1pPr>
              <a:defRPr sz="800">
                <a:solidFill>
                  <a:schemeClr val="accent4"/>
                </a:solidFill>
              </a:defRPr>
            </a:lvl1pPr>
          </a:lstStyle>
          <a:p>
            <a:r>
              <a:rPr lang="de-DE"/>
              <a:t>2025</a:t>
            </a:r>
            <a:endParaRPr lang="de-DE" dirty="0"/>
          </a:p>
        </p:txBody>
      </p:sp>
    </p:spTree>
    <p:extLst>
      <p:ext uri="{BB962C8B-B14F-4D97-AF65-F5344CB8AC3E}">
        <p14:creationId xmlns:p14="http://schemas.microsoft.com/office/powerpoint/2010/main" val="6723323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Ende">
    <p:spTree>
      <p:nvGrpSpPr>
        <p:cNvPr id="1" name=""/>
        <p:cNvGrpSpPr/>
        <p:nvPr/>
      </p:nvGrpSpPr>
      <p:grpSpPr>
        <a:xfrm>
          <a:off x="0" y="0"/>
          <a:ext cx="0" cy="0"/>
          <a:chOff x="0" y="0"/>
          <a:chExt cx="0" cy="0"/>
        </a:xfrm>
      </p:grpSpPr>
      <p:pic>
        <p:nvPicPr>
          <p:cNvPr id="7" name="Bild 6" descr="PPT_Ende.jpg"/>
          <p:cNvPicPr>
            <a:picLocks noChangeAspect="1"/>
          </p:cNvPicPr>
          <p:nvPr userDrawn="1"/>
        </p:nvPicPr>
        <p:blipFill>
          <a:blip r:embed="rId2"/>
          <a:stretch>
            <a:fillRect/>
          </a:stretch>
        </p:blipFill>
        <p:spPr>
          <a:xfrm>
            <a:off x="0" y="0"/>
            <a:ext cx="9140825" cy="5143500"/>
          </a:xfrm>
          <a:prstGeom prst="rect">
            <a:avLst/>
          </a:prstGeom>
        </p:spPr>
      </p:pic>
      <p:sp>
        <p:nvSpPr>
          <p:cNvPr id="12" name="Bildplatzhalter 9"/>
          <p:cNvSpPr>
            <a:spLocks noGrp="1"/>
          </p:cNvSpPr>
          <p:nvPr>
            <p:ph type="pic" sz="quarter" idx="14" hasCustomPrompt="1"/>
          </p:nvPr>
        </p:nvSpPr>
        <p:spPr>
          <a:xfrm>
            <a:off x="536575" y="4485513"/>
            <a:ext cx="1188000" cy="504000"/>
          </a:xfrm>
        </p:spPr>
        <p:txBody>
          <a:bodyPr anchor="ctr">
            <a:normAutofit/>
          </a:bodyPr>
          <a:lstStyle>
            <a:lvl1pPr algn="ctr">
              <a:buNone/>
              <a:defRPr sz="1000"/>
            </a:lvl1pPr>
          </a:lstStyle>
          <a:p>
            <a:r>
              <a:rPr lang="de-DE" dirty="0"/>
              <a:t>Kundenlogo</a:t>
            </a:r>
          </a:p>
        </p:txBody>
      </p:sp>
      <p:sp>
        <p:nvSpPr>
          <p:cNvPr id="6" name="Titel 1"/>
          <p:cNvSpPr txBox="1">
            <a:spLocks/>
          </p:cNvSpPr>
          <p:nvPr userDrawn="1"/>
        </p:nvSpPr>
        <p:spPr>
          <a:xfrm>
            <a:off x="2" y="796925"/>
            <a:ext cx="5544000" cy="612000"/>
          </a:xfrm>
          <a:prstGeom prst="rect">
            <a:avLst/>
          </a:prstGeom>
          <a:solidFill>
            <a:schemeClr val="accent1"/>
          </a:solidFill>
        </p:spPr>
        <p:txBody>
          <a:bodyPr vert="horz" wrap="none" lIns="91440" tIns="45720" rIns="91440" bIns="45720" rtlCol="0" anchor="ctr">
            <a:noAutofit/>
          </a:bodyPr>
          <a:lstStyle>
            <a:lvl1pPr marL="450850" indent="0">
              <a:defRPr sz="3200" i="1">
                <a:solidFill>
                  <a:schemeClr val="bg1"/>
                </a:solidFill>
              </a:defRPr>
            </a:lvl1pPr>
          </a:lstStyle>
          <a:p>
            <a:pPr marL="450850" marR="0" lvl="0" indent="0" algn="l" defTabSz="457200" rtl="0" eaLnBrk="1" fontAlgn="auto" latinLnBrk="0" hangingPunct="1">
              <a:lnSpc>
                <a:spcPct val="100000"/>
              </a:lnSpc>
              <a:spcBef>
                <a:spcPct val="0"/>
              </a:spcBef>
              <a:spcAft>
                <a:spcPts val="0"/>
              </a:spcAft>
              <a:buClrTx/>
              <a:buSzTx/>
              <a:buFontTx/>
              <a:buNone/>
              <a:tabLst/>
              <a:defRPr/>
            </a:pPr>
            <a:r>
              <a:rPr kumimoji="0" lang="de-DE" sz="3200" b="1" i="1" u="none" strike="noStrike" kern="1200" cap="all" spc="0" normalizeH="0" baseline="0" noProof="0" dirty="0">
                <a:ln>
                  <a:noFill/>
                </a:ln>
                <a:solidFill>
                  <a:schemeClr val="bg1"/>
                </a:solidFill>
                <a:effectLst/>
                <a:uLnTx/>
                <a:uFillTx/>
                <a:latin typeface="Arial"/>
                <a:ea typeface="+mj-ea"/>
                <a:cs typeface="Arial"/>
              </a:rPr>
              <a:t>Vielen Dank für Ihre</a:t>
            </a:r>
          </a:p>
        </p:txBody>
      </p:sp>
      <p:sp>
        <p:nvSpPr>
          <p:cNvPr id="10" name="Titel 1"/>
          <p:cNvSpPr txBox="1">
            <a:spLocks/>
          </p:cNvSpPr>
          <p:nvPr userDrawn="1"/>
        </p:nvSpPr>
        <p:spPr>
          <a:xfrm>
            <a:off x="5" y="1452975"/>
            <a:ext cx="4608000" cy="612000"/>
          </a:xfrm>
          <a:prstGeom prst="rect">
            <a:avLst/>
          </a:prstGeom>
          <a:solidFill>
            <a:schemeClr val="accent1"/>
          </a:solidFill>
        </p:spPr>
        <p:txBody>
          <a:bodyPr vert="horz" wrap="none" lIns="91440" tIns="45720" rIns="91440" bIns="45720" rtlCol="0" anchor="ctr">
            <a:noAutofit/>
          </a:bodyPr>
          <a:lstStyle>
            <a:lvl1pPr marL="450850" indent="0">
              <a:defRPr sz="3200" i="1">
                <a:solidFill>
                  <a:schemeClr val="bg1"/>
                </a:solidFill>
              </a:defRPr>
            </a:lvl1pPr>
          </a:lstStyle>
          <a:p>
            <a:pPr marL="450850" marR="0" lvl="0" indent="0" algn="l" defTabSz="457200" rtl="0" eaLnBrk="1" fontAlgn="auto" latinLnBrk="0" hangingPunct="1">
              <a:lnSpc>
                <a:spcPct val="100000"/>
              </a:lnSpc>
              <a:spcBef>
                <a:spcPct val="0"/>
              </a:spcBef>
              <a:spcAft>
                <a:spcPts val="0"/>
              </a:spcAft>
              <a:buClrTx/>
              <a:buSzTx/>
              <a:buFontTx/>
              <a:buNone/>
              <a:tabLst/>
              <a:defRPr/>
            </a:pPr>
            <a:r>
              <a:rPr kumimoji="0" lang="de-DE" sz="3200" b="1" i="1" u="none" strike="noStrike" kern="1200" cap="all" spc="0" normalizeH="0" baseline="0" noProof="0" dirty="0">
                <a:ln>
                  <a:noFill/>
                </a:ln>
                <a:solidFill>
                  <a:schemeClr val="bg1"/>
                </a:solidFill>
                <a:effectLst/>
                <a:uLnTx/>
                <a:uFillTx/>
                <a:latin typeface="Arial"/>
                <a:ea typeface="+mj-ea"/>
                <a:cs typeface="Arial"/>
              </a:rPr>
              <a:t>Aufmerksamkeit</a:t>
            </a:r>
          </a:p>
        </p:txBody>
      </p:sp>
      <p:pic>
        <p:nvPicPr>
          <p:cNvPr id="8" name="Bild 7" descr="PPT_Logo.png"/>
          <p:cNvPicPr>
            <a:picLocks noChangeAspect="1"/>
          </p:cNvPicPr>
          <p:nvPr userDrawn="1"/>
        </p:nvPicPr>
        <p:blipFill>
          <a:blip r:embed="rId3"/>
          <a:stretch>
            <a:fillRect/>
          </a:stretch>
        </p:blipFill>
        <p:spPr>
          <a:xfrm>
            <a:off x="7809665" y="4512478"/>
            <a:ext cx="936625" cy="511175"/>
          </a:xfrm>
          <a:prstGeom prst="rect">
            <a:avLst/>
          </a:prstGeom>
        </p:spPr>
      </p:pic>
    </p:spTree>
    <p:extLst>
      <p:ext uri="{BB962C8B-B14F-4D97-AF65-F5344CB8AC3E}">
        <p14:creationId xmlns:p14="http://schemas.microsoft.com/office/powerpoint/2010/main" val="28452090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6"/>
          <a:stretch>
            <a:fillRect/>
          </a:stretch>
        </a:blip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539999" y="720000"/>
            <a:ext cx="7892800" cy="820552"/>
          </a:xfrm>
          <a:prstGeom prst="rect">
            <a:avLst/>
          </a:prstGeom>
        </p:spPr>
        <p:txBody>
          <a:bodyPr vert="horz" wrap="square" lIns="91440" tIns="45720" rIns="91440" bIns="45720" rtlCol="0" anchor="t">
            <a:normAutofit/>
          </a:bodyPr>
          <a:lstStyle/>
          <a:p>
            <a:r>
              <a:rPr lang="de-DE" dirty="0"/>
              <a:t>Hier steht der </a:t>
            </a:r>
            <a:br>
              <a:rPr lang="de-DE" dirty="0"/>
            </a:br>
            <a:r>
              <a:rPr lang="de-DE" dirty="0"/>
              <a:t>Titel der Folie</a:t>
            </a:r>
          </a:p>
        </p:txBody>
      </p:sp>
      <p:sp>
        <p:nvSpPr>
          <p:cNvPr id="3" name="Textplatzhalter 2"/>
          <p:cNvSpPr>
            <a:spLocks noGrp="1"/>
          </p:cNvSpPr>
          <p:nvPr>
            <p:ph type="body" idx="1"/>
          </p:nvPr>
        </p:nvSpPr>
        <p:spPr>
          <a:xfrm>
            <a:off x="536574" y="1707105"/>
            <a:ext cx="7896225" cy="2704557"/>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p:txBody>
      </p:sp>
      <p:sp>
        <p:nvSpPr>
          <p:cNvPr id="6" name="Foliennummernplatzhalter 5"/>
          <p:cNvSpPr>
            <a:spLocks noGrp="1"/>
          </p:cNvSpPr>
          <p:nvPr>
            <p:ph type="sldNum" sz="quarter" idx="4"/>
          </p:nvPr>
        </p:nvSpPr>
        <p:spPr>
          <a:xfrm>
            <a:off x="8746290" y="4815059"/>
            <a:ext cx="390882" cy="273844"/>
          </a:xfrm>
          <a:prstGeom prst="rect">
            <a:avLst/>
          </a:prstGeom>
        </p:spPr>
        <p:txBody>
          <a:bodyPr vert="horz" lIns="91440" tIns="45720" rIns="91440" bIns="45720" rtlCol="0" anchor="ctr"/>
          <a:lstStyle>
            <a:lvl1pPr algn="ctr">
              <a:defRPr sz="800" b="1">
                <a:solidFill>
                  <a:schemeClr val="accent4"/>
                </a:solidFill>
                <a:latin typeface="Arial"/>
                <a:cs typeface="Arial"/>
              </a:defRPr>
            </a:lvl1pPr>
          </a:lstStyle>
          <a:p>
            <a:fld id="{5AC41CD2-05BB-EC4B-81B5-CF15CC8F1F1A}" type="slidenum">
              <a:rPr lang="de-DE" smtClean="0"/>
              <a:pPr/>
              <a:t>‹Nr.›</a:t>
            </a:fld>
            <a:endParaRPr lang="de-DE" dirty="0"/>
          </a:p>
        </p:txBody>
      </p:sp>
      <p:pic>
        <p:nvPicPr>
          <p:cNvPr id="13" name="Bild 12" descr="PPT_Logo.png"/>
          <p:cNvPicPr>
            <a:picLocks noChangeAspect="1"/>
          </p:cNvPicPr>
          <p:nvPr/>
        </p:nvPicPr>
        <p:blipFill>
          <a:blip r:embed="rId17"/>
          <a:stretch>
            <a:fillRect/>
          </a:stretch>
        </p:blipFill>
        <p:spPr>
          <a:xfrm>
            <a:off x="7809665" y="4512478"/>
            <a:ext cx="936625" cy="511175"/>
          </a:xfrm>
          <a:prstGeom prst="rect">
            <a:avLst/>
          </a:prstGeom>
        </p:spPr>
      </p:pic>
      <p:sp>
        <p:nvSpPr>
          <p:cNvPr id="8" name="Rechteck 7"/>
          <p:cNvSpPr/>
          <p:nvPr/>
        </p:nvSpPr>
        <p:spPr>
          <a:xfrm>
            <a:off x="0" y="441803"/>
            <a:ext cx="3240000" cy="2880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9" name="Datumsplatzhalter 1">
            <a:extLst>
              <a:ext uri="{FF2B5EF4-FFF2-40B4-BE49-F238E27FC236}">
                <a16:creationId xmlns:a16="http://schemas.microsoft.com/office/drawing/2014/main" id="{2E49E2B0-FF64-C44C-A230-79E5B8649CE4}"/>
              </a:ext>
            </a:extLst>
          </p:cNvPr>
          <p:cNvSpPr>
            <a:spLocks noGrp="1"/>
          </p:cNvSpPr>
          <p:nvPr>
            <p:ph type="dt" sz="half" idx="2"/>
          </p:nvPr>
        </p:nvSpPr>
        <p:spPr>
          <a:xfrm>
            <a:off x="457199" y="4815059"/>
            <a:ext cx="1096297" cy="273844"/>
          </a:xfrm>
          <a:prstGeom prst="rect">
            <a:avLst/>
          </a:prstGeom>
        </p:spPr>
        <p:txBody>
          <a:bodyPr/>
          <a:lstStyle>
            <a:lvl1pPr>
              <a:defRPr sz="800">
                <a:solidFill>
                  <a:schemeClr val="accent4"/>
                </a:solidFill>
              </a:defRPr>
            </a:lvl1pPr>
          </a:lstStyle>
          <a:p>
            <a:r>
              <a:rPr lang="de-DE"/>
              <a:t>2025</a:t>
            </a:r>
            <a:endParaRPr lang="de-DE" dirty="0"/>
          </a:p>
        </p:txBody>
      </p:sp>
      <p:sp>
        <p:nvSpPr>
          <p:cNvPr id="10" name="Fußzeilenplatzhalter 6">
            <a:extLst>
              <a:ext uri="{FF2B5EF4-FFF2-40B4-BE49-F238E27FC236}">
                <a16:creationId xmlns:a16="http://schemas.microsoft.com/office/drawing/2014/main" id="{9BD1C12D-F130-7E48-9B86-9F0D0CB40F40}"/>
              </a:ext>
            </a:extLst>
          </p:cNvPr>
          <p:cNvSpPr>
            <a:spLocks noGrp="1"/>
          </p:cNvSpPr>
          <p:nvPr>
            <p:ph type="ftr" sz="quarter" idx="3"/>
          </p:nvPr>
        </p:nvSpPr>
        <p:spPr>
          <a:xfrm>
            <a:off x="1356851" y="4815059"/>
            <a:ext cx="6300685" cy="273844"/>
          </a:xfrm>
          <a:prstGeom prst="rect">
            <a:avLst/>
          </a:prstGeom>
        </p:spPr>
        <p:txBody>
          <a:bodyPr/>
          <a:lstStyle>
            <a:lvl1pPr>
              <a:defRPr sz="800">
                <a:solidFill>
                  <a:schemeClr val="accent4"/>
                </a:solidFill>
              </a:defRPr>
            </a:lvl1pPr>
          </a:lstStyle>
          <a:p>
            <a:r>
              <a:rPr lang="de-DE"/>
              <a:t>| HANA Tech Con </a:t>
            </a:r>
            <a:endParaRPr lang="de-DE" dirty="0"/>
          </a:p>
        </p:txBody>
      </p:sp>
    </p:spTree>
  </p:cSld>
  <p:clrMap bg1="lt1" tx1="dk1" bg2="lt2" tx2="dk2" accent1="accent1" accent2="accent2" accent3="accent3" accent4="accent4" accent5="accent5" accent6="accent6" hlink="hlink" folHlink="folHlink"/>
  <p:sldLayoutIdLst>
    <p:sldLayoutId id="2147483649" r:id="rId1"/>
    <p:sldLayoutId id="2147483661" r:id="rId2"/>
    <p:sldLayoutId id="2147483660" r:id="rId3"/>
    <p:sldLayoutId id="2147483650" r:id="rId4"/>
    <p:sldLayoutId id="2147483666" r:id="rId5"/>
    <p:sldLayoutId id="2147483662" r:id="rId6"/>
    <p:sldLayoutId id="2147483663" r:id="rId7"/>
    <p:sldLayoutId id="2147483664" r:id="rId8"/>
    <p:sldLayoutId id="2147483655" r:id="rId9"/>
    <p:sldLayoutId id="2147483665" r:id="rId10"/>
    <p:sldLayoutId id="2147483667" r:id="rId11"/>
    <p:sldLayoutId id="2147483670" r:id="rId12"/>
    <p:sldLayoutId id="2147483671" r:id="rId13"/>
    <p:sldLayoutId id="2147483672" r:id="rId14"/>
  </p:sldLayoutIdLst>
  <p:hf sldNum="0" hdr="0"/>
  <p:txStyles>
    <p:titleStyle>
      <a:lvl1pPr algn="l" defTabSz="457200" rtl="0" eaLnBrk="1" latinLnBrk="0" hangingPunct="1">
        <a:spcBef>
          <a:spcPct val="0"/>
        </a:spcBef>
        <a:buNone/>
        <a:defRPr sz="2600" b="1" kern="1200" cap="all" baseline="0">
          <a:solidFill>
            <a:schemeClr val="accent1"/>
          </a:solidFill>
          <a:latin typeface="Arial"/>
          <a:ea typeface="+mj-ea"/>
          <a:cs typeface="Arial"/>
        </a:defRPr>
      </a:lvl1pPr>
    </p:titleStyle>
    <p:bodyStyle>
      <a:lvl1pPr marL="342900" indent="-342900" algn="l" defTabSz="457200" rtl="0" eaLnBrk="1" latinLnBrk="0" hangingPunct="1">
        <a:spcBef>
          <a:spcPct val="20000"/>
        </a:spcBef>
        <a:buClr>
          <a:schemeClr val="accent1"/>
        </a:buClr>
        <a:buSzPct val="100000"/>
        <a:buFont typeface="Wingdings" charset="2"/>
        <a:buChar char="§"/>
        <a:defRPr sz="1800" kern="1200">
          <a:solidFill>
            <a:schemeClr val="tx1"/>
          </a:solidFill>
          <a:latin typeface="Arial"/>
          <a:ea typeface="+mn-ea"/>
          <a:cs typeface="Arial"/>
        </a:defRPr>
      </a:lvl1pPr>
      <a:lvl2pPr marL="717550" indent="-355600" algn="l" defTabSz="457200" rtl="0" eaLnBrk="1" latinLnBrk="0" hangingPunct="1">
        <a:spcBef>
          <a:spcPct val="20000"/>
        </a:spcBef>
        <a:buSzPct val="100000"/>
        <a:buFont typeface="Wingdings" charset="2"/>
        <a:buChar char="§"/>
        <a:tabLst/>
        <a:defRPr sz="1500" kern="1200">
          <a:solidFill>
            <a:schemeClr val="tx1"/>
          </a:solidFill>
          <a:latin typeface="Arial"/>
          <a:ea typeface="+mn-ea"/>
          <a:cs typeface="Arial"/>
        </a:defRPr>
      </a:lvl2pPr>
      <a:lvl3pPr marL="1079500" indent="-361950" algn="l" defTabSz="457200" rtl="0" eaLnBrk="1" latinLnBrk="0" hangingPunct="1">
        <a:spcBef>
          <a:spcPct val="20000"/>
        </a:spcBef>
        <a:buClr>
          <a:schemeClr val="accent6"/>
        </a:buClr>
        <a:buSzPct val="100000"/>
        <a:buFont typeface="Wingdings" charset="2"/>
        <a:buChar char="§"/>
        <a:defRPr sz="15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20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9.png"/><Relationship Id="rId7" Type="http://schemas.openxmlformats.org/officeDocument/2006/relationships/image" Target="../media/image12.png"/><Relationship Id="rId12" Type="http://schemas.openxmlformats.org/officeDocument/2006/relationships/image" Target="../media/image17.jpe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hyperlink" Target="http://www.kbs.de/nn_10142/DE/0__Home/homepage__node.html?__nnn=true" TargetMode="External"/><Relationship Id="rId11" Type="http://schemas.openxmlformats.org/officeDocument/2006/relationships/image" Target="../media/image16.png"/><Relationship Id="rId5" Type="http://schemas.openxmlformats.org/officeDocument/2006/relationships/image" Target="../media/image11.png"/><Relationship Id="rId15" Type="http://schemas.openxmlformats.org/officeDocument/2006/relationships/image" Target="../media/image20.png"/><Relationship Id="rId10" Type="http://schemas.openxmlformats.org/officeDocument/2006/relationships/image" Target="../media/image15.gif"/><Relationship Id="rId4" Type="http://schemas.openxmlformats.org/officeDocument/2006/relationships/image" Target="../media/image10.png"/><Relationship Id="rId9" Type="http://schemas.openxmlformats.org/officeDocument/2006/relationships/image" Target="../media/image14.png"/><Relationship Id="rId14" Type="http://schemas.openxmlformats.org/officeDocument/2006/relationships/image" Target="../media/image19.png"/></Relationships>
</file>

<file path=ppt/slides/_rels/slide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hyperlink" Target="https://me.sap.com/notes/2700051" TargetMode="Externa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hyperlink" Target="https://me.sap.com/notes/1999993" TargetMode="Externa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hyperlink" Target="https://help.sap.com/viewer/9de0171a6027400bb3b9bee385222eff/2.0.05/en-US/27875edb31d7436ea62031d8b167052c.html" TargetMode="External"/><Relationship Id="rId2" Type="http://schemas.openxmlformats.org/officeDocument/2006/relationships/hyperlink" Target="https://help.sap.com/viewer/4fe29514fd584807ac9f2a04f6754767/2.0.05/en-US/68e2f7a8e06f41cb871276858202c605.html" TargetMode="Externa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hyperlink" Target="https://open.sap.com/courses/hanasql1/" TargetMode="External"/><Relationship Id="rId2" Type="http://schemas.openxmlformats.org/officeDocument/2006/relationships/hyperlink" Target="https://help.sap.com/docs/SAP_HANA_PLATFORM/9de0171a6027400bb3b9bee385222eff/45b03e4d89634e289ce1fcee268bb100.html?locale=en-US" TargetMode="External"/><Relationship Id="rId1" Type="http://schemas.openxmlformats.org/officeDocument/2006/relationships/slideLayout" Target="../slideLayouts/slideLayout4.xml"/><Relationship Id="rId4" Type="http://schemas.openxmlformats.org/officeDocument/2006/relationships/hyperlink" Target="https://www.x-l-c.de/sap-hana-optimizer"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p:cNvSpPr>
            <a:spLocks noGrp="1"/>
          </p:cNvSpPr>
          <p:nvPr>
            <p:ph type="ctrTitle"/>
          </p:nvPr>
        </p:nvSpPr>
        <p:spPr/>
        <p:txBody>
          <a:bodyPr>
            <a:normAutofit/>
          </a:bodyPr>
          <a:lstStyle/>
          <a:p>
            <a:r>
              <a:rPr lang="de-DE" sz="2400" dirty="0"/>
              <a:t>HANA STATEMENT HINTS</a:t>
            </a:r>
          </a:p>
        </p:txBody>
      </p:sp>
      <p:sp>
        <p:nvSpPr>
          <p:cNvPr id="7" name="Untertitel 6"/>
          <p:cNvSpPr>
            <a:spLocks noGrp="1"/>
          </p:cNvSpPr>
          <p:nvPr>
            <p:ph type="subTitle" idx="1"/>
          </p:nvPr>
        </p:nvSpPr>
        <p:spPr/>
        <p:txBody>
          <a:bodyPr>
            <a:normAutofit/>
          </a:bodyPr>
          <a:lstStyle/>
          <a:p>
            <a:r>
              <a:rPr lang="de-DE" dirty="0"/>
              <a:t>HANA Tech </a:t>
            </a:r>
            <a:r>
              <a:rPr lang="de-DE" dirty="0" err="1"/>
              <a:t>Con</a:t>
            </a:r>
            <a:r>
              <a:rPr lang="de-DE" dirty="0"/>
              <a:t> 2025 </a:t>
            </a:r>
          </a:p>
        </p:txBody>
      </p:sp>
      <p:sp>
        <p:nvSpPr>
          <p:cNvPr id="8" name="Textplatzhalter 7"/>
          <p:cNvSpPr>
            <a:spLocks noGrp="1"/>
          </p:cNvSpPr>
          <p:nvPr>
            <p:ph type="body" sz="quarter" idx="13"/>
          </p:nvPr>
        </p:nvSpPr>
        <p:spPr/>
        <p:txBody>
          <a:bodyPr>
            <a:normAutofit/>
          </a:bodyPr>
          <a:lstStyle/>
          <a:p>
            <a:r>
              <a:rPr lang="de-DE" sz="3100" dirty="0"/>
              <a:t> </a:t>
            </a:r>
          </a:p>
        </p:txBody>
      </p:sp>
      <p:sp>
        <p:nvSpPr>
          <p:cNvPr id="5" name="Untertitel 2">
            <a:extLst>
              <a:ext uri="{FF2B5EF4-FFF2-40B4-BE49-F238E27FC236}">
                <a16:creationId xmlns:a16="http://schemas.microsoft.com/office/drawing/2014/main" id="{1C643C5F-AADA-9741-A19D-4D76B512CE62}"/>
              </a:ext>
            </a:extLst>
          </p:cNvPr>
          <p:cNvSpPr txBox="1">
            <a:spLocks/>
          </p:cNvSpPr>
          <p:nvPr/>
        </p:nvSpPr>
        <p:spPr>
          <a:xfrm>
            <a:off x="2" y="441848"/>
            <a:ext cx="3284747" cy="288000"/>
          </a:xfrm>
          <a:prstGeom prst="rect">
            <a:avLst/>
          </a:prstGeom>
          <a:solidFill>
            <a:schemeClr val="tx1"/>
          </a:solidFill>
        </p:spPr>
        <p:txBody>
          <a:bodyPr vert="horz" wrap="none" lIns="91440" tIns="45720" rIns="91440" bIns="45720" rtlCol="0" anchor="ctr">
            <a:normAutofit/>
          </a:bodyPr>
          <a:lstStyle>
            <a:lvl1pPr marL="450850" indent="0" algn="l" defTabSz="457200" rtl="0" eaLnBrk="1" latinLnBrk="0" hangingPunct="1">
              <a:spcBef>
                <a:spcPct val="20000"/>
              </a:spcBef>
              <a:buClr>
                <a:schemeClr val="accent1"/>
              </a:buClr>
              <a:buSzPct val="100000"/>
              <a:buFont typeface="Wingdings" charset="2"/>
              <a:buNone/>
              <a:defRPr sz="1000" b="1" i="1" kern="1200" cap="all">
                <a:solidFill>
                  <a:srgbClr val="FFFFFF"/>
                </a:solidFill>
                <a:latin typeface="Arial"/>
                <a:ea typeface="+mn-ea"/>
                <a:cs typeface="Arial"/>
              </a:defRPr>
            </a:lvl1pPr>
            <a:lvl2pPr marL="457200" indent="0" algn="ctr" defTabSz="457200" rtl="0" eaLnBrk="1" latinLnBrk="0" hangingPunct="1">
              <a:spcBef>
                <a:spcPct val="20000"/>
              </a:spcBef>
              <a:buSzPct val="100000"/>
              <a:buFont typeface="Wingdings" charset="2"/>
              <a:buNone/>
              <a:tabLst/>
              <a:defRPr sz="1500" kern="1200">
                <a:solidFill>
                  <a:schemeClr val="tx1">
                    <a:tint val="75000"/>
                  </a:schemeClr>
                </a:solidFill>
                <a:latin typeface="Arial"/>
                <a:ea typeface="+mn-ea"/>
                <a:cs typeface="Arial"/>
              </a:defRPr>
            </a:lvl2pPr>
            <a:lvl3pPr marL="914400" indent="0" algn="ctr" defTabSz="457200" rtl="0" eaLnBrk="1" latinLnBrk="0" hangingPunct="1">
              <a:spcBef>
                <a:spcPct val="20000"/>
              </a:spcBef>
              <a:buClr>
                <a:schemeClr val="accent6"/>
              </a:buClr>
              <a:buSzPct val="100000"/>
              <a:buFont typeface="Wingdings" charset="2"/>
              <a:buNone/>
              <a:defRPr sz="1500" kern="1200">
                <a:solidFill>
                  <a:schemeClr val="tx1">
                    <a:tint val="75000"/>
                  </a:schemeClr>
                </a:solidFill>
                <a:latin typeface="Arial"/>
                <a:ea typeface="+mn-ea"/>
                <a:cs typeface="Arial"/>
              </a:defRPr>
            </a:lvl3pPr>
            <a:lvl4pPr marL="1371600" indent="0" algn="ctr" defTabSz="457200" rtl="0" eaLnBrk="1" latinLnBrk="0" hangingPunct="1">
              <a:spcBef>
                <a:spcPct val="20000"/>
              </a:spcBef>
              <a:buFont typeface="Arial"/>
              <a:buNone/>
              <a:defRPr sz="2000" kern="1200">
                <a:solidFill>
                  <a:schemeClr val="tx1">
                    <a:tint val="75000"/>
                  </a:schemeClr>
                </a:solidFill>
                <a:latin typeface="Arial"/>
                <a:ea typeface="+mn-ea"/>
                <a:cs typeface="Arial"/>
              </a:defRPr>
            </a:lvl4pPr>
            <a:lvl5pPr marL="1828800" indent="0" algn="ctr" defTabSz="457200" rtl="0" eaLnBrk="1" latinLnBrk="0" hangingPunct="1">
              <a:spcBef>
                <a:spcPct val="20000"/>
              </a:spcBef>
              <a:buFont typeface="Arial"/>
              <a:buNone/>
              <a:defRPr sz="2000" kern="1200">
                <a:solidFill>
                  <a:schemeClr val="tx1">
                    <a:tint val="75000"/>
                  </a:schemeClr>
                </a:solidFill>
                <a:latin typeface="Arial"/>
                <a:ea typeface="+mn-ea"/>
                <a:cs typeface="Arial"/>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de-DE" dirty="0"/>
              <a:t>KUTO </a:t>
            </a:r>
            <a:r>
              <a:rPr lang="de-DE" dirty="0" err="1"/>
              <a:t>BARAn</a:t>
            </a:r>
            <a:endParaRPr lang="de-DE" dirty="0"/>
          </a:p>
        </p:txBody>
      </p:sp>
    </p:spTree>
    <p:extLst>
      <p:ext uri="{BB962C8B-B14F-4D97-AF65-F5344CB8AC3E}">
        <p14:creationId xmlns:p14="http://schemas.microsoft.com/office/powerpoint/2010/main" val="2272941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Untertitel 8"/>
          <p:cNvSpPr>
            <a:spLocks noGrp="1"/>
          </p:cNvSpPr>
          <p:nvPr>
            <p:ph type="subTitle" idx="1"/>
          </p:nvPr>
        </p:nvSpPr>
        <p:spPr/>
        <p:txBody>
          <a:bodyPr>
            <a:normAutofit/>
          </a:bodyPr>
          <a:lstStyle/>
          <a:p>
            <a:r>
              <a:rPr lang="de-DE" sz="800" dirty="0"/>
              <a:t>HANA STATEMENT HINTS</a:t>
            </a:r>
            <a:endParaRPr lang="de-DE" dirty="0"/>
          </a:p>
        </p:txBody>
      </p:sp>
      <p:sp>
        <p:nvSpPr>
          <p:cNvPr id="14" name="Textplatzhalter 13"/>
          <p:cNvSpPr>
            <a:spLocks noGrp="1"/>
          </p:cNvSpPr>
          <p:nvPr>
            <p:ph type="body" sz="quarter" idx="17"/>
          </p:nvPr>
        </p:nvSpPr>
        <p:spPr/>
        <p:txBody>
          <a:bodyPr>
            <a:normAutofit/>
          </a:bodyPr>
          <a:lstStyle/>
          <a:p>
            <a:r>
              <a:rPr lang="de-DE" dirty="0"/>
              <a:t>Short </a:t>
            </a:r>
            <a:r>
              <a:rPr lang="de-DE" dirty="0" err="1"/>
              <a:t>presentation</a:t>
            </a:r>
            <a:r>
              <a:rPr lang="de-DE" dirty="0"/>
              <a:t> </a:t>
            </a:r>
            <a:r>
              <a:rPr lang="de-DE" dirty="0" err="1"/>
              <a:t>of</a:t>
            </a:r>
            <a:r>
              <a:rPr lang="de-DE" dirty="0"/>
              <a:t> </a:t>
            </a:r>
            <a:r>
              <a:rPr lang="de-DE" dirty="0" err="1"/>
              <a:t>the</a:t>
            </a:r>
            <a:r>
              <a:rPr lang="de-DE" dirty="0"/>
              <a:t> </a:t>
            </a:r>
            <a:r>
              <a:rPr lang="de-DE" dirty="0" err="1"/>
              <a:t>company</a:t>
            </a:r>
            <a:r>
              <a:rPr lang="de-DE" dirty="0"/>
              <a:t> AOK Systems</a:t>
            </a:r>
          </a:p>
          <a:p>
            <a:r>
              <a:rPr lang="de-DE" dirty="0" err="1"/>
              <a:t>Introduction</a:t>
            </a:r>
            <a:r>
              <a:rPr lang="de-DE" dirty="0"/>
              <a:t> </a:t>
            </a:r>
            <a:r>
              <a:rPr lang="de-DE" dirty="0" err="1"/>
              <a:t>to</a:t>
            </a:r>
            <a:r>
              <a:rPr lang="de-DE" dirty="0"/>
              <a:t> SAP HANA </a:t>
            </a:r>
            <a:r>
              <a:rPr lang="de-DE" dirty="0" err="1"/>
              <a:t>Hints</a:t>
            </a:r>
            <a:endParaRPr lang="de-DE" dirty="0"/>
          </a:p>
          <a:p>
            <a:r>
              <a:rPr lang="de-DE" dirty="0"/>
              <a:t>Determination and </a:t>
            </a:r>
            <a:r>
              <a:rPr lang="de-DE" dirty="0" err="1"/>
              <a:t>use</a:t>
            </a:r>
            <a:r>
              <a:rPr lang="de-DE" dirty="0"/>
              <a:t> </a:t>
            </a:r>
            <a:r>
              <a:rPr lang="de-DE" dirty="0" err="1"/>
              <a:t>of</a:t>
            </a:r>
            <a:r>
              <a:rPr lang="de-DE" dirty="0"/>
              <a:t> SAP HANA </a:t>
            </a:r>
            <a:r>
              <a:rPr lang="de-DE" dirty="0" err="1"/>
              <a:t>Hints</a:t>
            </a:r>
            <a:endParaRPr lang="de-DE" dirty="0"/>
          </a:p>
          <a:p>
            <a:r>
              <a:rPr lang="de-DE" dirty="0" err="1"/>
              <a:t>Experiences</a:t>
            </a:r>
            <a:r>
              <a:rPr lang="de-DE" dirty="0"/>
              <a:t> (</a:t>
            </a:r>
            <a:r>
              <a:rPr lang="de-DE" dirty="0" err="1"/>
              <a:t>Examples</a:t>
            </a:r>
            <a:r>
              <a:rPr lang="de-DE" dirty="0"/>
              <a:t>) </a:t>
            </a:r>
            <a:r>
              <a:rPr lang="de-DE" dirty="0" err="1"/>
              <a:t>with</a:t>
            </a:r>
            <a:r>
              <a:rPr lang="de-DE" dirty="0"/>
              <a:t> SAP HANA Statements </a:t>
            </a:r>
            <a:r>
              <a:rPr lang="de-DE" dirty="0" err="1"/>
              <a:t>Hints</a:t>
            </a:r>
            <a:endParaRPr lang="de-DE" dirty="0"/>
          </a:p>
          <a:p>
            <a:r>
              <a:rPr lang="de-DE" dirty="0"/>
              <a:t>Takeaways</a:t>
            </a:r>
          </a:p>
          <a:p>
            <a:r>
              <a:rPr lang="de-DE" dirty="0"/>
              <a:t>Links, SAP Notes</a:t>
            </a:r>
            <a:endParaRPr lang="en-GB" dirty="0"/>
          </a:p>
        </p:txBody>
      </p:sp>
      <p:sp>
        <p:nvSpPr>
          <p:cNvPr id="6" name="Textplatzhalter 48">
            <a:extLst>
              <a:ext uri="{FF2B5EF4-FFF2-40B4-BE49-F238E27FC236}">
                <a16:creationId xmlns:a16="http://schemas.microsoft.com/office/drawing/2014/main" id="{5A28008B-EE1B-2FAF-F534-239E0E9B855C}"/>
              </a:ext>
            </a:extLst>
          </p:cNvPr>
          <p:cNvSpPr txBox="1">
            <a:spLocks/>
          </p:cNvSpPr>
          <p:nvPr/>
        </p:nvSpPr>
        <p:spPr>
          <a:xfrm>
            <a:off x="0" y="808629"/>
            <a:ext cx="4912242" cy="488543"/>
          </a:xfrm>
          <a:prstGeom prst="rect">
            <a:avLst/>
          </a:prstGeom>
          <a:solidFill>
            <a:srgbClr val="61A423"/>
          </a:solidFill>
        </p:spPr>
        <p:txBody>
          <a:bodyPr vert="horz" wrap="square" lIns="91440" tIns="45720" rIns="0" bIns="45720" rtlCol="0" anchor="b">
            <a:normAutofit fontScale="92500" lnSpcReduction="20000"/>
          </a:bodyPr>
          <a:lstStyle>
            <a:lvl1pPr marL="450850" indent="0" algn="l" defTabSz="457200" rtl="0" eaLnBrk="1" latinLnBrk="0" hangingPunct="1">
              <a:spcBef>
                <a:spcPct val="0"/>
              </a:spcBef>
              <a:buClr>
                <a:schemeClr val="accent1"/>
              </a:buClr>
              <a:buSzPct val="100000"/>
              <a:buFont typeface="Wingdings" charset="2"/>
              <a:buNone/>
              <a:defRPr lang="de-DE" sz="3200" b="1" i="1" kern="1200" cap="all" baseline="0" dirty="0" smtClean="0">
                <a:solidFill>
                  <a:schemeClr val="bg1"/>
                </a:solidFill>
                <a:latin typeface="Arial"/>
                <a:ea typeface="+mj-ea"/>
                <a:cs typeface="Arial"/>
              </a:defRPr>
            </a:lvl1pPr>
            <a:lvl2pPr marL="450850" indent="0" algn="l" defTabSz="457200" rtl="0" eaLnBrk="1" latinLnBrk="0" hangingPunct="1">
              <a:spcBef>
                <a:spcPct val="0"/>
              </a:spcBef>
              <a:buSzPct val="100000"/>
              <a:buFont typeface="Wingdings" charset="2"/>
              <a:buNone/>
              <a:tabLst/>
              <a:defRPr lang="de-DE" sz="3000" b="1" i="1" kern="1200" cap="all" baseline="0" dirty="0" smtClean="0">
                <a:solidFill>
                  <a:schemeClr val="bg1"/>
                </a:solidFill>
                <a:latin typeface="Arial"/>
                <a:ea typeface="+mj-ea"/>
                <a:cs typeface="Arial"/>
              </a:defRPr>
            </a:lvl2pPr>
            <a:lvl3pPr marL="450850" indent="0" algn="l" defTabSz="457200" rtl="0" eaLnBrk="1" latinLnBrk="0" hangingPunct="1">
              <a:spcBef>
                <a:spcPct val="0"/>
              </a:spcBef>
              <a:buClr>
                <a:schemeClr val="accent6"/>
              </a:buClr>
              <a:buSzPct val="100000"/>
              <a:buFont typeface="Wingdings" charset="2"/>
              <a:buNone/>
              <a:defRPr lang="de-DE" sz="3000" b="1" i="1" kern="1200" cap="all" baseline="0" dirty="0" smtClean="0">
                <a:solidFill>
                  <a:schemeClr val="bg1"/>
                </a:solidFill>
                <a:latin typeface="Arial"/>
                <a:ea typeface="+mj-ea"/>
                <a:cs typeface="Arial"/>
              </a:defRPr>
            </a:lvl3pPr>
            <a:lvl4pPr marL="450850" indent="0" algn="l" defTabSz="457200" rtl="0" eaLnBrk="1" latinLnBrk="0" hangingPunct="1">
              <a:spcBef>
                <a:spcPct val="0"/>
              </a:spcBef>
              <a:buFont typeface="Arial"/>
              <a:buNone/>
              <a:defRPr lang="de-DE" sz="3000" b="1" i="1" kern="1200" cap="all" baseline="0" dirty="0" smtClean="0">
                <a:solidFill>
                  <a:schemeClr val="bg1"/>
                </a:solidFill>
                <a:latin typeface="Arial"/>
                <a:ea typeface="+mj-ea"/>
                <a:cs typeface="Arial"/>
              </a:defRPr>
            </a:lvl4pPr>
            <a:lvl5pPr marL="450850" indent="0" algn="l" defTabSz="457200" rtl="0" eaLnBrk="1" latinLnBrk="0" hangingPunct="1">
              <a:spcBef>
                <a:spcPct val="0"/>
              </a:spcBef>
              <a:buFont typeface="Arial"/>
              <a:buNone/>
              <a:defRPr lang="de-DE" sz="3000" b="1" i="1" kern="1200" cap="all" baseline="0" dirty="0" smtClean="0">
                <a:solidFill>
                  <a:schemeClr val="bg1"/>
                </a:solidFill>
                <a:latin typeface="Arial"/>
                <a:ea typeface="+mj-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dirty="0"/>
              <a:t>Content</a:t>
            </a:r>
          </a:p>
        </p:txBody>
      </p:sp>
      <p:sp>
        <p:nvSpPr>
          <p:cNvPr id="3" name="Fußzeilenplatzhalter 4">
            <a:extLst>
              <a:ext uri="{FF2B5EF4-FFF2-40B4-BE49-F238E27FC236}">
                <a16:creationId xmlns:a16="http://schemas.microsoft.com/office/drawing/2014/main" id="{06610122-0B9A-C4F0-6F07-EF7367A4CE9F}"/>
              </a:ext>
            </a:extLst>
          </p:cNvPr>
          <p:cNvSpPr>
            <a:spLocks noGrp="1"/>
          </p:cNvSpPr>
          <p:nvPr>
            <p:ph type="ftr" sz="quarter" idx="3"/>
          </p:nvPr>
        </p:nvSpPr>
        <p:spPr>
          <a:xfrm>
            <a:off x="2481977" y="4816800"/>
            <a:ext cx="5236372" cy="288000"/>
          </a:xfrm>
          <a:prstGeom prst="rect">
            <a:avLst/>
          </a:prstGeom>
        </p:spPr>
        <p:txBody>
          <a:bodyPr wrap="none" lIns="0" tIns="0" rIns="0" bIns="0" anchor="ctr" anchorCtr="0"/>
          <a:lstStyle>
            <a:lvl1pPr>
              <a:defRPr sz="800" baseline="0">
                <a:solidFill>
                  <a:schemeClr val="accent4"/>
                </a:solidFill>
              </a:defRPr>
            </a:lvl1pPr>
          </a:lstStyle>
          <a:p>
            <a:r>
              <a:rPr lang="de-DE" dirty="0"/>
              <a:t>| </a:t>
            </a:r>
            <a:r>
              <a:rPr lang="en-US" dirty="0"/>
              <a:t>Company presentation</a:t>
            </a:r>
            <a:endParaRPr lang="de-DE" dirty="0"/>
          </a:p>
        </p:txBody>
      </p:sp>
      <p:sp>
        <p:nvSpPr>
          <p:cNvPr id="5" name="Datumsplatzhalter 2">
            <a:extLst>
              <a:ext uri="{FF2B5EF4-FFF2-40B4-BE49-F238E27FC236}">
                <a16:creationId xmlns:a16="http://schemas.microsoft.com/office/drawing/2014/main" id="{293BAD9D-0B01-CA46-94FE-21EB1D9BB377}"/>
              </a:ext>
            </a:extLst>
          </p:cNvPr>
          <p:cNvSpPr>
            <a:spLocks noGrp="1"/>
          </p:cNvSpPr>
          <p:nvPr>
            <p:ph type="dt" sz="half" idx="2"/>
          </p:nvPr>
        </p:nvSpPr>
        <p:spPr>
          <a:xfrm>
            <a:off x="2206800" y="4819822"/>
            <a:ext cx="335852" cy="288000"/>
          </a:xfrm>
          <a:prstGeom prst="rect">
            <a:avLst/>
          </a:prstGeom>
        </p:spPr>
        <p:txBody>
          <a:bodyPr lIns="0" tIns="0" rIns="0" bIns="0" anchor="ctr" anchorCtr="0"/>
          <a:lstStyle>
            <a:lvl1pPr>
              <a:defRPr sz="800">
                <a:solidFill>
                  <a:schemeClr val="accent4"/>
                </a:solidFill>
              </a:defRPr>
            </a:lvl1pPr>
          </a:lstStyle>
          <a:p>
            <a:r>
              <a:rPr lang="de-DE" dirty="0"/>
              <a:t>2025</a:t>
            </a:r>
          </a:p>
        </p:txBody>
      </p:sp>
    </p:spTree>
    <p:extLst>
      <p:ext uri="{BB962C8B-B14F-4D97-AF65-F5344CB8AC3E}">
        <p14:creationId xmlns:p14="http://schemas.microsoft.com/office/powerpoint/2010/main" val="3685908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a:xfrm>
            <a:off x="536574" y="1707106"/>
            <a:ext cx="4060825" cy="2814888"/>
          </a:xfrm>
        </p:spPr>
        <p:txBody>
          <a:bodyPr>
            <a:normAutofit/>
          </a:bodyPr>
          <a:lstStyle/>
          <a:p>
            <a:r>
              <a:rPr lang="en-GB" b="1" dirty="0"/>
              <a:t>Headquartered</a:t>
            </a:r>
            <a:r>
              <a:rPr lang="en-GB" dirty="0"/>
              <a:t> in Bonn</a:t>
            </a:r>
          </a:p>
          <a:p>
            <a:r>
              <a:rPr lang="en-GB" dirty="0"/>
              <a:t>More than 700 experts throughout Germany </a:t>
            </a:r>
          </a:p>
          <a:p>
            <a:pPr>
              <a:lnSpc>
                <a:spcPct val="120000"/>
              </a:lnSpc>
            </a:pPr>
            <a:r>
              <a:rPr lang="en-GB" b="1" dirty="0"/>
              <a:t>5 locations </a:t>
            </a:r>
            <a:r>
              <a:rPr lang="en-GB" dirty="0"/>
              <a:t>(Hamburg, Berlin, Frankfurt, Stuttgart, Munich) and various development facilities</a:t>
            </a:r>
          </a:p>
          <a:p>
            <a:r>
              <a:rPr lang="en-GB" b="1" dirty="0"/>
              <a:t>Founded</a:t>
            </a:r>
            <a:r>
              <a:rPr lang="en-GB" dirty="0"/>
              <a:t> in 1999 </a:t>
            </a:r>
          </a:p>
        </p:txBody>
      </p:sp>
      <p:sp>
        <p:nvSpPr>
          <p:cNvPr id="27" name="Bildplatzhalter 26"/>
          <p:cNvSpPr>
            <a:spLocks noGrp="1"/>
          </p:cNvSpPr>
          <p:nvPr>
            <p:ph type="pic" sz="quarter" idx="14"/>
          </p:nvPr>
        </p:nvSpPr>
        <p:spPr/>
        <p:txBody>
          <a:bodyPr/>
          <a:lstStyle/>
          <a:p>
            <a:endParaRPr lang="en-GB" dirty="0"/>
          </a:p>
        </p:txBody>
      </p:sp>
      <p:sp>
        <p:nvSpPr>
          <p:cNvPr id="7" name="Textplatzhalter 6"/>
          <p:cNvSpPr>
            <a:spLocks noGrp="1"/>
          </p:cNvSpPr>
          <p:nvPr>
            <p:ph type="body" sz="quarter" idx="16"/>
          </p:nvPr>
        </p:nvSpPr>
        <p:spPr/>
        <p:txBody>
          <a:bodyPr/>
          <a:lstStyle/>
          <a:p>
            <a:r>
              <a:rPr lang="en-GB" dirty="0"/>
              <a:t>About us</a:t>
            </a:r>
          </a:p>
        </p:txBody>
      </p:sp>
      <p:sp>
        <p:nvSpPr>
          <p:cNvPr id="8" name="Titel 7"/>
          <p:cNvSpPr>
            <a:spLocks noGrp="1"/>
          </p:cNvSpPr>
          <p:nvPr>
            <p:ph type="title"/>
          </p:nvPr>
        </p:nvSpPr>
        <p:spPr/>
        <p:txBody>
          <a:bodyPr/>
          <a:lstStyle/>
          <a:p>
            <a:r>
              <a:rPr lang="en-GB" dirty="0"/>
              <a:t>Aok Systems Facts and Figures</a:t>
            </a:r>
          </a:p>
        </p:txBody>
      </p:sp>
      <p:pic>
        <p:nvPicPr>
          <p:cNvPr id="4" name="Grafik 3">
            <a:extLst>
              <a:ext uri="{FF2B5EF4-FFF2-40B4-BE49-F238E27FC236}">
                <a16:creationId xmlns:a16="http://schemas.microsoft.com/office/drawing/2014/main" id="{B32DC53D-8512-9FE6-863B-EECE55A097F6}"/>
              </a:ext>
            </a:extLst>
          </p:cNvPr>
          <p:cNvPicPr>
            <a:picLocks noChangeAspect="1"/>
          </p:cNvPicPr>
          <p:nvPr/>
        </p:nvPicPr>
        <p:blipFill>
          <a:blip r:embed="rId3"/>
          <a:stretch>
            <a:fillRect/>
          </a:stretch>
        </p:blipFill>
        <p:spPr>
          <a:xfrm>
            <a:off x="4793546" y="1677107"/>
            <a:ext cx="3438442" cy="2706859"/>
          </a:xfrm>
          <a:prstGeom prst="rect">
            <a:avLst/>
          </a:prstGeom>
        </p:spPr>
      </p:pic>
      <p:sp>
        <p:nvSpPr>
          <p:cNvPr id="6" name="Fußzeilenplatzhalter 4">
            <a:extLst>
              <a:ext uri="{FF2B5EF4-FFF2-40B4-BE49-F238E27FC236}">
                <a16:creationId xmlns:a16="http://schemas.microsoft.com/office/drawing/2014/main" id="{E3D1DCD1-0F23-1EFD-F9A6-C3102B22AFBC}"/>
              </a:ext>
            </a:extLst>
          </p:cNvPr>
          <p:cNvSpPr>
            <a:spLocks noGrp="1"/>
          </p:cNvSpPr>
          <p:nvPr>
            <p:ph type="ftr" sz="quarter" idx="3"/>
          </p:nvPr>
        </p:nvSpPr>
        <p:spPr>
          <a:xfrm>
            <a:off x="2481977" y="4816800"/>
            <a:ext cx="5236372" cy="288000"/>
          </a:xfrm>
          <a:prstGeom prst="rect">
            <a:avLst/>
          </a:prstGeom>
        </p:spPr>
        <p:txBody>
          <a:bodyPr wrap="none" lIns="0" tIns="0" rIns="0" bIns="0" anchor="ctr" anchorCtr="0"/>
          <a:lstStyle>
            <a:lvl1pPr>
              <a:defRPr sz="800" baseline="0">
                <a:solidFill>
                  <a:schemeClr val="accent4"/>
                </a:solidFill>
              </a:defRPr>
            </a:lvl1pPr>
          </a:lstStyle>
          <a:p>
            <a:r>
              <a:rPr lang="de-DE"/>
              <a:t>| HANA Tech Con </a:t>
            </a:r>
            <a:endParaRPr lang="de-DE" dirty="0"/>
          </a:p>
        </p:txBody>
      </p:sp>
      <p:sp>
        <p:nvSpPr>
          <p:cNvPr id="9" name="Datumsplatzhalter 2">
            <a:extLst>
              <a:ext uri="{FF2B5EF4-FFF2-40B4-BE49-F238E27FC236}">
                <a16:creationId xmlns:a16="http://schemas.microsoft.com/office/drawing/2014/main" id="{EB6D12C1-48ED-DC20-CBED-7AB821CF6915}"/>
              </a:ext>
            </a:extLst>
          </p:cNvPr>
          <p:cNvSpPr>
            <a:spLocks noGrp="1"/>
          </p:cNvSpPr>
          <p:nvPr>
            <p:ph type="dt" sz="half" idx="2"/>
          </p:nvPr>
        </p:nvSpPr>
        <p:spPr>
          <a:xfrm>
            <a:off x="2206800" y="4819822"/>
            <a:ext cx="335852" cy="288000"/>
          </a:xfrm>
          <a:prstGeom prst="rect">
            <a:avLst/>
          </a:prstGeom>
        </p:spPr>
        <p:txBody>
          <a:bodyPr lIns="0" tIns="0" rIns="0" bIns="0" anchor="ctr" anchorCtr="0"/>
          <a:lstStyle>
            <a:lvl1pPr>
              <a:defRPr sz="800">
                <a:solidFill>
                  <a:schemeClr val="accent4"/>
                </a:solidFill>
              </a:defRPr>
            </a:lvl1pPr>
          </a:lstStyle>
          <a:p>
            <a:r>
              <a:rPr lang="de-DE"/>
              <a:t>2025</a:t>
            </a:r>
            <a:endParaRPr lang="de-DE" dirty="0"/>
          </a:p>
        </p:txBody>
      </p:sp>
    </p:spTree>
    <p:extLst>
      <p:ext uri="{BB962C8B-B14F-4D97-AF65-F5344CB8AC3E}">
        <p14:creationId xmlns:p14="http://schemas.microsoft.com/office/powerpoint/2010/main" val="3849509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uppieren 95">
            <a:extLst>
              <a:ext uri="{FF2B5EF4-FFF2-40B4-BE49-F238E27FC236}">
                <a16:creationId xmlns:a16="http://schemas.microsoft.com/office/drawing/2014/main" id="{0ACD7266-578C-F075-2550-9C42341792AA}"/>
              </a:ext>
            </a:extLst>
          </p:cNvPr>
          <p:cNvGrpSpPr/>
          <p:nvPr/>
        </p:nvGrpSpPr>
        <p:grpSpPr>
          <a:xfrm>
            <a:off x="392488" y="1399852"/>
            <a:ext cx="2551170" cy="3452520"/>
            <a:chOff x="4969192" y="1147315"/>
            <a:chExt cx="2860864" cy="3871913"/>
          </a:xfrm>
          <a:solidFill>
            <a:schemeClr val="accent6">
              <a:lumMod val="60000"/>
              <a:lumOff val="40000"/>
            </a:schemeClr>
          </a:solidFill>
          <a:effectLst>
            <a:outerShdw blurRad="50800" dist="38100" dir="2700000" algn="tl" rotWithShape="0">
              <a:prstClr val="black">
                <a:alpha val="40000"/>
              </a:prstClr>
            </a:outerShdw>
          </a:effectLst>
        </p:grpSpPr>
        <p:grpSp>
          <p:nvGrpSpPr>
            <p:cNvPr id="8" name="AOK Nordost">
              <a:extLst>
                <a:ext uri="{FF2B5EF4-FFF2-40B4-BE49-F238E27FC236}">
                  <a16:creationId xmlns:a16="http://schemas.microsoft.com/office/drawing/2014/main" id="{F70A3F5B-7553-E9C7-7375-1AF15F4BFC43}"/>
                </a:ext>
              </a:extLst>
            </p:cNvPr>
            <p:cNvGrpSpPr>
              <a:grpSpLocks/>
            </p:cNvGrpSpPr>
            <p:nvPr/>
          </p:nvGrpSpPr>
          <p:grpSpPr bwMode="auto">
            <a:xfrm>
              <a:off x="6440240" y="1316111"/>
              <a:ext cx="1284470" cy="1661988"/>
              <a:chOff x="5132388" y="1690688"/>
              <a:chExt cx="1606550" cy="2032001"/>
            </a:xfrm>
            <a:grpFill/>
          </p:grpSpPr>
          <p:sp>
            <p:nvSpPr>
              <p:cNvPr id="43" name="AOK Nordost">
                <a:extLst>
                  <a:ext uri="{FF2B5EF4-FFF2-40B4-BE49-F238E27FC236}">
                    <a16:creationId xmlns:a16="http://schemas.microsoft.com/office/drawing/2014/main" id="{B62089CB-3123-F655-2800-78C690AF3405}"/>
                  </a:ext>
                </a:extLst>
              </p:cNvPr>
              <p:cNvSpPr>
                <a:spLocks/>
              </p:cNvSpPr>
              <p:nvPr/>
            </p:nvSpPr>
            <p:spPr bwMode="auto">
              <a:xfrm>
                <a:off x="5132388" y="1822451"/>
                <a:ext cx="1606550" cy="1900238"/>
              </a:xfrm>
              <a:custGeom>
                <a:avLst/>
                <a:gdLst>
                  <a:gd name="T0" fmla="*/ 2147483647 w 1012"/>
                  <a:gd name="T1" fmla="*/ 2147483647 h 1197"/>
                  <a:gd name="T2" fmla="*/ 2147483647 w 1012"/>
                  <a:gd name="T3" fmla="*/ 2147483647 h 1197"/>
                  <a:gd name="T4" fmla="*/ 2147483647 w 1012"/>
                  <a:gd name="T5" fmla="*/ 2147483647 h 1197"/>
                  <a:gd name="T6" fmla="*/ 2147483647 w 1012"/>
                  <a:gd name="T7" fmla="*/ 2147483647 h 1197"/>
                  <a:gd name="T8" fmla="*/ 2147483647 w 1012"/>
                  <a:gd name="T9" fmla="*/ 2147483647 h 1197"/>
                  <a:gd name="T10" fmla="*/ 2147483647 w 1012"/>
                  <a:gd name="T11" fmla="*/ 2147483647 h 1197"/>
                  <a:gd name="T12" fmla="*/ 2147483647 w 1012"/>
                  <a:gd name="T13" fmla="*/ 2147483647 h 1197"/>
                  <a:gd name="T14" fmla="*/ 2147483647 w 1012"/>
                  <a:gd name="T15" fmla="*/ 2147483647 h 1197"/>
                  <a:gd name="T16" fmla="*/ 2147483647 w 1012"/>
                  <a:gd name="T17" fmla="*/ 2147483647 h 1197"/>
                  <a:gd name="T18" fmla="*/ 2147483647 w 1012"/>
                  <a:gd name="T19" fmla="*/ 2147483647 h 1197"/>
                  <a:gd name="T20" fmla="*/ 2147483647 w 1012"/>
                  <a:gd name="T21" fmla="*/ 2147483647 h 1197"/>
                  <a:gd name="T22" fmla="*/ 2147483647 w 1012"/>
                  <a:gd name="T23" fmla="*/ 2147483647 h 1197"/>
                  <a:gd name="T24" fmla="*/ 2147483647 w 1012"/>
                  <a:gd name="T25" fmla="*/ 2147483647 h 1197"/>
                  <a:gd name="T26" fmla="*/ 2147483647 w 1012"/>
                  <a:gd name="T27" fmla="*/ 2147483647 h 1197"/>
                  <a:gd name="T28" fmla="*/ 2147483647 w 1012"/>
                  <a:gd name="T29" fmla="*/ 2147483647 h 1197"/>
                  <a:gd name="T30" fmla="*/ 2147483647 w 1012"/>
                  <a:gd name="T31" fmla="*/ 2147483647 h 1197"/>
                  <a:gd name="T32" fmla="*/ 2147483647 w 1012"/>
                  <a:gd name="T33" fmla="*/ 2147483647 h 1197"/>
                  <a:gd name="T34" fmla="*/ 2147483647 w 1012"/>
                  <a:gd name="T35" fmla="*/ 2147483647 h 1197"/>
                  <a:gd name="T36" fmla="*/ 2147483647 w 1012"/>
                  <a:gd name="T37" fmla="*/ 2147483647 h 1197"/>
                  <a:gd name="T38" fmla="*/ 2147483647 w 1012"/>
                  <a:gd name="T39" fmla="*/ 2147483647 h 1197"/>
                  <a:gd name="T40" fmla="*/ 2147483647 w 1012"/>
                  <a:gd name="T41" fmla="*/ 0 h 1197"/>
                  <a:gd name="T42" fmla="*/ 2147483647 w 1012"/>
                  <a:gd name="T43" fmla="*/ 2147483647 h 1197"/>
                  <a:gd name="T44" fmla="*/ 2147483647 w 1012"/>
                  <a:gd name="T45" fmla="*/ 2147483647 h 1197"/>
                  <a:gd name="T46" fmla="*/ 2147483647 w 1012"/>
                  <a:gd name="T47" fmla="*/ 2147483647 h 1197"/>
                  <a:gd name="T48" fmla="*/ 2147483647 w 1012"/>
                  <a:gd name="T49" fmla="*/ 2147483647 h 1197"/>
                  <a:gd name="T50" fmla="*/ 2147483647 w 1012"/>
                  <a:gd name="T51" fmla="*/ 2147483647 h 1197"/>
                  <a:gd name="T52" fmla="*/ 2147483647 w 1012"/>
                  <a:gd name="T53" fmla="*/ 2147483647 h 1197"/>
                  <a:gd name="T54" fmla="*/ 2147483647 w 1012"/>
                  <a:gd name="T55" fmla="*/ 2147483647 h 1197"/>
                  <a:gd name="T56" fmla="*/ 2147483647 w 1012"/>
                  <a:gd name="T57" fmla="*/ 2147483647 h 1197"/>
                  <a:gd name="T58" fmla="*/ 2147483647 w 1012"/>
                  <a:gd name="T59" fmla="*/ 2147483647 h 1197"/>
                  <a:gd name="T60" fmla="*/ 2147483647 w 1012"/>
                  <a:gd name="T61" fmla="*/ 2147483647 h 1197"/>
                  <a:gd name="T62" fmla="*/ 2147483647 w 1012"/>
                  <a:gd name="T63" fmla="*/ 2147483647 h 1197"/>
                  <a:gd name="T64" fmla="*/ 2147483647 w 1012"/>
                  <a:gd name="T65" fmla="*/ 2147483647 h 1197"/>
                  <a:gd name="T66" fmla="*/ 2147483647 w 1012"/>
                  <a:gd name="T67" fmla="*/ 2147483647 h 1197"/>
                  <a:gd name="T68" fmla="*/ 2147483647 w 1012"/>
                  <a:gd name="T69" fmla="*/ 2147483647 h 1197"/>
                  <a:gd name="T70" fmla="*/ 2147483647 w 1012"/>
                  <a:gd name="T71" fmla="*/ 2147483647 h 1197"/>
                  <a:gd name="T72" fmla="*/ 2147483647 w 1012"/>
                  <a:gd name="T73" fmla="*/ 2147483647 h 1197"/>
                  <a:gd name="T74" fmla="*/ 2147483647 w 1012"/>
                  <a:gd name="T75" fmla="*/ 2147483647 h 1197"/>
                  <a:gd name="T76" fmla="*/ 2147483647 w 1012"/>
                  <a:gd name="T77" fmla="*/ 2147483647 h 1197"/>
                  <a:gd name="T78" fmla="*/ 2147483647 w 1012"/>
                  <a:gd name="T79" fmla="*/ 2147483647 h 1197"/>
                  <a:gd name="T80" fmla="*/ 2147483647 w 1012"/>
                  <a:gd name="T81" fmla="*/ 2147483647 h 1197"/>
                  <a:gd name="T82" fmla="*/ 2147483647 w 1012"/>
                  <a:gd name="T83" fmla="*/ 2147483647 h 1197"/>
                  <a:gd name="T84" fmla="*/ 2147483647 w 1012"/>
                  <a:gd name="T85" fmla="*/ 2147483647 h 1197"/>
                  <a:gd name="T86" fmla="*/ 2147483647 w 1012"/>
                  <a:gd name="T87" fmla="*/ 2147483647 h 1197"/>
                  <a:gd name="T88" fmla="*/ 2147483647 w 1012"/>
                  <a:gd name="T89" fmla="*/ 2147483647 h 1197"/>
                  <a:gd name="T90" fmla="*/ 2147483647 w 1012"/>
                  <a:gd name="T91" fmla="*/ 2147483647 h 1197"/>
                  <a:gd name="T92" fmla="*/ 2147483647 w 1012"/>
                  <a:gd name="T93" fmla="*/ 2147483647 h 1197"/>
                  <a:gd name="T94" fmla="*/ 2147483647 w 1012"/>
                  <a:gd name="T95" fmla="*/ 2147483647 h 1197"/>
                  <a:gd name="T96" fmla="*/ 2147483647 w 1012"/>
                  <a:gd name="T97" fmla="*/ 2147483647 h 1197"/>
                  <a:gd name="T98" fmla="*/ 2147483647 w 1012"/>
                  <a:gd name="T99" fmla="*/ 2147483647 h 1197"/>
                  <a:gd name="T100" fmla="*/ 2147483647 w 1012"/>
                  <a:gd name="T101" fmla="*/ 2147483647 h 1197"/>
                  <a:gd name="T102" fmla="*/ 2147483647 w 1012"/>
                  <a:gd name="T103" fmla="*/ 2147483647 h 1197"/>
                  <a:gd name="T104" fmla="*/ 2147483647 w 1012"/>
                  <a:gd name="T105" fmla="*/ 2147483647 h 1197"/>
                  <a:gd name="T106" fmla="*/ 2147483647 w 1012"/>
                  <a:gd name="T107" fmla="*/ 2147483647 h 1197"/>
                  <a:gd name="T108" fmla="*/ 2147483647 w 1012"/>
                  <a:gd name="T109" fmla="*/ 2147483647 h 1197"/>
                  <a:gd name="T110" fmla="*/ 2147483647 w 1012"/>
                  <a:gd name="T111" fmla="*/ 2147483647 h 1197"/>
                  <a:gd name="T112" fmla="*/ 2147483647 w 1012"/>
                  <a:gd name="T113" fmla="*/ 2147483647 h 1197"/>
                  <a:gd name="T114" fmla="*/ 2147483647 w 1012"/>
                  <a:gd name="T115" fmla="*/ 2147483647 h 1197"/>
                  <a:gd name="T116" fmla="*/ 2147483647 w 1012"/>
                  <a:gd name="T117" fmla="*/ 2147483647 h 1197"/>
                  <a:gd name="T118" fmla="*/ 2147483647 w 1012"/>
                  <a:gd name="T119" fmla="*/ 2147483647 h 1197"/>
                  <a:gd name="T120" fmla="*/ 2147483647 w 1012"/>
                  <a:gd name="T121" fmla="*/ 2147483647 h 1197"/>
                  <a:gd name="T122" fmla="*/ 2147483647 w 1012"/>
                  <a:gd name="T123" fmla="*/ 2147483647 h 119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012"/>
                  <a:gd name="T187" fmla="*/ 0 h 1197"/>
                  <a:gd name="T188" fmla="*/ 892 w 1012"/>
                  <a:gd name="T189" fmla="*/ 560 h 119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012" h="1197">
                    <a:moveTo>
                      <a:pt x="965" y="997"/>
                    </a:moveTo>
                    <a:lnTo>
                      <a:pt x="967" y="1002"/>
                    </a:lnTo>
                    <a:lnTo>
                      <a:pt x="967" y="988"/>
                    </a:lnTo>
                    <a:lnTo>
                      <a:pt x="973" y="981"/>
                    </a:lnTo>
                    <a:lnTo>
                      <a:pt x="980" y="970"/>
                    </a:lnTo>
                    <a:lnTo>
                      <a:pt x="986" y="961"/>
                    </a:lnTo>
                    <a:lnTo>
                      <a:pt x="992" y="952"/>
                    </a:lnTo>
                    <a:lnTo>
                      <a:pt x="994" y="946"/>
                    </a:lnTo>
                    <a:lnTo>
                      <a:pt x="991" y="942"/>
                    </a:lnTo>
                    <a:lnTo>
                      <a:pt x="991" y="936"/>
                    </a:lnTo>
                    <a:lnTo>
                      <a:pt x="991" y="928"/>
                    </a:lnTo>
                    <a:lnTo>
                      <a:pt x="991" y="930"/>
                    </a:lnTo>
                    <a:lnTo>
                      <a:pt x="995" y="924"/>
                    </a:lnTo>
                    <a:lnTo>
                      <a:pt x="1000" y="918"/>
                    </a:lnTo>
                    <a:lnTo>
                      <a:pt x="1001" y="913"/>
                    </a:lnTo>
                    <a:lnTo>
                      <a:pt x="1001" y="906"/>
                    </a:lnTo>
                    <a:lnTo>
                      <a:pt x="1000" y="895"/>
                    </a:lnTo>
                    <a:lnTo>
                      <a:pt x="989" y="889"/>
                    </a:lnTo>
                    <a:lnTo>
                      <a:pt x="983" y="888"/>
                    </a:lnTo>
                    <a:lnTo>
                      <a:pt x="977" y="880"/>
                    </a:lnTo>
                    <a:lnTo>
                      <a:pt x="983" y="871"/>
                    </a:lnTo>
                    <a:lnTo>
                      <a:pt x="986" y="864"/>
                    </a:lnTo>
                    <a:lnTo>
                      <a:pt x="985" y="867"/>
                    </a:lnTo>
                    <a:lnTo>
                      <a:pt x="988" y="849"/>
                    </a:lnTo>
                    <a:lnTo>
                      <a:pt x="986" y="840"/>
                    </a:lnTo>
                    <a:lnTo>
                      <a:pt x="980" y="834"/>
                    </a:lnTo>
                    <a:lnTo>
                      <a:pt x="974" y="831"/>
                    </a:lnTo>
                    <a:lnTo>
                      <a:pt x="970" y="826"/>
                    </a:lnTo>
                    <a:lnTo>
                      <a:pt x="965" y="823"/>
                    </a:lnTo>
                    <a:lnTo>
                      <a:pt x="953" y="825"/>
                    </a:lnTo>
                    <a:lnTo>
                      <a:pt x="950" y="823"/>
                    </a:lnTo>
                    <a:lnTo>
                      <a:pt x="947" y="826"/>
                    </a:lnTo>
                    <a:lnTo>
                      <a:pt x="949" y="817"/>
                    </a:lnTo>
                    <a:lnTo>
                      <a:pt x="952" y="808"/>
                    </a:lnTo>
                    <a:lnTo>
                      <a:pt x="949" y="798"/>
                    </a:lnTo>
                    <a:lnTo>
                      <a:pt x="940" y="781"/>
                    </a:lnTo>
                    <a:lnTo>
                      <a:pt x="944" y="786"/>
                    </a:lnTo>
                    <a:lnTo>
                      <a:pt x="940" y="774"/>
                    </a:lnTo>
                    <a:lnTo>
                      <a:pt x="941" y="768"/>
                    </a:lnTo>
                    <a:lnTo>
                      <a:pt x="947" y="760"/>
                    </a:lnTo>
                    <a:lnTo>
                      <a:pt x="949" y="750"/>
                    </a:lnTo>
                    <a:lnTo>
                      <a:pt x="955" y="742"/>
                    </a:lnTo>
                    <a:lnTo>
                      <a:pt x="962" y="736"/>
                    </a:lnTo>
                    <a:lnTo>
                      <a:pt x="955" y="732"/>
                    </a:lnTo>
                    <a:lnTo>
                      <a:pt x="947" y="724"/>
                    </a:lnTo>
                    <a:lnTo>
                      <a:pt x="950" y="717"/>
                    </a:lnTo>
                    <a:lnTo>
                      <a:pt x="950" y="712"/>
                    </a:lnTo>
                    <a:lnTo>
                      <a:pt x="955" y="709"/>
                    </a:lnTo>
                    <a:lnTo>
                      <a:pt x="953" y="708"/>
                    </a:lnTo>
                    <a:lnTo>
                      <a:pt x="947" y="702"/>
                    </a:lnTo>
                    <a:lnTo>
                      <a:pt x="940" y="694"/>
                    </a:lnTo>
                    <a:lnTo>
                      <a:pt x="937" y="688"/>
                    </a:lnTo>
                    <a:lnTo>
                      <a:pt x="935" y="687"/>
                    </a:lnTo>
                    <a:lnTo>
                      <a:pt x="923" y="681"/>
                    </a:lnTo>
                    <a:lnTo>
                      <a:pt x="914" y="676"/>
                    </a:lnTo>
                    <a:lnTo>
                      <a:pt x="905" y="670"/>
                    </a:lnTo>
                    <a:lnTo>
                      <a:pt x="899" y="661"/>
                    </a:lnTo>
                    <a:lnTo>
                      <a:pt x="892" y="648"/>
                    </a:lnTo>
                    <a:lnTo>
                      <a:pt x="884" y="643"/>
                    </a:lnTo>
                    <a:lnTo>
                      <a:pt x="878" y="639"/>
                    </a:lnTo>
                    <a:lnTo>
                      <a:pt x="869" y="636"/>
                    </a:lnTo>
                    <a:lnTo>
                      <a:pt x="863" y="634"/>
                    </a:lnTo>
                    <a:lnTo>
                      <a:pt x="848" y="624"/>
                    </a:lnTo>
                    <a:lnTo>
                      <a:pt x="856" y="628"/>
                    </a:lnTo>
                    <a:lnTo>
                      <a:pt x="838" y="619"/>
                    </a:lnTo>
                    <a:lnTo>
                      <a:pt x="829" y="615"/>
                    </a:lnTo>
                    <a:lnTo>
                      <a:pt x="832" y="606"/>
                    </a:lnTo>
                    <a:lnTo>
                      <a:pt x="835" y="598"/>
                    </a:lnTo>
                    <a:lnTo>
                      <a:pt x="836" y="591"/>
                    </a:lnTo>
                    <a:lnTo>
                      <a:pt x="838" y="580"/>
                    </a:lnTo>
                    <a:lnTo>
                      <a:pt x="838" y="573"/>
                    </a:lnTo>
                    <a:lnTo>
                      <a:pt x="841" y="567"/>
                    </a:lnTo>
                    <a:lnTo>
                      <a:pt x="844" y="564"/>
                    </a:lnTo>
                    <a:lnTo>
                      <a:pt x="850" y="558"/>
                    </a:lnTo>
                    <a:lnTo>
                      <a:pt x="856" y="553"/>
                    </a:lnTo>
                    <a:lnTo>
                      <a:pt x="862" y="549"/>
                    </a:lnTo>
                    <a:lnTo>
                      <a:pt x="868" y="541"/>
                    </a:lnTo>
                    <a:lnTo>
                      <a:pt x="877" y="534"/>
                    </a:lnTo>
                    <a:lnTo>
                      <a:pt x="883" y="528"/>
                    </a:lnTo>
                    <a:lnTo>
                      <a:pt x="886" y="517"/>
                    </a:lnTo>
                    <a:lnTo>
                      <a:pt x="887" y="502"/>
                    </a:lnTo>
                    <a:lnTo>
                      <a:pt x="886" y="487"/>
                    </a:lnTo>
                    <a:lnTo>
                      <a:pt x="880" y="480"/>
                    </a:lnTo>
                    <a:lnTo>
                      <a:pt x="884" y="471"/>
                    </a:lnTo>
                    <a:lnTo>
                      <a:pt x="895" y="463"/>
                    </a:lnTo>
                    <a:lnTo>
                      <a:pt x="902" y="451"/>
                    </a:lnTo>
                    <a:lnTo>
                      <a:pt x="884" y="442"/>
                    </a:lnTo>
                    <a:lnTo>
                      <a:pt x="892" y="442"/>
                    </a:lnTo>
                    <a:lnTo>
                      <a:pt x="891" y="420"/>
                    </a:lnTo>
                    <a:lnTo>
                      <a:pt x="884" y="414"/>
                    </a:lnTo>
                    <a:lnTo>
                      <a:pt x="878" y="390"/>
                    </a:lnTo>
                    <a:lnTo>
                      <a:pt x="877" y="376"/>
                    </a:lnTo>
                    <a:lnTo>
                      <a:pt x="874" y="370"/>
                    </a:lnTo>
                    <a:lnTo>
                      <a:pt x="872" y="362"/>
                    </a:lnTo>
                    <a:lnTo>
                      <a:pt x="863" y="351"/>
                    </a:lnTo>
                    <a:lnTo>
                      <a:pt x="863" y="342"/>
                    </a:lnTo>
                    <a:lnTo>
                      <a:pt x="860" y="333"/>
                    </a:lnTo>
                    <a:lnTo>
                      <a:pt x="860" y="317"/>
                    </a:lnTo>
                    <a:lnTo>
                      <a:pt x="857" y="312"/>
                    </a:lnTo>
                    <a:lnTo>
                      <a:pt x="853" y="307"/>
                    </a:lnTo>
                    <a:lnTo>
                      <a:pt x="850" y="286"/>
                    </a:lnTo>
                    <a:lnTo>
                      <a:pt x="843" y="287"/>
                    </a:lnTo>
                    <a:lnTo>
                      <a:pt x="835" y="285"/>
                    </a:lnTo>
                    <a:lnTo>
                      <a:pt x="836" y="281"/>
                    </a:lnTo>
                    <a:lnTo>
                      <a:pt x="857" y="282"/>
                    </a:lnTo>
                    <a:lnTo>
                      <a:pt x="864" y="279"/>
                    </a:lnTo>
                    <a:lnTo>
                      <a:pt x="859" y="274"/>
                    </a:lnTo>
                    <a:lnTo>
                      <a:pt x="853" y="270"/>
                    </a:lnTo>
                    <a:lnTo>
                      <a:pt x="847" y="268"/>
                    </a:lnTo>
                    <a:lnTo>
                      <a:pt x="838" y="261"/>
                    </a:lnTo>
                    <a:lnTo>
                      <a:pt x="839" y="265"/>
                    </a:lnTo>
                    <a:lnTo>
                      <a:pt x="832" y="264"/>
                    </a:lnTo>
                    <a:lnTo>
                      <a:pt x="828" y="270"/>
                    </a:lnTo>
                    <a:lnTo>
                      <a:pt x="816" y="271"/>
                    </a:lnTo>
                    <a:lnTo>
                      <a:pt x="817" y="279"/>
                    </a:lnTo>
                    <a:lnTo>
                      <a:pt x="823" y="287"/>
                    </a:lnTo>
                    <a:lnTo>
                      <a:pt x="815" y="285"/>
                    </a:lnTo>
                    <a:lnTo>
                      <a:pt x="800" y="268"/>
                    </a:lnTo>
                    <a:lnTo>
                      <a:pt x="795" y="267"/>
                    </a:lnTo>
                    <a:lnTo>
                      <a:pt x="803" y="278"/>
                    </a:lnTo>
                    <a:lnTo>
                      <a:pt x="793" y="274"/>
                    </a:lnTo>
                    <a:lnTo>
                      <a:pt x="777" y="258"/>
                    </a:lnTo>
                    <a:lnTo>
                      <a:pt x="763" y="247"/>
                    </a:lnTo>
                    <a:lnTo>
                      <a:pt x="761" y="250"/>
                    </a:lnTo>
                    <a:lnTo>
                      <a:pt x="756" y="243"/>
                    </a:lnTo>
                    <a:lnTo>
                      <a:pt x="750" y="241"/>
                    </a:lnTo>
                    <a:lnTo>
                      <a:pt x="740" y="233"/>
                    </a:lnTo>
                    <a:lnTo>
                      <a:pt x="738" y="229"/>
                    </a:lnTo>
                    <a:lnTo>
                      <a:pt x="741" y="226"/>
                    </a:lnTo>
                    <a:lnTo>
                      <a:pt x="742" y="218"/>
                    </a:lnTo>
                    <a:lnTo>
                      <a:pt x="753" y="208"/>
                    </a:lnTo>
                    <a:lnTo>
                      <a:pt x="760" y="205"/>
                    </a:lnTo>
                    <a:lnTo>
                      <a:pt x="754" y="197"/>
                    </a:lnTo>
                    <a:lnTo>
                      <a:pt x="749" y="194"/>
                    </a:lnTo>
                    <a:lnTo>
                      <a:pt x="741" y="182"/>
                    </a:lnTo>
                    <a:lnTo>
                      <a:pt x="723" y="173"/>
                    </a:lnTo>
                    <a:lnTo>
                      <a:pt x="724" y="162"/>
                    </a:lnTo>
                    <a:lnTo>
                      <a:pt x="733" y="146"/>
                    </a:lnTo>
                    <a:lnTo>
                      <a:pt x="734" y="138"/>
                    </a:lnTo>
                    <a:lnTo>
                      <a:pt x="717" y="124"/>
                    </a:lnTo>
                    <a:lnTo>
                      <a:pt x="710" y="121"/>
                    </a:lnTo>
                    <a:lnTo>
                      <a:pt x="709" y="115"/>
                    </a:lnTo>
                    <a:lnTo>
                      <a:pt x="713" y="109"/>
                    </a:lnTo>
                    <a:lnTo>
                      <a:pt x="709" y="111"/>
                    </a:lnTo>
                    <a:lnTo>
                      <a:pt x="709" y="110"/>
                    </a:lnTo>
                    <a:lnTo>
                      <a:pt x="695" y="121"/>
                    </a:lnTo>
                    <a:lnTo>
                      <a:pt x="683" y="125"/>
                    </a:lnTo>
                    <a:lnTo>
                      <a:pt x="665" y="128"/>
                    </a:lnTo>
                    <a:lnTo>
                      <a:pt x="656" y="132"/>
                    </a:lnTo>
                    <a:lnTo>
                      <a:pt x="658" y="139"/>
                    </a:lnTo>
                    <a:lnTo>
                      <a:pt x="661" y="143"/>
                    </a:lnTo>
                    <a:lnTo>
                      <a:pt x="658" y="145"/>
                    </a:lnTo>
                    <a:lnTo>
                      <a:pt x="656" y="152"/>
                    </a:lnTo>
                    <a:lnTo>
                      <a:pt x="650" y="144"/>
                    </a:lnTo>
                    <a:lnTo>
                      <a:pt x="650" y="141"/>
                    </a:lnTo>
                    <a:lnTo>
                      <a:pt x="645" y="125"/>
                    </a:lnTo>
                    <a:lnTo>
                      <a:pt x="644" y="128"/>
                    </a:lnTo>
                    <a:lnTo>
                      <a:pt x="643" y="114"/>
                    </a:lnTo>
                    <a:lnTo>
                      <a:pt x="639" y="110"/>
                    </a:lnTo>
                    <a:lnTo>
                      <a:pt x="637" y="115"/>
                    </a:lnTo>
                    <a:lnTo>
                      <a:pt x="631" y="116"/>
                    </a:lnTo>
                    <a:lnTo>
                      <a:pt x="632" y="110"/>
                    </a:lnTo>
                    <a:lnTo>
                      <a:pt x="627" y="107"/>
                    </a:lnTo>
                    <a:lnTo>
                      <a:pt x="624" y="103"/>
                    </a:lnTo>
                    <a:lnTo>
                      <a:pt x="620" y="99"/>
                    </a:lnTo>
                    <a:lnTo>
                      <a:pt x="610" y="84"/>
                    </a:lnTo>
                    <a:lnTo>
                      <a:pt x="606" y="82"/>
                    </a:lnTo>
                    <a:lnTo>
                      <a:pt x="602" y="85"/>
                    </a:lnTo>
                    <a:lnTo>
                      <a:pt x="591" y="86"/>
                    </a:lnTo>
                    <a:lnTo>
                      <a:pt x="593" y="83"/>
                    </a:lnTo>
                    <a:lnTo>
                      <a:pt x="587" y="82"/>
                    </a:lnTo>
                    <a:lnTo>
                      <a:pt x="586" y="78"/>
                    </a:lnTo>
                    <a:lnTo>
                      <a:pt x="575" y="89"/>
                    </a:lnTo>
                    <a:lnTo>
                      <a:pt x="565" y="86"/>
                    </a:lnTo>
                    <a:lnTo>
                      <a:pt x="564" y="83"/>
                    </a:lnTo>
                    <a:lnTo>
                      <a:pt x="559" y="86"/>
                    </a:lnTo>
                    <a:lnTo>
                      <a:pt x="557" y="83"/>
                    </a:lnTo>
                    <a:lnTo>
                      <a:pt x="552" y="85"/>
                    </a:lnTo>
                    <a:lnTo>
                      <a:pt x="550" y="75"/>
                    </a:lnTo>
                    <a:lnTo>
                      <a:pt x="546" y="75"/>
                    </a:lnTo>
                    <a:lnTo>
                      <a:pt x="549" y="68"/>
                    </a:lnTo>
                    <a:lnTo>
                      <a:pt x="553" y="69"/>
                    </a:lnTo>
                    <a:lnTo>
                      <a:pt x="555" y="66"/>
                    </a:lnTo>
                    <a:lnTo>
                      <a:pt x="555" y="55"/>
                    </a:lnTo>
                    <a:lnTo>
                      <a:pt x="560" y="53"/>
                    </a:lnTo>
                    <a:lnTo>
                      <a:pt x="564" y="45"/>
                    </a:lnTo>
                    <a:lnTo>
                      <a:pt x="559" y="38"/>
                    </a:lnTo>
                    <a:lnTo>
                      <a:pt x="555" y="40"/>
                    </a:lnTo>
                    <a:lnTo>
                      <a:pt x="548" y="30"/>
                    </a:lnTo>
                    <a:lnTo>
                      <a:pt x="547" y="17"/>
                    </a:lnTo>
                    <a:lnTo>
                      <a:pt x="543" y="15"/>
                    </a:lnTo>
                    <a:lnTo>
                      <a:pt x="539" y="19"/>
                    </a:lnTo>
                    <a:lnTo>
                      <a:pt x="529" y="19"/>
                    </a:lnTo>
                    <a:lnTo>
                      <a:pt x="528" y="21"/>
                    </a:lnTo>
                    <a:lnTo>
                      <a:pt x="519" y="23"/>
                    </a:lnTo>
                    <a:lnTo>
                      <a:pt x="514" y="34"/>
                    </a:lnTo>
                    <a:lnTo>
                      <a:pt x="515" y="44"/>
                    </a:lnTo>
                    <a:lnTo>
                      <a:pt x="506" y="59"/>
                    </a:lnTo>
                    <a:lnTo>
                      <a:pt x="502" y="57"/>
                    </a:lnTo>
                    <a:lnTo>
                      <a:pt x="499" y="44"/>
                    </a:lnTo>
                    <a:lnTo>
                      <a:pt x="493" y="35"/>
                    </a:lnTo>
                    <a:lnTo>
                      <a:pt x="492" y="46"/>
                    </a:lnTo>
                    <a:lnTo>
                      <a:pt x="486" y="41"/>
                    </a:lnTo>
                    <a:lnTo>
                      <a:pt x="484" y="48"/>
                    </a:lnTo>
                    <a:lnTo>
                      <a:pt x="479" y="37"/>
                    </a:lnTo>
                    <a:lnTo>
                      <a:pt x="477" y="41"/>
                    </a:lnTo>
                    <a:lnTo>
                      <a:pt x="475" y="50"/>
                    </a:lnTo>
                    <a:lnTo>
                      <a:pt x="474" y="40"/>
                    </a:lnTo>
                    <a:lnTo>
                      <a:pt x="466" y="40"/>
                    </a:lnTo>
                    <a:lnTo>
                      <a:pt x="458" y="47"/>
                    </a:lnTo>
                    <a:lnTo>
                      <a:pt x="452" y="48"/>
                    </a:lnTo>
                    <a:lnTo>
                      <a:pt x="446" y="41"/>
                    </a:lnTo>
                    <a:lnTo>
                      <a:pt x="440" y="43"/>
                    </a:lnTo>
                    <a:lnTo>
                      <a:pt x="445" y="48"/>
                    </a:lnTo>
                    <a:lnTo>
                      <a:pt x="441" y="55"/>
                    </a:lnTo>
                    <a:lnTo>
                      <a:pt x="431" y="54"/>
                    </a:lnTo>
                    <a:lnTo>
                      <a:pt x="428" y="60"/>
                    </a:lnTo>
                    <a:lnTo>
                      <a:pt x="430" y="68"/>
                    </a:lnTo>
                    <a:lnTo>
                      <a:pt x="420" y="71"/>
                    </a:lnTo>
                    <a:lnTo>
                      <a:pt x="414" y="79"/>
                    </a:lnTo>
                    <a:lnTo>
                      <a:pt x="422" y="84"/>
                    </a:lnTo>
                    <a:lnTo>
                      <a:pt x="422" y="89"/>
                    </a:lnTo>
                    <a:lnTo>
                      <a:pt x="415" y="88"/>
                    </a:lnTo>
                    <a:lnTo>
                      <a:pt x="410" y="83"/>
                    </a:lnTo>
                    <a:lnTo>
                      <a:pt x="406" y="83"/>
                    </a:lnTo>
                    <a:lnTo>
                      <a:pt x="399" y="72"/>
                    </a:lnTo>
                    <a:lnTo>
                      <a:pt x="404" y="65"/>
                    </a:lnTo>
                    <a:lnTo>
                      <a:pt x="406" y="58"/>
                    </a:lnTo>
                    <a:lnTo>
                      <a:pt x="409" y="55"/>
                    </a:lnTo>
                    <a:lnTo>
                      <a:pt x="411" y="41"/>
                    </a:lnTo>
                    <a:lnTo>
                      <a:pt x="418" y="38"/>
                    </a:lnTo>
                    <a:lnTo>
                      <a:pt x="422" y="30"/>
                    </a:lnTo>
                    <a:lnTo>
                      <a:pt x="437" y="42"/>
                    </a:lnTo>
                    <a:lnTo>
                      <a:pt x="439" y="37"/>
                    </a:lnTo>
                    <a:lnTo>
                      <a:pt x="454" y="34"/>
                    </a:lnTo>
                    <a:lnTo>
                      <a:pt x="450" y="27"/>
                    </a:lnTo>
                    <a:lnTo>
                      <a:pt x="458" y="24"/>
                    </a:lnTo>
                    <a:lnTo>
                      <a:pt x="456" y="17"/>
                    </a:lnTo>
                    <a:lnTo>
                      <a:pt x="453" y="13"/>
                    </a:lnTo>
                    <a:lnTo>
                      <a:pt x="464" y="16"/>
                    </a:lnTo>
                    <a:lnTo>
                      <a:pt x="470" y="23"/>
                    </a:lnTo>
                    <a:lnTo>
                      <a:pt x="471" y="19"/>
                    </a:lnTo>
                    <a:lnTo>
                      <a:pt x="475" y="20"/>
                    </a:lnTo>
                    <a:lnTo>
                      <a:pt x="475" y="17"/>
                    </a:lnTo>
                    <a:lnTo>
                      <a:pt x="481" y="26"/>
                    </a:lnTo>
                    <a:lnTo>
                      <a:pt x="492" y="24"/>
                    </a:lnTo>
                    <a:lnTo>
                      <a:pt x="494" y="27"/>
                    </a:lnTo>
                    <a:lnTo>
                      <a:pt x="497" y="22"/>
                    </a:lnTo>
                    <a:lnTo>
                      <a:pt x="507" y="20"/>
                    </a:lnTo>
                    <a:lnTo>
                      <a:pt x="511" y="23"/>
                    </a:lnTo>
                    <a:lnTo>
                      <a:pt x="521" y="19"/>
                    </a:lnTo>
                    <a:lnTo>
                      <a:pt x="524" y="12"/>
                    </a:lnTo>
                    <a:lnTo>
                      <a:pt x="518" y="13"/>
                    </a:lnTo>
                    <a:lnTo>
                      <a:pt x="517" y="12"/>
                    </a:lnTo>
                    <a:lnTo>
                      <a:pt x="485" y="15"/>
                    </a:lnTo>
                    <a:lnTo>
                      <a:pt x="457" y="9"/>
                    </a:lnTo>
                    <a:lnTo>
                      <a:pt x="437" y="7"/>
                    </a:lnTo>
                    <a:lnTo>
                      <a:pt x="434" y="0"/>
                    </a:lnTo>
                    <a:lnTo>
                      <a:pt x="430" y="0"/>
                    </a:lnTo>
                    <a:lnTo>
                      <a:pt x="417" y="31"/>
                    </a:lnTo>
                    <a:lnTo>
                      <a:pt x="410" y="38"/>
                    </a:lnTo>
                    <a:lnTo>
                      <a:pt x="396" y="69"/>
                    </a:lnTo>
                    <a:lnTo>
                      <a:pt x="387" y="80"/>
                    </a:lnTo>
                    <a:lnTo>
                      <a:pt x="380" y="85"/>
                    </a:lnTo>
                    <a:lnTo>
                      <a:pt x="365" y="91"/>
                    </a:lnTo>
                    <a:lnTo>
                      <a:pt x="361" y="97"/>
                    </a:lnTo>
                    <a:lnTo>
                      <a:pt x="355" y="105"/>
                    </a:lnTo>
                    <a:lnTo>
                      <a:pt x="353" y="111"/>
                    </a:lnTo>
                    <a:lnTo>
                      <a:pt x="345" y="119"/>
                    </a:lnTo>
                    <a:lnTo>
                      <a:pt x="339" y="121"/>
                    </a:lnTo>
                    <a:lnTo>
                      <a:pt x="343" y="125"/>
                    </a:lnTo>
                    <a:lnTo>
                      <a:pt x="350" y="121"/>
                    </a:lnTo>
                    <a:lnTo>
                      <a:pt x="349" y="129"/>
                    </a:lnTo>
                    <a:lnTo>
                      <a:pt x="337" y="132"/>
                    </a:lnTo>
                    <a:lnTo>
                      <a:pt x="342" y="150"/>
                    </a:lnTo>
                    <a:lnTo>
                      <a:pt x="348" y="152"/>
                    </a:lnTo>
                    <a:lnTo>
                      <a:pt x="350" y="154"/>
                    </a:lnTo>
                    <a:lnTo>
                      <a:pt x="343" y="153"/>
                    </a:lnTo>
                    <a:lnTo>
                      <a:pt x="338" y="149"/>
                    </a:lnTo>
                    <a:lnTo>
                      <a:pt x="336" y="142"/>
                    </a:lnTo>
                    <a:lnTo>
                      <a:pt x="337" y="138"/>
                    </a:lnTo>
                    <a:lnTo>
                      <a:pt x="335" y="133"/>
                    </a:lnTo>
                    <a:lnTo>
                      <a:pt x="337" y="125"/>
                    </a:lnTo>
                    <a:lnTo>
                      <a:pt x="334" y="120"/>
                    </a:lnTo>
                    <a:lnTo>
                      <a:pt x="322" y="121"/>
                    </a:lnTo>
                    <a:lnTo>
                      <a:pt x="320" y="122"/>
                    </a:lnTo>
                    <a:lnTo>
                      <a:pt x="292" y="135"/>
                    </a:lnTo>
                    <a:lnTo>
                      <a:pt x="271" y="138"/>
                    </a:lnTo>
                    <a:lnTo>
                      <a:pt x="262" y="134"/>
                    </a:lnTo>
                    <a:lnTo>
                      <a:pt x="245" y="133"/>
                    </a:lnTo>
                    <a:lnTo>
                      <a:pt x="230" y="149"/>
                    </a:lnTo>
                    <a:lnTo>
                      <a:pt x="216" y="158"/>
                    </a:lnTo>
                    <a:lnTo>
                      <a:pt x="210" y="164"/>
                    </a:lnTo>
                    <a:lnTo>
                      <a:pt x="212" y="173"/>
                    </a:lnTo>
                    <a:lnTo>
                      <a:pt x="229" y="153"/>
                    </a:lnTo>
                    <a:lnTo>
                      <a:pt x="233" y="159"/>
                    </a:lnTo>
                    <a:lnTo>
                      <a:pt x="232" y="167"/>
                    </a:lnTo>
                    <a:lnTo>
                      <a:pt x="223" y="170"/>
                    </a:lnTo>
                    <a:lnTo>
                      <a:pt x="225" y="176"/>
                    </a:lnTo>
                    <a:lnTo>
                      <a:pt x="218" y="184"/>
                    </a:lnTo>
                    <a:lnTo>
                      <a:pt x="214" y="185"/>
                    </a:lnTo>
                    <a:lnTo>
                      <a:pt x="209" y="182"/>
                    </a:lnTo>
                    <a:lnTo>
                      <a:pt x="209" y="187"/>
                    </a:lnTo>
                    <a:lnTo>
                      <a:pt x="214" y="188"/>
                    </a:lnTo>
                    <a:lnTo>
                      <a:pt x="209" y="195"/>
                    </a:lnTo>
                    <a:lnTo>
                      <a:pt x="209" y="201"/>
                    </a:lnTo>
                    <a:lnTo>
                      <a:pt x="206" y="205"/>
                    </a:lnTo>
                    <a:lnTo>
                      <a:pt x="210" y="208"/>
                    </a:lnTo>
                    <a:lnTo>
                      <a:pt x="206" y="209"/>
                    </a:lnTo>
                    <a:lnTo>
                      <a:pt x="204" y="223"/>
                    </a:lnTo>
                    <a:lnTo>
                      <a:pt x="204" y="230"/>
                    </a:lnTo>
                    <a:lnTo>
                      <a:pt x="196" y="238"/>
                    </a:lnTo>
                    <a:lnTo>
                      <a:pt x="193" y="238"/>
                    </a:lnTo>
                    <a:lnTo>
                      <a:pt x="193" y="236"/>
                    </a:lnTo>
                    <a:lnTo>
                      <a:pt x="187" y="231"/>
                    </a:lnTo>
                    <a:lnTo>
                      <a:pt x="184" y="227"/>
                    </a:lnTo>
                    <a:lnTo>
                      <a:pt x="185" y="223"/>
                    </a:lnTo>
                    <a:lnTo>
                      <a:pt x="172" y="220"/>
                    </a:lnTo>
                    <a:lnTo>
                      <a:pt x="167" y="209"/>
                    </a:lnTo>
                    <a:lnTo>
                      <a:pt x="161" y="218"/>
                    </a:lnTo>
                    <a:lnTo>
                      <a:pt x="154" y="219"/>
                    </a:lnTo>
                    <a:lnTo>
                      <a:pt x="148" y="216"/>
                    </a:lnTo>
                    <a:lnTo>
                      <a:pt x="146" y="213"/>
                    </a:lnTo>
                    <a:lnTo>
                      <a:pt x="147" y="201"/>
                    </a:lnTo>
                    <a:lnTo>
                      <a:pt x="134" y="198"/>
                    </a:lnTo>
                    <a:lnTo>
                      <a:pt x="132" y="190"/>
                    </a:lnTo>
                    <a:lnTo>
                      <a:pt x="124" y="192"/>
                    </a:lnTo>
                    <a:lnTo>
                      <a:pt x="107" y="192"/>
                    </a:lnTo>
                    <a:lnTo>
                      <a:pt x="87" y="199"/>
                    </a:lnTo>
                    <a:lnTo>
                      <a:pt x="82" y="203"/>
                    </a:lnTo>
                    <a:lnTo>
                      <a:pt x="76" y="204"/>
                    </a:lnTo>
                    <a:lnTo>
                      <a:pt x="67" y="211"/>
                    </a:lnTo>
                    <a:lnTo>
                      <a:pt x="65" y="220"/>
                    </a:lnTo>
                    <a:lnTo>
                      <a:pt x="84" y="229"/>
                    </a:lnTo>
                    <a:lnTo>
                      <a:pt x="82" y="233"/>
                    </a:lnTo>
                    <a:lnTo>
                      <a:pt x="75" y="237"/>
                    </a:lnTo>
                    <a:lnTo>
                      <a:pt x="68" y="237"/>
                    </a:lnTo>
                    <a:lnTo>
                      <a:pt x="64" y="227"/>
                    </a:lnTo>
                    <a:lnTo>
                      <a:pt x="62" y="237"/>
                    </a:lnTo>
                    <a:lnTo>
                      <a:pt x="51" y="245"/>
                    </a:lnTo>
                    <a:lnTo>
                      <a:pt x="39" y="261"/>
                    </a:lnTo>
                    <a:lnTo>
                      <a:pt x="40" y="265"/>
                    </a:lnTo>
                    <a:lnTo>
                      <a:pt x="41" y="272"/>
                    </a:lnTo>
                    <a:lnTo>
                      <a:pt x="41" y="278"/>
                    </a:lnTo>
                    <a:lnTo>
                      <a:pt x="39" y="282"/>
                    </a:lnTo>
                    <a:lnTo>
                      <a:pt x="35" y="296"/>
                    </a:lnTo>
                    <a:lnTo>
                      <a:pt x="45" y="309"/>
                    </a:lnTo>
                    <a:lnTo>
                      <a:pt x="54" y="313"/>
                    </a:lnTo>
                    <a:lnTo>
                      <a:pt x="61" y="307"/>
                    </a:lnTo>
                    <a:lnTo>
                      <a:pt x="67" y="315"/>
                    </a:lnTo>
                    <a:lnTo>
                      <a:pt x="71" y="314"/>
                    </a:lnTo>
                    <a:lnTo>
                      <a:pt x="77" y="322"/>
                    </a:lnTo>
                    <a:lnTo>
                      <a:pt x="77" y="331"/>
                    </a:lnTo>
                    <a:lnTo>
                      <a:pt x="68" y="348"/>
                    </a:lnTo>
                    <a:lnTo>
                      <a:pt x="68" y="356"/>
                    </a:lnTo>
                    <a:lnTo>
                      <a:pt x="70" y="364"/>
                    </a:lnTo>
                    <a:lnTo>
                      <a:pt x="51" y="365"/>
                    </a:lnTo>
                    <a:lnTo>
                      <a:pt x="49" y="374"/>
                    </a:lnTo>
                    <a:lnTo>
                      <a:pt x="48" y="389"/>
                    </a:lnTo>
                    <a:lnTo>
                      <a:pt x="35" y="393"/>
                    </a:lnTo>
                    <a:lnTo>
                      <a:pt x="29" y="397"/>
                    </a:lnTo>
                    <a:lnTo>
                      <a:pt x="27" y="403"/>
                    </a:lnTo>
                    <a:lnTo>
                      <a:pt x="17" y="411"/>
                    </a:lnTo>
                    <a:lnTo>
                      <a:pt x="14" y="416"/>
                    </a:lnTo>
                    <a:lnTo>
                      <a:pt x="8" y="419"/>
                    </a:lnTo>
                    <a:lnTo>
                      <a:pt x="2" y="420"/>
                    </a:lnTo>
                    <a:lnTo>
                      <a:pt x="0" y="426"/>
                    </a:lnTo>
                    <a:lnTo>
                      <a:pt x="1" y="439"/>
                    </a:lnTo>
                    <a:lnTo>
                      <a:pt x="7" y="442"/>
                    </a:lnTo>
                    <a:lnTo>
                      <a:pt x="21" y="440"/>
                    </a:lnTo>
                    <a:lnTo>
                      <a:pt x="31" y="449"/>
                    </a:lnTo>
                    <a:lnTo>
                      <a:pt x="32" y="464"/>
                    </a:lnTo>
                    <a:lnTo>
                      <a:pt x="30" y="471"/>
                    </a:lnTo>
                    <a:lnTo>
                      <a:pt x="45" y="472"/>
                    </a:lnTo>
                    <a:lnTo>
                      <a:pt x="45" y="480"/>
                    </a:lnTo>
                    <a:lnTo>
                      <a:pt x="50" y="481"/>
                    </a:lnTo>
                    <a:lnTo>
                      <a:pt x="58" y="482"/>
                    </a:lnTo>
                    <a:lnTo>
                      <a:pt x="64" y="489"/>
                    </a:lnTo>
                    <a:lnTo>
                      <a:pt x="73" y="495"/>
                    </a:lnTo>
                    <a:lnTo>
                      <a:pt x="79" y="501"/>
                    </a:lnTo>
                    <a:lnTo>
                      <a:pt x="89" y="506"/>
                    </a:lnTo>
                    <a:lnTo>
                      <a:pt x="94" y="516"/>
                    </a:lnTo>
                    <a:lnTo>
                      <a:pt x="99" y="520"/>
                    </a:lnTo>
                    <a:lnTo>
                      <a:pt x="106" y="512"/>
                    </a:lnTo>
                    <a:lnTo>
                      <a:pt x="111" y="510"/>
                    </a:lnTo>
                    <a:lnTo>
                      <a:pt x="117" y="511"/>
                    </a:lnTo>
                    <a:lnTo>
                      <a:pt x="118" y="516"/>
                    </a:lnTo>
                    <a:lnTo>
                      <a:pt x="122" y="523"/>
                    </a:lnTo>
                    <a:lnTo>
                      <a:pt x="130" y="520"/>
                    </a:lnTo>
                    <a:lnTo>
                      <a:pt x="136" y="523"/>
                    </a:lnTo>
                    <a:lnTo>
                      <a:pt x="142" y="529"/>
                    </a:lnTo>
                    <a:lnTo>
                      <a:pt x="142" y="537"/>
                    </a:lnTo>
                    <a:lnTo>
                      <a:pt x="147" y="544"/>
                    </a:lnTo>
                    <a:lnTo>
                      <a:pt x="154" y="546"/>
                    </a:lnTo>
                    <a:lnTo>
                      <a:pt x="161" y="553"/>
                    </a:lnTo>
                    <a:lnTo>
                      <a:pt x="168" y="547"/>
                    </a:lnTo>
                    <a:lnTo>
                      <a:pt x="181" y="544"/>
                    </a:lnTo>
                    <a:lnTo>
                      <a:pt x="189" y="545"/>
                    </a:lnTo>
                    <a:lnTo>
                      <a:pt x="197" y="555"/>
                    </a:lnTo>
                    <a:lnTo>
                      <a:pt x="202" y="554"/>
                    </a:lnTo>
                    <a:lnTo>
                      <a:pt x="211" y="555"/>
                    </a:lnTo>
                    <a:lnTo>
                      <a:pt x="217" y="560"/>
                    </a:lnTo>
                    <a:lnTo>
                      <a:pt x="225" y="559"/>
                    </a:lnTo>
                    <a:lnTo>
                      <a:pt x="230" y="568"/>
                    </a:lnTo>
                    <a:lnTo>
                      <a:pt x="235" y="567"/>
                    </a:lnTo>
                    <a:lnTo>
                      <a:pt x="244" y="568"/>
                    </a:lnTo>
                    <a:lnTo>
                      <a:pt x="250" y="573"/>
                    </a:lnTo>
                    <a:lnTo>
                      <a:pt x="248" y="582"/>
                    </a:lnTo>
                    <a:lnTo>
                      <a:pt x="260" y="582"/>
                    </a:lnTo>
                    <a:lnTo>
                      <a:pt x="266" y="577"/>
                    </a:lnTo>
                    <a:lnTo>
                      <a:pt x="271" y="577"/>
                    </a:lnTo>
                    <a:lnTo>
                      <a:pt x="274" y="576"/>
                    </a:lnTo>
                    <a:lnTo>
                      <a:pt x="275" y="579"/>
                    </a:lnTo>
                    <a:lnTo>
                      <a:pt x="275" y="583"/>
                    </a:lnTo>
                    <a:lnTo>
                      <a:pt x="281" y="588"/>
                    </a:lnTo>
                    <a:lnTo>
                      <a:pt x="281" y="589"/>
                    </a:lnTo>
                    <a:lnTo>
                      <a:pt x="281" y="588"/>
                    </a:lnTo>
                    <a:lnTo>
                      <a:pt x="293" y="588"/>
                    </a:lnTo>
                    <a:lnTo>
                      <a:pt x="298" y="591"/>
                    </a:lnTo>
                    <a:lnTo>
                      <a:pt x="296" y="591"/>
                    </a:lnTo>
                    <a:lnTo>
                      <a:pt x="302" y="597"/>
                    </a:lnTo>
                    <a:lnTo>
                      <a:pt x="301" y="597"/>
                    </a:lnTo>
                    <a:lnTo>
                      <a:pt x="299" y="606"/>
                    </a:lnTo>
                    <a:lnTo>
                      <a:pt x="304" y="613"/>
                    </a:lnTo>
                    <a:lnTo>
                      <a:pt x="308" y="615"/>
                    </a:lnTo>
                    <a:lnTo>
                      <a:pt x="313" y="622"/>
                    </a:lnTo>
                    <a:lnTo>
                      <a:pt x="322" y="624"/>
                    </a:lnTo>
                    <a:lnTo>
                      <a:pt x="328" y="622"/>
                    </a:lnTo>
                    <a:lnTo>
                      <a:pt x="337" y="628"/>
                    </a:lnTo>
                    <a:lnTo>
                      <a:pt x="347" y="627"/>
                    </a:lnTo>
                    <a:lnTo>
                      <a:pt x="352" y="627"/>
                    </a:lnTo>
                    <a:lnTo>
                      <a:pt x="362" y="627"/>
                    </a:lnTo>
                    <a:lnTo>
                      <a:pt x="370" y="633"/>
                    </a:lnTo>
                    <a:lnTo>
                      <a:pt x="371" y="640"/>
                    </a:lnTo>
                    <a:lnTo>
                      <a:pt x="382" y="634"/>
                    </a:lnTo>
                    <a:lnTo>
                      <a:pt x="386" y="634"/>
                    </a:lnTo>
                    <a:lnTo>
                      <a:pt x="391" y="631"/>
                    </a:lnTo>
                    <a:lnTo>
                      <a:pt x="394" y="637"/>
                    </a:lnTo>
                    <a:lnTo>
                      <a:pt x="392" y="643"/>
                    </a:lnTo>
                    <a:lnTo>
                      <a:pt x="395" y="651"/>
                    </a:lnTo>
                    <a:lnTo>
                      <a:pt x="395" y="658"/>
                    </a:lnTo>
                    <a:lnTo>
                      <a:pt x="394" y="664"/>
                    </a:lnTo>
                    <a:lnTo>
                      <a:pt x="392" y="672"/>
                    </a:lnTo>
                    <a:lnTo>
                      <a:pt x="394" y="679"/>
                    </a:lnTo>
                    <a:lnTo>
                      <a:pt x="392" y="682"/>
                    </a:lnTo>
                    <a:lnTo>
                      <a:pt x="394" y="688"/>
                    </a:lnTo>
                    <a:lnTo>
                      <a:pt x="389" y="693"/>
                    </a:lnTo>
                    <a:lnTo>
                      <a:pt x="397" y="697"/>
                    </a:lnTo>
                    <a:lnTo>
                      <a:pt x="400" y="703"/>
                    </a:lnTo>
                    <a:lnTo>
                      <a:pt x="400" y="708"/>
                    </a:lnTo>
                    <a:lnTo>
                      <a:pt x="401" y="715"/>
                    </a:lnTo>
                    <a:lnTo>
                      <a:pt x="392" y="721"/>
                    </a:lnTo>
                    <a:lnTo>
                      <a:pt x="380" y="723"/>
                    </a:lnTo>
                    <a:lnTo>
                      <a:pt x="386" y="732"/>
                    </a:lnTo>
                    <a:lnTo>
                      <a:pt x="385" y="742"/>
                    </a:lnTo>
                    <a:lnTo>
                      <a:pt x="380" y="750"/>
                    </a:lnTo>
                    <a:lnTo>
                      <a:pt x="379" y="753"/>
                    </a:lnTo>
                    <a:lnTo>
                      <a:pt x="377" y="760"/>
                    </a:lnTo>
                    <a:lnTo>
                      <a:pt x="386" y="760"/>
                    </a:lnTo>
                    <a:lnTo>
                      <a:pt x="385" y="769"/>
                    </a:lnTo>
                    <a:lnTo>
                      <a:pt x="394" y="769"/>
                    </a:lnTo>
                    <a:lnTo>
                      <a:pt x="401" y="766"/>
                    </a:lnTo>
                    <a:lnTo>
                      <a:pt x="407" y="769"/>
                    </a:lnTo>
                    <a:lnTo>
                      <a:pt x="398" y="777"/>
                    </a:lnTo>
                    <a:lnTo>
                      <a:pt x="413" y="778"/>
                    </a:lnTo>
                    <a:lnTo>
                      <a:pt x="418" y="780"/>
                    </a:lnTo>
                    <a:lnTo>
                      <a:pt x="418" y="771"/>
                    </a:lnTo>
                    <a:lnTo>
                      <a:pt x="424" y="774"/>
                    </a:lnTo>
                    <a:lnTo>
                      <a:pt x="419" y="786"/>
                    </a:lnTo>
                    <a:lnTo>
                      <a:pt x="422" y="789"/>
                    </a:lnTo>
                    <a:lnTo>
                      <a:pt x="418" y="799"/>
                    </a:lnTo>
                    <a:lnTo>
                      <a:pt x="409" y="805"/>
                    </a:lnTo>
                    <a:lnTo>
                      <a:pt x="415" y="807"/>
                    </a:lnTo>
                    <a:lnTo>
                      <a:pt x="413" y="814"/>
                    </a:lnTo>
                    <a:lnTo>
                      <a:pt x="415" y="819"/>
                    </a:lnTo>
                    <a:lnTo>
                      <a:pt x="415" y="831"/>
                    </a:lnTo>
                    <a:lnTo>
                      <a:pt x="413" y="840"/>
                    </a:lnTo>
                    <a:lnTo>
                      <a:pt x="412" y="849"/>
                    </a:lnTo>
                    <a:lnTo>
                      <a:pt x="409" y="856"/>
                    </a:lnTo>
                    <a:lnTo>
                      <a:pt x="407" y="871"/>
                    </a:lnTo>
                    <a:lnTo>
                      <a:pt x="409" y="877"/>
                    </a:lnTo>
                    <a:lnTo>
                      <a:pt x="407" y="885"/>
                    </a:lnTo>
                    <a:lnTo>
                      <a:pt x="403" y="891"/>
                    </a:lnTo>
                    <a:lnTo>
                      <a:pt x="403" y="898"/>
                    </a:lnTo>
                    <a:lnTo>
                      <a:pt x="409" y="901"/>
                    </a:lnTo>
                    <a:lnTo>
                      <a:pt x="409" y="910"/>
                    </a:lnTo>
                    <a:lnTo>
                      <a:pt x="413" y="916"/>
                    </a:lnTo>
                    <a:lnTo>
                      <a:pt x="421" y="921"/>
                    </a:lnTo>
                    <a:lnTo>
                      <a:pt x="422" y="925"/>
                    </a:lnTo>
                    <a:lnTo>
                      <a:pt x="425" y="933"/>
                    </a:lnTo>
                    <a:lnTo>
                      <a:pt x="433" y="937"/>
                    </a:lnTo>
                    <a:lnTo>
                      <a:pt x="434" y="939"/>
                    </a:lnTo>
                    <a:lnTo>
                      <a:pt x="443" y="945"/>
                    </a:lnTo>
                    <a:lnTo>
                      <a:pt x="448" y="946"/>
                    </a:lnTo>
                    <a:lnTo>
                      <a:pt x="454" y="952"/>
                    </a:lnTo>
                    <a:lnTo>
                      <a:pt x="455" y="961"/>
                    </a:lnTo>
                    <a:lnTo>
                      <a:pt x="458" y="958"/>
                    </a:lnTo>
                    <a:lnTo>
                      <a:pt x="466" y="952"/>
                    </a:lnTo>
                    <a:lnTo>
                      <a:pt x="469" y="958"/>
                    </a:lnTo>
                    <a:lnTo>
                      <a:pt x="475" y="966"/>
                    </a:lnTo>
                    <a:lnTo>
                      <a:pt x="479" y="969"/>
                    </a:lnTo>
                    <a:lnTo>
                      <a:pt x="490" y="972"/>
                    </a:lnTo>
                    <a:lnTo>
                      <a:pt x="494" y="967"/>
                    </a:lnTo>
                    <a:lnTo>
                      <a:pt x="500" y="966"/>
                    </a:lnTo>
                    <a:lnTo>
                      <a:pt x="503" y="963"/>
                    </a:lnTo>
                    <a:lnTo>
                      <a:pt x="505" y="958"/>
                    </a:lnTo>
                    <a:lnTo>
                      <a:pt x="511" y="958"/>
                    </a:lnTo>
                    <a:lnTo>
                      <a:pt x="515" y="961"/>
                    </a:lnTo>
                    <a:lnTo>
                      <a:pt x="523" y="961"/>
                    </a:lnTo>
                    <a:lnTo>
                      <a:pt x="529" y="966"/>
                    </a:lnTo>
                    <a:lnTo>
                      <a:pt x="530" y="972"/>
                    </a:lnTo>
                    <a:lnTo>
                      <a:pt x="533" y="978"/>
                    </a:lnTo>
                    <a:lnTo>
                      <a:pt x="542" y="976"/>
                    </a:lnTo>
                    <a:lnTo>
                      <a:pt x="545" y="973"/>
                    </a:lnTo>
                    <a:lnTo>
                      <a:pt x="554" y="976"/>
                    </a:lnTo>
                    <a:lnTo>
                      <a:pt x="554" y="984"/>
                    </a:lnTo>
                    <a:lnTo>
                      <a:pt x="562" y="993"/>
                    </a:lnTo>
                    <a:lnTo>
                      <a:pt x="566" y="988"/>
                    </a:lnTo>
                    <a:lnTo>
                      <a:pt x="572" y="990"/>
                    </a:lnTo>
                    <a:lnTo>
                      <a:pt x="578" y="987"/>
                    </a:lnTo>
                    <a:lnTo>
                      <a:pt x="587" y="1000"/>
                    </a:lnTo>
                    <a:lnTo>
                      <a:pt x="590" y="994"/>
                    </a:lnTo>
                    <a:lnTo>
                      <a:pt x="601" y="997"/>
                    </a:lnTo>
                    <a:lnTo>
                      <a:pt x="602" y="1002"/>
                    </a:lnTo>
                    <a:lnTo>
                      <a:pt x="604" y="1008"/>
                    </a:lnTo>
                    <a:lnTo>
                      <a:pt x="611" y="1006"/>
                    </a:lnTo>
                    <a:lnTo>
                      <a:pt x="617" y="1006"/>
                    </a:lnTo>
                    <a:lnTo>
                      <a:pt x="625" y="1002"/>
                    </a:lnTo>
                    <a:lnTo>
                      <a:pt x="628" y="1008"/>
                    </a:lnTo>
                    <a:lnTo>
                      <a:pt x="631" y="1012"/>
                    </a:lnTo>
                    <a:lnTo>
                      <a:pt x="625" y="1012"/>
                    </a:lnTo>
                    <a:lnTo>
                      <a:pt x="623" y="1024"/>
                    </a:lnTo>
                    <a:lnTo>
                      <a:pt x="632" y="1032"/>
                    </a:lnTo>
                    <a:lnTo>
                      <a:pt x="637" y="1044"/>
                    </a:lnTo>
                    <a:lnTo>
                      <a:pt x="638" y="1053"/>
                    </a:lnTo>
                    <a:lnTo>
                      <a:pt x="631" y="1054"/>
                    </a:lnTo>
                    <a:lnTo>
                      <a:pt x="632" y="1059"/>
                    </a:lnTo>
                    <a:lnTo>
                      <a:pt x="641" y="1063"/>
                    </a:lnTo>
                    <a:lnTo>
                      <a:pt x="632" y="1068"/>
                    </a:lnTo>
                    <a:lnTo>
                      <a:pt x="631" y="1074"/>
                    </a:lnTo>
                    <a:lnTo>
                      <a:pt x="622" y="1084"/>
                    </a:lnTo>
                    <a:lnTo>
                      <a:pt x="614" y="1086"/>
                    </a:lnTo>
                    <a:lnTo>
                      <a:pt x="607" y="1093"/>
                    </a:lnTo>
                    <a:lnTo>
                      <a:pt x="614" y="1099"/>
                    </a:lnTo>
                    <a:lnTo>
                      <a:pt x="616" y="1105"/>
                    </a:lnTo>
                    <a:lnTo>
                      <a:pt x="622" y="1105"/>
                    </a:lnTo>
                    <a:lnTo>
                      <a:pt x="626" y="1105"/>
                    </a:lnTo>
                    <a:lnTo>
                      <a:pt x="637" y="1113"/>
                    </a:lnTo>
                    <a:lnTo>
                      <a:pt x="635" y="1120"/>
                    </a:lnTo>
                    <a:lnTo>
                      <a:pt x="640" y="1126"/>
                    </a:lnTo>
                    <a:lnTo>
                      <a:pt x="646" y="1134"/>
                    </a:lnTo>
                    <a:lnTo>
                      <a:pt x="646" y="1140"/>
                    </a:lnTo>
                    <a:lnTo>
                      <a:pt x="646" y="1149"/>
                    </a:lnTo>
                    <a:lnTo>
                      <a:pt x="647" y="1155"/>
                    </a:lnTo>
                    <a:lnTo>
                      <a:pt x="646" y="1161"/>
                    </a:lnTo>
                    <a:lnTo>
                      <a:pt x="646" y="1173"/>
                    </a:lnTo>
                    <a:lnTo>
                      <a:pt x="646" y="1170"/>
                    </a:lnTo>
                    <a:lnTo>
                      <a:pt x="650" y="1167"/>
                    </a:lnTo>
                    <a:lnTo>
                      <a:pt x="646" y="1173"/>
                    </a:lnTo>
                    <a:lnTo>
                      <a:pt x="649" y="1173"/>
                    </a:lnTo>
                    <a:lnTo>
                      <a:pt x="650" y="1179"/>
                    </a:lnTo>
                    <a:lnTo>
                      <a:pt x="656" y="1183"/>
                    </a:lnTo>
                    <a:lnTo>
                      <a:pt x="662" y="1189"/>
                    </a:lnTo>
                    <a:lnTo>
                      <a:pt x="668" y="1195"/>
                    </a:lnTo>
                    <a:lnTo>
                      <a:pt x="670" y="1188"/>
                    </a:lnTo>
                    <a:lnTo>
                      <a:pt x="671" y="1179"/>
                    </a:lnTo>
                    <a:lnTo>
                      <a:pt x="677" y="1183"/>
                    </a:lnTo>
                    <a:lnTo>
                      <a:pt x="682" y="1179"/>
                    </a:lnTo>
                    <a:lnTo>
                      <a:pt x="677" y="1174"/>
                    </a:lnTo>
                    <a:lnTo>
                      <a:pt x="680" y="1171"/>
                    </a:lnTo>
                    <a:lnTo>
                      <a:pt x="682" y="1182"/>
                    </a:lnTo>
                    <a:lnTo>
                      <a:pt x="688" y="1179"/>
                    </a:lnTo>
                    <a:lnTo>
                      <a:pt x="689" y="1171"/>
                    </a:lnTo>
                    <a:lnTo>
                      <a:pt x="697" y="1165"/>
                    </a:lnTo>
                    <a:lnTo>
                      <a:pt x="700" y="1168"/>
                    </a:lnTo>
                    <a:lnTo>
                      <a:pt x="703" y="1174"/>
                    </a:lnTo>
                    <a:lnTo>
                      <a:pt x="709" y="1170"/>
                    </a:lnTo>
                    <a:lnTo>
                      <a:pt x="713" y="1167"/>
                    </a:lnTo>
                    <a:lnTo>
                      <a:pt x="719" y="1170"/>
                    </a:lnTo>
                    <a:lnTo>
                      <a:pt x="725" y="1180"/>
                    </a:lnTo>
                    <a:lnTo>
                      <a:pt x="731" y="1180"/>
                    </a:lnTo>
                    <a:lnTo>
                      <a:pt x="734" y="1183"/>
                    </a:lnTo>
                    <a:lnTo>
                      <a:pt x="739" y="1186"/>
                    </a:lnTo>
                    <a:lnTo>
                      <a:pt x="742" y="1191"/>
                    </a:lnTo>
                    <a:lnTo>
                      <a:pt x="748" y="1185"/>
                    </a:lnTo>
                    <a:lnTo>
                      <a:pt x="754" y="1194"/>
                    </a:lnTo>
                    <a:lnTo>
                      <a:pt x="764" y="1197"/>
                    </a:lnTo>
                    <a:lnTo>
                      <a:pt x="773" y="1194"/>
                    </a:lnTo>
                    <a:lnTo>
                      <a:pt x="778" y="1195"/>
                    </a:lnTo>
                    <a:lnTo>
                      <a:pt x="781" y="1197"/>
                    </a:lnTo>
                    <a:lnTo>
                      <a:pt x="785" y="1194"/>
                    </a:lnTo>
                    <a:lnTo>
                      <a:pt x="788" y="1195"/>
                    </a:lnTo>
                    <a:lnTo>
                      <a:pt x="791" y="1195"/>
                    </a:lnTo>
                    <a:lnTo>
                      <a:pt x="796" y="1195"/>
                    </a:lnTo>
                    <a:lnTo>
                      <a:pt x="800" y="1191"/>
                    </a:lnTo>
                    <a:lnTo>
                      <a:pt x="805" y="1189"/>
                    </a:lnTo>
                    <a:lnTo>
                      <a:pt x="799" y="1186"/>
                    </a:lnTo>
                    <a:lnTo>
                      <a:pt x="791" y="1192"/>
                    </a:lnTo>
                    <a:lnTo>
                      <a:pt x="784" y="1195"/>
                    </a:lnTo>
                    <a:lnTo>
                      <a:pt x="811" y="1185"/>
                    </a:lnTo>
                    <a:lnTo>
                      <a:pt x="811" y="1186"/>
                    </a:lnTo>
                    <a:lnTo>
                      <a:pt x="817" y="1188"/>
                    </a:lnTo>
                    <a:lnTo>
                      <a:pt x="818" y="1182"/>
                    </a:lnTo>
                    <a:lnTo>
                      <a:pt x="824" y="1186"/>
                    </a:lnTo>
                    <a:lnTo>
                      <a:pt x="830" y="1180"/>
                    </a:lnTo>
                    <a:lnTo>
                      <a:pt x="838" y="1183"/>
                    </a:lnTo>
                    <a:lnTo>
                      <a:pt x="838" y="1185"/>
                    </a:lnTo>
                    <a:lnTo>
                      <a:pt x="838" y="1182"/>
                    </a:lnTo>
                    <a:lnTo>
                      <a:pt x="845" y="1189"/>
                    </a:lnTo>
                    <a:lnTo>
                      <a:pt x="848" y="1182"/>
                    </a:lnTo>
                    <a:lnTo>
                      <a:pt x="851" y="1176"/>
                    </a:lnTo>
                    <a:lnTo>
                      <a:pt x="853" y="1170"/>
                    </a:lnTo>
                    <a:lnTo>
                      <a:pt x="853" y="1165"/>
                    </a:lnTo>
                    <a:lnTo>
                      <a:pt x="850" y="1156"/>
                    </a:lnTo>
                    <a:lnTo>
                      <a:pt x="850" y="1147"/>
                    </a:lnTo>
                    <a:lnTo>
                      <a:pt x="859" y="1147"/>
                    </a:lnTo>
                    <a:lnTo>
                      <a:pt x="865" y="1144"/>
                    </a:lnTo>
                    <a:lnTo>
                      <a:pt x="859" y="1144"/>
                    </a:lnTo>
                    <a:lnTo>
                      <a:pt x="863" y="1138"/>
                    </a:lnTo>
                    <a:lnTo>
                      <a:pt x="869" y="1132"/>
                    </a:lnTo>
                    <a:lnTo>
                      <a:pt x="859" y="1132"/>
                    </a:lnTo>
                    <a:lnTo>
                      <a:pt x="863" y="1126"/>
                    </a:lnTo>
                    <a:lnTo>
                      <a:pt x="884" y="1125"/>
                    </a:lnTo>
                    <a:lnTo>
                      <a:pt x="892" y="1126"/>
                    </a:lnTo>
                    <a:lnTo>
                      <a:pt x="899" y="1125"/>
                    </a:lnTo>
                    <a:lnTo>
                      <a:pt x="899" y="1123"/>
                    </a:lnTo>
                    <a:lnTo>
                      <a:pt x="869" y="1122"/>
                    </a:lnTo>
                    <a:lnTo>
                      <a:pt x="878" y="1123"/>
                    </a:lnTo>
                    <a:lnTo>
                      <a:pt x="910" y="1125"/>
                    </a:lnTo>
                    <a:lnTo>
                      <a:pt x="919" y="1128"/>
                    </a:lnTo>
                    <a:lnTo>
                      <a:pt x="925" y="1128"/>
                    </a:lnTo>
                    <a:lnTo>
                      <a:pt x="934" y="1125"/>
                    </a:lnTo>
                    <a:lnTo>
                      <a:pt x="937" y="1117"/>
                    </a:lnTo>
                    <a:lnTo>
                      <a:pt x="940" y="1122"/>
                    </a:lnTo>
                    <a:lnTo>
                      <a:pt x="946" y="1120"/>
                    </a:lnTo>
                    <a:lnTo>
                      <a:pt x="950" y="1120"/>
                    </a:lnTo>
                    <a:lnTo>
                      <a:pt x="952" y="1113"/>
                    </a:lnTo>
                    <a:lnTo>
                      <a:pt x="962" y="1110"/>
                    </a:lnTo>
                    <a:lnTo>
                      <a:pt x="964" y="1110"/>
                    </a:lnTo>
                    <a:lnTo>
                      <a:pt x="971" y="1104"/>
                    </a:lnTo>
                    <a:lnTo>
                      <a:pt x="980" y="1102"/>
                    </a:lnTo>
                    <a:lnTo>
                      <a:pt x="986" y="1110"/>
                    </a:lnTo>
                    <a:lnTo>
                      <a:pt x="994" y="1107"/>
                    </a:lnTo>
                    <a:lnTo>
                      <a:pt x="994" y="1099"/>
                    </a:lnTo>
                    <a:lnTo>
                      <a:pt x="995" y="1093"/>
                    </a:lnTo>
                    <a:lnTo>
                      <a:pt x="994" y="1086"/>
                    </a:lnTo>
                    <a:lnTo>
                      <a:pt x="1001" y="1084"/>
                    </a:lnTo>
                    <a:lnTo>
                      <a:pt x="1012" y="1080"/>
                    </a:lnTo>
                    <a:lnTo>
                      <a:pt x="1012" y="1069"/>
                    </a:lnTo>
                    <a:lnTo>
                      <a:pt x="1010" y="1062"/>
                    </a:lnTo>
                    <a:lnTo>
                      <a:pt x="1006" y="1057"/>
                    </a:lnTo>
                    <a:lnTo>
                      <a:pt x="1001" y="1048"/>
                    </a:lnTo>
                    <a:lnTo>
                      <a:pt x="995" y="1036"/>
                    </a:lnTo>
                    <a:lnTo>
                      <a:pt x="986" y="1035"/>
                    </a:lnTo>
                    <a:lnTo>
                      <a:pt x="985" y="1026"/>
                    </a:lnTo>
                    <a:lnTo>
                      <a:pt x="982" y="1018"/>
                    </a:lnTo>
                    <a:lnTo>
                      <a:pt x="980" y="1008"/>
                    </a:lnTo>
                    <a:lnTo>
                      <a:pt x="971" y="1006"/>
                    </a:lnTo>
                  </a:path>
                </a:pathLst>
              </a:custGeom>
              <a:grpFill/>
              <a:ln w="1651" cap="flat" cmpd="sng">
                <a:solidFill>
                  <a:schemeClr val="bg2"/>
                </a:solidFill>
                <a:prstDash val="solid"/>
                <a:round/>
                <a:headEnd type="none" w="med" len="med"/>
                <a:tailEnd type="none" w="med" len="med"/>
              </a:ln>
            </p:spPr>
            <p:txBody>
              <a:bodyPr lIns="18000" rIns="18000" anchor="ctr">
                <a:spAutoFit/>
              </a:bodyPr>
              <a:lstStyle/>
              <a:p>
                <a:endParaRPr lang="de-DE" dirty="0"/>
              </a:p>
            </p:txBody>
          </p:sp>
          <p:sp>
            <p:nvSpPr>
              <p:cNvPr id="44" name="Freeform 8">
                <a:extLst>
                  <a:ext uri="{FF2B5EF4-FFF2-40B4-BE49-F238E27FC236}">
                    <a16:creationId xmlns:a16="http://schemas.microsoft.com/office/drawing/2014/main" id="{A00A42CE-3F35-AF9D-42CB-08FF8051FA00}"/>
                  </a:ext>
                </a:extLst>
              </p:cNvPr>
              <p:cNvSpPr>
                <a:spLocks/>
              </p:cNvSpPr>
              <p:nvPr/>
            </p:nvSpPr>
            <p:spPr bwMode="auto">
              <a:xfrm>
                <a:off x="6042025" y="1690688"/>
                <a:ext cx="231775" cy="285750"/>
              </a:xfrm>
              <a:custGeom>
                <a:avLst/>
                <a:gdLst>
                  <a:gd name="T0" fmla="*/ 2147483647 w 245"/>
                  <a:gd name="T1" fmla="*/ 2147483647 h 308"/>
                  <a:gd name="T2" fmla="*/ 2147483647 w 245"/>
                  <a:gd name="T3" fmla="*/ 2147483647 h 308"/>
                  <a:gd name="T4" fmla="*/ 2147483647 w 245"/>
                  <a:gd name="T5" fmla="*/ 2147483647 h 308"/>
                  <a:gd name="T6" fmla="*/ 2147483647 w 245"/>
                  <a:gd name="T7" fmla="*/ 2147483647 h 308"/>
                  <a:gd name="T8" fmla="*/ 2147483647 w 245"/>
                  <a:gd name="T9" fmla="*/ 2147483647 h 308"/>
                  <a:gd name="T10" fmla="*/ 2147483647 w 245"/>
                  <a:gd name="T11" fmla="*/ 2147483647 h 308"/>
                  <a:gd name="T12" fmla="*/ 2147483647 w 245"/>
                  <a:gd name="T13" fmla="*/ 2147483647 h 308"/>
                  <a:gd name="T14" fmla="*/ 2147483647 w 245"/>
                  <a:gd name="T15" fmla="*/ 2147483647 h 308"/>
                  <a:gd name="T16" fmla="*/ 2147483647 w 245"/>
                  <a:gd name="T17" fmla="*/ 2147483647 h 308"/>
                  <a:gd name="T18" fmla="*/ 2147483647 w 245"/>
                  <a:gd name="T19" fmla="*/ 2147483647 h 308"/>
                  <a:gd name="T20" fmla="*/ 2147483647 w 245"/>
                  <a:gd name="T21" fmla="*/ 2147483647 h 308"/>
                  <a:gd name="T22" fmla="*/ 2147483647 w 245"/>
                  <a:gd name="T23" fmla="*/ 2147483647 h 308"/>
                  <a:gd name="T24" fmla="*/ 2147483647 w 245"/>
                  <a:gd name="T25" fmla="*/ 2147483647 h 308"/>
                  <a:gd name="T26" fmla="*/ 2147483647 w 245"/>
                  <a:gd name="T27" fmla="*/ 2147483647 h 308"/>
                  <a:gd name="T28" fmla="*/ 2147483647 w 245"/>
                  <a:gd name="T29" fmla="*/ 2147483647 h 308"/>
                  <a:gd name="T30" fmla="*/ 2147483647 w 245"/>
                  <a:gd name="T31" fmla="*/ 2147483647 h 308"/>
                  <a:gd name="T32" fmla="*/ 2147483647 w 245"/>
                  <a:gd name="T33" fmla="*/ 2147483647 h 308"/>
                  <a:gd name="T34" fmla="*/ 2147483647 w 245"/>
                  <a:gd name="T35" fmla="*/ 2147483647 h 308"/>
                  <a:gd name="T36" fmla="*/ 2147483647 w 245"/>
                  <a:gd name="T37" fmla="*/ 2147483647 h 308"/>
                  <a:gd name="T38" fmla="*/ 2147483647 w 245"/>
                  <a:gd name="T39" fmla="*/ 0 h 308"/>
                  <a:gd name="T40" fmla="*/ 2147483647 w 245"/>
                  <a:gd name="T41" fmla="*/ 2147483647 h 308"/>
                  <a:gd name="T42" fmla="*/ 2147483647 w 245"/>
                  <a:gd name="T43" fmla="*/ 2147483647 h 308"/>
                  <a:gd name="T44" fmla="*/ 2147483647 w 245"/>
                  <a:gd name="T45" fmla="*/ 2147483647 h 308"/>
                  <a:gd name="T46" fmla="*/ 2147483647 w 245"/>
                  <a:gd name="T47" fmla="*/ 2147483647 h 308"/>
                  <a:gd name="T48" fmla="*/ 2147483647 w 245"/>
                  <a:gd name="T49" fmla="*/ 2147483647 h 308"/>
                  <a:gd name="T50" fmla="*/ 2147483647 w 245"/>
                  <a:gd name="T51" fmla="*/ 2147483647 h 308"/>
                  <a:gd name="T52" fmla="*/ 2147483647 w 245"/>
                  <a:gd name="T53" fmla="*/ 2147483647 h 308"/>
                  <a:gd name="T54" fmla="*/ 2147483647 w 245"/>
                  <a:gd name="T55" fmla="*/ 2147483647 h 308"/>
                  <a:gd name="T56" fmla="*/ 2147483647 w 245"/>
                  <a:gd name="T57" fmla="*/ 2147483647 h 308"/>
                  <a:gd name="T58" fmla="*/ 2147483647 w 245"/>
                  <a:gd name="T59" fmla="*/ 2147483647 h 308"/>
                  <a:gd name="T60" fmla="*/ 2147483647 w 245"/>
                  <a:gd name="T61" fmla="*/ 2147483647 h 308"/>
                  <a:gd name="T62" fmla="*/ 2147483647 w 245"/>
                  <a:gd name="T63" fmla="*/ 2147483647 h 308"/>
                  <a:gd name="T64" fmla="*/ 2147483647 w 245"/>
                  <a:gd name="T65" fmla="*/ 2147483647 h 308"/>
                  <a:gd name="T66" fmla="*/ 2147483647 w 245"/>
                  <a:gd name="T67" fmla="*/ 2147483647 h 308"/>
                  <a:gd name="T68" fmla="*/ 2147483647 w 245"/>
                  <a:gd name="T69" fmla="*/ 2147483647 h 308"/>
                  <a:gd name="T70" fmla="*/ 2147483647 w 245"/>
                  <a:gd name="T71" fmla="*/ 2147483647 h 308"/>
                  <a:gd name="T72" fmla="*/ 2147483647 w 245"/>
                  <a:gd name="T73" fmla="*/ 2147483647 h 308"/>
                  <a:gd name="T74" fmla="*/ 2147483647 w 245"/>
                  <a:gd name="T75" fmla="*/ 2147483647 h 308"/>
                  <a:gd name="T76" fmla="*/ 2147483647 w 245"/>
                  <a:gd name="T77" fmla="*/ 2147483647 h 308"/>
                  <a:gd name="T78" fmla="*/ 2147483647 w 245"/>
                  <a:gd name="T79" fmla="*/ 2147483647 h 308"/>
                  <a:gd name="T80" fmla="*/ 2147483647 w 245"/>
                  <a:gd name="T81" fmla="*/ 2147483647 h 308"/>
                  <a:gd name="T82" fmla="*/ 2147483647 w 245"/>
                  <a:gd name="T83" fmla="*/ 2147483647 h 308"/>
                  <a:gd name="T84" fmla="*/ 2147483647 w 245"/>
                  <a:gd name="T85" fmla="*/ 2147483647 h 308"/>
                  <a:gd name="T86" fmla="*/ 2147483647 w 245"/>
                  <a:gd name="T87" fmla="*/ 2147483647 h 30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08"/>
                  <a:gd name="T134" fmla="*/ 245 w 245"/>
                  <a:gd name="T135" fmla="*/ 308 h 30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08">
                    <a:moveTo>
                      <a:pt x="0" y="224"/>
                    </a:moveTo>
                    <a:lnTo>
                      <a:pt x="7" y="249"/>
                    </a:lnTo>
                    <a:lnTo>
                      <a:pt x="20" y="254"/>
                    </a:lnTo>
                    <a:lnTo>
                      <a:pt x="11" y="256"/>
                    </a:lnTo>
                    <a:lnTo>
                      <a:pt x="2" y="271"/>
                    </a:lnTo>
                    <a:lnTo>
                      <a:pt x="12" y="268"/>
                    </a:lnTo>
                    <a:lnTo>
                      <a:pt x="27" y="259"/>
                    </a:lnTo>
                    <a:lnTo>
                      <a:pt x="30" y="270"/>
                    </a:lnTo>
                    <a:lnTo>
                      <a:pt x="74" y="279"/>
                    </a:lnTo>
                    <a:lnTo>
                      <a:pt x="74" y="289"/>
                    </a:lnTo>
                    <a:lnTo>
                      <a:pt x="104" y="308"/>
                    </a:lnTo>
                    <a:lnTo>
                      <a:pt x="113" y="297"/>
                    </a:lnTo>
                    <a:lnTo>
                      <a:pt x="110" y="244"/>
                    </a:lnTo>
                    <a:lnTo>
                      <a:pt x="123" y="234"/>
                    </a:lnTo>
                    <a:lnTo>
                      <a:pt x="121" y="229"/>
                    </a:lnTo>
                    <a:lnTo>
                      <a:pt x="146" y="219"/>
                    </a:lnTo>
                    <a:lnTo>
                      <a:pt x="171" y="225"/>
                    </a:lnTo>
                    <a:lnTo>
                      <a:pt x="188" y="225"/>
                    </a:lnTo>
                    <a:lnTo>
                      <a:pt x="216" y="236"/>
                    </a:lnTo>
                    <a:lnTo>
                      <a:pt x="221" y="219"/>
                    </a:lnTo>
                    <a:lnTo>
                      <a:pt x="225" y="219"/>
                    </a:lnTo>
                    <a:lnTo>
                      <a:pt x="230" y="240"/>
                    </a:lnTo>
                    <a:lnTo>
                      <a:pt x="230" y="222"/>
                    </a:lnTo>
                    <a:lnTo>
                      <a:pt x="241" y="216"/>
                    </a:lnTo>
                    <a:lnTo>
                      <a:pt x="245" y="217"/>
                    </a:lnTo>
                    <a:lnTo>
                      <a:pt x="236" y="206"/>
                    </a:lnTo>
                    <a:lnTo>
                      <a:pt x="224" y="192"/>
                    </a:lnTo>
                    <a:lnTo>
                      <a:pt x="205" y="192"/>
                    </a:lnTo>
                    <a:lnTo>
                      <a:pt x="186" y="182"/>
                    </a:lnTo>
                    <a:lnTo>
                      <a:pt x="169" y="148"/>
                    </a:lnTo>
                    <a:lnTo>
                      <a:pt x="165" y="133"/>
                    </a:lnTo>
                    <a:lnTo>
                      <a:pt x="192" y="116"/>
                    </a:lnTo>
                    <a:lnTo>
                      <a:pt x="201" y="75"/>
                    </a:lnTo>
                    <a:lnTo>
                      <a:pt x="192" y="64"/>
                    </a:lnTo>
                    <a:lnTo>
                      <a:pt x="113" y="69"/>
                    </a:lnTo>
                    <a:lnTo>
                      <a:pt x="91" y="51"/>
                    </a:lnTo>
                    <a:lnTo>
                      <a:pt x="87" y="25"/>
                    </a:lnTo>
                    <a:lnTo>
                      <a:pt x="99" y="18"/>
                    </a:lnTo>
                    <a:lnTo>
                      <a:pt x="107" y="4"/>
                    </a:lnTo>
                    <a:lnTo>
                      <a:pt x="97" y="0"/>
                    </a:lnTo>
                    <a:lnTo>
                      <a:pt x="79" y="2"/>
                    </a:lnTo>
                    <a:lnTo>
                      <a:pt x="66" y="9"/>
                    </a:lnTo>
                    <a:lnTo>
                      <a:pt x="53" y="9"/>
                    </a:lnTo>
                    <a:lnTo>
                      <a:pt x="30" y="26"/>
                    </a:lnTo>
                    <a:lnTo>
                      <a:pt x="24" y="38"/>
                    </a:lnTo>
                    <a:lnTo>
                      <a:pt x="26" y="51"/>
                    </a:lnTo>
                    <a:lnTo>
                      <a:pt x="19" y="61"/>
                    </a:lnTo>
                    <a:lnTo>
                      <a:pt x="7" y="70"/>
                    </a:lnTo>
                    <a:lnTo>
                      <a:pt x="9" y="76"/>
                    </a:lnTo>
                    <a:lnTo>
                      <a:pt x="32" y="56"/>
                    </a:lnTo>
                    <a:lnTo>
                      <a:pt x="33" y="31"/>
                    </a:lnTo>
                    <a:lnTo>
                      <a:pt x="45" y="26"/>
                    </a:lnTo>
                    <a:lnTo>
                      <a:pt x="38" y="81"/>
                    </a:lnTo>
                    <a:lnTo>
                      <a:pt x="63" y="67"/>
                    </a:lnTo>
                    <a:lnTo>
                      <a:pt x="81" y="43"/>
                    </a:lnTo>
                    <a:lnTo>
                      <a:pt x="92" y="68"/>
                    </a:lnTo>
                    <a:lnTo>
                      <a:pt x="104" y="75"/>
                    </a:lnTo>
                    <a:lnTo>
                      <a:pt x="117" y="80"/>
                    </a:lnTo>
                    <a:lnTo>
                      <a:pt x="131" y="73"/>
                    </a:lnTo>
                    <a:lnTo>
                      <a:pt x="135" y="85"/>
                    </a:lnTo>
                    <a:lnTo>
                      <a:pt x="137" y="116"/>
                    </a:lnTo>
                    <a:lnTo>
                      <a:pt x="125" y="121"/>
                    </a:lnTo>
                    <a:lnTo>
                      <a:pt x="115" y="134"/>
                    </a:lnTo>
                    <a:lnTo>
                      <a:pt x="111" y="122"/>
                    </a:lnTo>
                    <a:lnTo>
                      <a:pt x="98" y="114"/>
                    </a:lnTo>
                    <a:lnTo>
                      <a:pt x="97" y="99"/>
                    </a:lnTo>
                    <a:lnTo>
                      <a:pt x="75" y="104"/>
                    </a:lnTo>
                    <a:lnTo>
                      <a:pt x="79" y="64"/>
                    </a:lnTo>
                    <a:lnTo>
                      <a:pt x="73" y="75"/>
                    </a:lnTo>
                    <a:lnTo>
                      <a:pt x="60" y="84"/>
                    </a:lnTo>
                    <a:lnTo>
                      <a:pt x="57" y="96"/>
                    </a:lnTo>
                    <a:lnTo>
                      <a:pt x="32" y="85"/>
                    </a:lnTo>
                    <a:lnTo>
                      <a:pt x="0" y="87"/>
                    </a:lnTo>
                    <a:lnTo>
                      <a:pt x="5" y="106"/>
                    </a:lnTo>
                    <a:lnTo>
                      <a:pt x="15" y="116"/>
                    </a:lnTo>
                    <a:lnTo>
                      <a:pt x="29" y="111"/>
                    </a:lnTo>
                    <a:lnTo>
                      <a:pt x="38" y="121"/>
                    </a:lnTo>
                    <a:lnTo>
                      <a:pt x="49" y="140"/>
                    </a:lnTo>
                    <a:lnTo>
                      <a:pt x="36" y="150"/>
                    </a:lnTo>
                    <a:lnTo>
                      <a:pt x="14" y="156"/>
                    </a:lnTo>
                    <a:lnTo>
                      <a:pt x="8" y="170"/>
                    </a:lnTo>
                    <a:lnTo>
                      <a:pt x="19" y="171"/>
                    </a:lnTo>
                    <a:lnTo>
                      <a:pt x="24" y="164"/>
                    </a:lnTo>
                    <a:lnTo>
                      <a:pt x="47" y="183"/>
                    </a:lnTo>
                    <a:lnTo>
                      <a:pt x="41" y="187"/>
                    </a:lnTo>
                    <a:lnTo>
                      <a:pt x="50" y="196"/>
                    </a:lnTo>
                    <a:lnTo>
                      <a:pt x="44" y="205"/>
                    </a:lnTo>
                    <a:lnTo>
                      <a:pt x="6" y="207"/>
                    </a:lnTo>
                    <a:lnTo>
                      <a:pt x="0" y="224"/>
                    </a:lnTo>
                    <a:close/>
                  </a:path>
                </a:pathLst>
              </a:custGeom>
              <a:grpFill/>
              <a:ln w="1651" cap="flat" cmpd="sng">
                <a:solidFill>
                  <a:schemeClr val="bg2"/>
                </a:solidFill>
                <a:prstDash val="solid"/>
                <a:round/>
                <a:headEnd type="none" w="med" len="med"/>
                <a:tailEnd type="none" w="med" len="med"/>
              </a:ln>
            </p:spPr>
            <p:txBody>
              <a:bodyPr lIns="18000" rIns="18000" anchor="ctr">
                <a:spAutoFit/>
              </a:bodyPr>
              <a:lstStyle/>
              <a:p>
                <a:endParaRPr lang="de-DE" dirty="0"/>
              </a:p>
            </p:txBody>
          </p:sp>
          <p:sp>
            <p:nvSpPr>
              <p:cNvPr id="45" name="Freeform 9">
                <a:extLst>
                  <a:ext uri="{FF2B5EF4-FFF2-40B4-BE49-F238E27FC236}">
                    <a16:creationId xmlns:a16="http://schemas.microsoft.com/office/drawing/2014/main" id="{B7F466CC-6853-2EF7-9F51-7F9B82468AFF}"/>
                  </a:ext>
                </a:extLst>
              </p:cNvPr>
              <p:cNvSpPr>
                <a:spLocks/>
              </p:cNvSpPr>
              <p:nvPr/>
            </p:nvSpPr>
            <p:spPr bwMode="auto">
              <a:xfrm>
                <a:off x="6272213" y="1997076"/>
                <a:ext cx="180975" cy="203200"/>
              </a:xfrm>
              <a:custGeom>
                <a:avLst/>
                <a:gdLst>
                  <a:gd name="T0" fmla="*/ 0 w 192"/>
                  <a:gd name="T1" fmla="*/ 2147483647 h 219"/>
                  <a:gd name="T2" fmla="*/ 2147483647 w 192"/>
                  <a:gd name="T3" fmla="*/ 0 h 219"/>
                  <a:gd name="T4" fmla="*/ 2147483647 w 192"/>
                  <a:gd name="T5" fmla="*/ 2147483647 h 219"/>
                  <a:gd name="T6" fmla="*/ 2147483647 w 192"/>
                  <a:gd name="T7" fmla="*/ 2147483647 h 219"/>
                  <a:gd name="T8" fmla="*/ 2147483647 w 192"/>
                  <a:gd name="T9" fmla="*/ 2147483647 h 219"/>
                  <a:gd name="T10" fmla="*/ 2147483647 w 192"/>
                  <a:gd name="T11" fmla="*/ 2147483647 h 219"/>
                  <a:gd name="T12" fmla="*/ 2147483647 w 192"/>
                  <a:gd name="T13" fmla="*/ 2147483647 h 219"/>
                  <a:gd name="T14" fmla="*/ 2147483647 w 192"/>
                  <a:gd name="T15" fmla="*/ 2147483647 h 219"/>
                  <a:gd name="T16" fmla="*/ 2147483647 w 192"/>
                  <a:gd name="T17" fmla="*/ 2147483647 h 219"/>
                  <a:gd name="T18" fmla="*/ 2147483647 w 192"/>
                  <a:gd name="T19" fmla="*/ 2147483647 h 219"/>
                  <a:gd name="T20" fmla="*/ 2147483647 w 192"/>
                  <a:gd name="T21" fmla="*/ 2147483647 h 219"/>
                  <a:gd name="T22" fmla="*/ 2147483647 w 192"/>
                  <a:gd name="T23" fmla="*/ 2147483647 h 219"/>
                  <a:gd name="T24" fmla="*/ 2147483647 w 192"/>
                  <a:gd name="T25" fmla="*/ 2147483647 h 219"/>
                  <a:gd name="T26" fmla="*/ 2147483647 w 192"/>
                  <a:gd name="T27" fmla="*/ 2147483647 h 219"/>
                  <a:gd name="T28" fmla="*/ 2147483647 w 192"/>
                  <a:gd name="T29" fmla="*/ 2147483647 h 219"/>
                  <a:gd name="T30" fmla="*/ 2147483647 w 192"/>
                  <a:gd name="T31" fmla="*/ 2147483647 h 219"/>
                  <a:gd name="T32" fmla="*/ 2147483647 w 192"/>
                  <a:gd name="T33" fmla="*/ 2147483647 h 219"/>
                  <a:gd name="T34" fmla="*/ 2147483647 w 192"/>
                  <a:gd name="T35" fmla="*/ 2147483647 h 219"/>
                  <a:gd name="T36" fmla="*/ 2147483647 w 192"/>
                  <a:gd name="T37" fmla="*/ 2147483647 h 219"/>
                  <a:gd name="T38" fmla="*/ 2147483647 w 192"/>
                  <a:gd name="T39" fmla="*/ 2147483647 h 219"/>
                  <a:gd name="T40" fmla="*/ 2147483647 w 192"/>
                  <a:gd name="T41" fmla="*/ 2147483647 h 219"/>
                  <a:gd name="T42" fmla="*/ 2147483647 w 192"/>
                  <a:gd name="T43" fmla="*/ 2147483647 h 219"/>
                  <a:gd name="T44" fmla="*/ 2147483647 w 192"/>
                  <a:gd name="T45" fmla="*/ 2147483647 h 219"/>
                  <a:gd name="T46" fmla="*/ 2147483647 w 192"/>
                  <a:gd name="T47" fmla="*/ 2147483647 h 219"/>
                  <a:gd name="T48" fmla="*/ 2147483647 w 192"/>
                  <a:gd name="T49" fmla="*/ 2147483647 h 219"/>
                  <a:gd name="T50" fmla="*/ 2147483647 w 192"/>
                  <a:gd name="T51" fmla="*/ 2147483647 h 219"/>
                  <a:gd name="T52" fmla="*/ 2147483647 w 192"/>
                  <a:gd name="T53" fmla="*/ 2147483647 h 219"/>
                  <a:gd name="T54" fmla="*/ 2147483647 w 192"/>
                  <a:gd name="T55" fmla="*/ 2147483647 h 219"/>
                  <a:gd name="T56" fmla="*/ 2147483647 w 192"/>
                  <a:gd name="T57" fmla="*/ 2147483647 h 219"/>
                  <a:gd name="T58" fmla="*/ 2147483647 w 192"/>
                  <a:gd name="T59" fmla="*/ 2147483647 h 219"/>
                  <a:gd name="T60" fmla="*/ 2147483647 w 192"/>
                  <a:gd name="T61" fmla="*/ 2147483647 h 219"/>
                  <a:gd name="T62" fmla="*/ 2147483647 w 192"/>
                  <a:gd name="T63" fmla="*/ 2147483647 h 219"/>
                  <a:gd name="T64" fmla="*/ 2147483647 w 192"/>
                  <a:gd name="T65" fmla="*/ 2147483647 h 219"/>
                  <a:gd name="T66" fmla="*/ 2147483647 w 192"/>
                  <a:gd name="T67" fmla="*/ 2147483647 h 219"/>
                  <a:gd name="T68" fmla="*/ 2147483647 w 192"/>
                  <a:gd name="T69" fmla="*/ 2147483647 h 219"/>
                  <a:gd name="T70" fmla="*/ 2147483647 w 192"/>
                  <a:gd name="T71" fmla="*/ 2147483647 h 219"/>
                  <a:gd name="T72" fmla="*/ 2147483647 w 192"/>
                  <a:gd name="T73" fmla="*/ 2147483647 h 219"/>
                  <a:gd name="T74" fmla="*/ 2147483647 w 192"/>
                  <a:gd name="T75" fmla="*/ 2147483647 h 219"/>
                  <a:gd name="T76" fmla="*/ 2147483647 w 192"/>
                  <a:gd name="T77" fmla="*/ 2147483647 h 219"/>
                  <a:gd name="T78" fmla="*/ 2147483647 w 192"/>
                  <a:gd name="T79" fmla="*/ 2147483647 h 219"/>
                  <a:gd name="T80" fmla="*/ 2147483647 w 192"/>
                  <a:gd name="T81" fmla="*/ 2147483647 h 219"/>
                  <a:gd name="T82" fmla="*/ 2147483647 w 192"/>
                  <a:gd name="T83" fmla="*/ 2147483647 h 219"/>
                  <a:gd name="T84" fmla="*/ 2147483647 w 192"/>
                  <a:gd name="T85" fmla="*/ 2147483647 h 219"/>
                  <a:gd name="T86" fmla="*/ 2147483647 w 192"/>
                  <a:gd name="T87" fmla="*/ 2147483647 h 219"/>
                  <a:gd name="T88" fmla="*/ 2147483647 w 192"/>
                  <a:gd name="T89" fmla="*/ 2147483647 h 219"/>
                  <a:gd name="T90" fmla="*/ 2147483647 w 192"/>
                  <a:gd name="T91" fmla="*/ 2147483647 h 219"/>
                  <a:gd name="T92" fmla="*/ 2147483647 w 192"/>
                  <a:gd name="T93" fmla="*/ 2147483647 h 219"/>
                  <a:gd name="T94" fmla="*/ 2147483647 w 192"/>
                  <a:gd name="T95" fmla="*/ 2147483647 h 219"/>
                  <a:gd name="T96" fmla="*/ 2147483647 w 192"/>
                  <a:gd name="T97" fmla="*/ 2147483647 h 219"/>
                  <a:gd name="T98" fmla="*/ 2147483647 w 192"/>
                  <a:gd name="T99" fmla="*/ 2147483647 h 219"/>
                  <a:gd name="T100" fmla="*/ 2147483647 w 192"/>
                  <a:gd name="T101" fmla="*/ 2147483647 h 219"/>
                  <a:gd name="T102" fmla="*/ 2147483647 w 192"/>
                  <a:gd name="T103" fmla="*/ 2147483647 h 219"/>
                  <a:gd name="T104" fmla="*/ 2147483647 w 192"/>
                  <a:gd name="T105" fmla="*/ 2147483647 h 219"/>
                  <a:gd name="T106" fmla="*/ 2147483647 w 192"/>
                  <a:gd name="T107" fmla="*/ 2147483647 h 219"/>
                  <a:gd name="T108" fmla="*/ 2147483647 w 192"/>
                  <a:gd name="T109" fmla="*/ 2147483647 h 219"/>
                  <a:gd name="T110" fmla="*/ 0 w 192"/>
                  <a:gd name="T111" fmla="*/ 2147483647 h 21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92"/>
                  <a:gd name="T169" fmla="*/ 0 h 219"/>
                  <a:gd name="T170" fmla="*/ 192 w 192"/>
                  <a:gd name="T171" fmla="*/ 219 h 21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92" h="219">
                    <a:moveTo>
                      <a:pt x="0" y="3"/>
                    </a:moveTo>
                    <a:lnTo>
                      <a:pt x="22" y="0"/>
                    </a:lnTo>
                    <a:lnTo>
                      <a:pt x="40" y="32"/>
                    </a:lnTo>
                    <a:lnTo>
                      <a:pt x="63" y="51"/>
                    </a:lnTo>
                    <a:lnTo>
                      <a:pt x="95" y="63"/>
                    </a:lnTo>
                    <a:lnTo>
                      <a:pt x="108" y="70"/>
                    </a:lnTo>
                    <a:lnTo>
                      <a:pt x="148" y="114"/>
                    </a:lnTo>
                    <a:lnTo>
                      <a:pt x="157" y="128"/>
                    </a:lnTo>
                    <a:lnTo>
                      <a:pt x="192" y="150"/>
                    </a:lnTo>
                    <a:lnTo>
                      <a:pt x="177" y="159"/>
                    </a:lnTo>
                    <a:lnTo>
                      <a:pt x="192" y="181"/>
                    </a:lnTo>
                    <a:lnTo>
                      <a:pt x="191" y="190"/>
                    </a:lnTo>
                    <a:lnTo>
                      <a:pt x="165" y="178"/>
                    </a:lnTo>
                    <a:lnTo>
                      <a:pt x="133" y="189"/>
                    </a:lnTo>
                    <a:lnTo>
                      <a:pt x="120" y="187"/>
                    </a:lnTo>
                    <a:lnTo>
                      <a:pt x="99" y="195"/>
                    </a:lnTo>
                    <a:lnTo>
                      <a:pt x="90" y="206"/>
                    </a:lnTo>
                    <a:lnTo>
                      <a:pt x="82" y="210"/>
                    </a:lnTo>
                    <a:lnTo>
                      <a:pt x="81" y="194"/>
                    </a:lnTo>
                    <a:lnTo>
                      <a:pt x="73" y="213"/>
                    </a:lnTo>
                    <a:lnTo>
                      <a:pt x="60" y="219"/>
                    </a:lnTo>
                    <a:lnTo>
                      <a:pt x="54" y="216"/>
                    </a:lnTo>
                    <a:lnTo>
                      <a:pt x="43" y="198"/>
                    </a:lnTo>
                    <a:lnTo>
                      <a:pt x="45" y="194"/>
                    </a:lnTo>
                    <a:lnTo>
                      <a:pt x="71" y="188"/>
                    </a:lnTo>
                    <a:lnTo>
                      <a:pt x="81" y="175"/>
                    </a:lnTo>
                    <a:lnTo>
                      <a:pt x="83" y="164"/>
                    </a:lnTo>
                    <a:lnTo>
                      <a:pt x="75" y="152"/>
                    </a:lnTo>
                    <a:lnTo>
                      <a:pt x="67" y="130"/>
                    </a:lnTo>
                    <a:lnTo>
                      <a:pt x="67" y="112"/>
                    </a:lnTo>
                    <a:lnTo>
                      <a:pt x="88" y="116"/>
                    </a:lnTo>
                    <a:lnTo>
                      <a:pt x="89" y="136"/>
                    </a:lnTo>
                    <a:lnTo>
                      <a:pt x="84" y="153"/>
                    </a:lnTo>
                    <a:lnTo>
                      <a:pt x="95" y="152"/>
                    </a:lnTo>
                    <a:lnTo>
                      <a:pt x="94" y="140"/>
                    </a:lnTo>
                    <a:lnTo>
                      <a:pt x="111" y="129"/>
                    </a:lnTo>
                    <a:lnTo>
                      <a:pt x="118" y="142"/>
                    </a:lnTo>
                    <a:lnTo>
                      <a:pt x="123" y="121"/>
                    </a:lnTo>
                    <a:lnTo>
                      <a:pt x="123" y="106"/>
                    </a:lnTo>
                    <a:lnTo>
                      <a:pt x="112" y="94"/>
                    </a:lnTo>
                    <a:lnTo>
                      <a:pt x="106" y="98"/>
                    </a:lnTo>
                    <a:lnTo>
                      <a:pt x="106" y="82"/>
                    </a:lnTo>
                    <a:lnTo>
                      <a:pt x="91" y="69"/>
                    </a:lnTo>
                    <a:lnTo>
                      <a:pt x="77" y="72"/>
                    </a:lnTo>
                    <a:lnTo>
                      <a:pt x="69" y="66"/>
                    </a:lnTo>
                    <a:lnTo>
                      <a:pt x="69" y="88"/>
                    </a:lnTo>
                    <a:lnTo>
                      <a:pt x="63" y="104"/>
                    </a:lnTo>
                    <a:lnTo>
                      <a:pt x="49" y="110"/>
                    </a:lnTo>
                    <a:lnTo>
                      <a:pt x="64" y="68"/>
                    </a:lnTo>
                    <a:lnTo>
                      <a:pt x="55" y="66"/>
                    </a:lnTo>
                    <a:lnTo>
                      <a:pt x="24" y="100"/>
                    </a:lnTo>
                    <a:lnTo>
                      <a:pt x="12" y="100"/>
                    </a:lnTo>
                    <a:lnTo>
                      <a:pt x="29" y="67"/>
                    </a:lnTo>
                    <a:lnTo>
                      <a:pt x="33" y="51"/>
                    </a:lnTo>
                    <a:lnTo>
                      <a:pt x="4" y="15"/>
                    </a:lnTo>
                    <a:lnTo>
                      <a:pt x="0" y="3"/>
                    </a:lnTo>
                    <a:close/>
                  </a:path>
                </a:pathLst>
              </a:custGeom>
              <a:grpFill/>
              <a:ln w="1651" cap="flat" cmpd="sng">
                <a:solidFill>
                  <a:schemeClr val="bg2"/>
                </a:solidFill>
                <a:prstDash val="solid"/>
                <a:round/>
                <a:headEnd type="none" w="med" len="med"/>
                <a:tailEnd type="none" w="med" len="med"/>
              </a:ln>
            </p:spPr>
            <p:txBody>
              <a:bodyPr lIns="18000" rIns="18000" anchor="ctr">
                <a:spAutoFit/>
              </a:bodyPr>
              <a:lstStyle/>
              <a:p>
                <a:endParaRPr lang="de-DE" dirty="0"/>
              </a:p>
            </p:txBody>
          </p:sp>
          <p:sp>
            <p:nvSpPr>
              <p:cNvPr id="46" name="Freeform 10">
                <a:extLst>
                  <a:ext uri="{FF2B5EF4-FFF2-40B4-BE49-F238E27FC236}">
                    <a16:creationId xmlns:a16="http://schemas.microsoft.com/office/drawing/2014/main" id="{D438B622-D975-83EF-522D-FC9EF1C798F3}"/>
                  </a:ext>
                </a:extLst>
              </p:cNvPr>
              <p:cNvSpPr>
                <a:spLocks/>
              </p:cNvSpPr>
              <p:nvPr/>
            </p:nvSpPr>
            <p:spPr bwMode="auto">
              <a:xfrm>
                <a:off x="5408613" y="2112963"/>
                <a:ext cx="49213" cy="50800"/>
              </a:xfrm>
              <a:custGeom>
                <a:avLst/>
                <a:gdLst>
                  <a:gd name="T0" fmla="*/ 0 w 53"/>
                  <a:gd name="T1" fmla="*/ 2147483647 h 55"/>
                  <a:gd name="T2" fmla="*/ 2147483647 w 53"/>
                  <a:gd name="T3" fmla="*/ 2147483647 h 55"/>
                  <a:gd name="T4" fmla="*/ 2147483647 w 53"/>
                  <a:gd name="T5" fmla="*/ 2147483647 h 55"/>
                  <a:gd name="T6" fmla="*/ 2147483647 w 53"/>
                  <a:gd name="T7" fmla="*/ 2147483647 h 55"/>
                  <a:gd name="T8" fmla="*/ 2147483647 w 53"/>
                  <a:gd name="T9" fmla="*/ 2147483647 h 55"/>
                  <a:gd name="T10" fmla="*/ 2147483647 w 53"/>
                  <a:gd name="T11" fmla="*/ 2147483647 h 55"/>
                  <a:gd name="T12" fmla="*/ 2147483647 w 53"/>
                  <a:gd name="T13" fmla="*/ 2147483647 h 55"/>
                  <a:gd name="T14" fmla="*/ 2147483647 w 53"/>
                  <a:gd name="T15" fmla="*/ 2147483647 h 55"/>
                  <a:gd name="T16" fmla="*/ 2147483647 w 53"/>
                  <a:gd name="T17" fmla="*/ 2147483647 h 55"/>
                  <a:gd name="T18" fmla="*/ 2147483647 w 53"/>
                  <a:gd name="T19" fmla="*/ 2147483647 h 55"/>
                  <a:gd name="T20" fmla="*/ 2147483647 w 53"/>
                  <a:gd name="T21" fmla="*/ 0 h 55"/>
                  <a:gd name="T22" fmla="*/ 2147483647 w 53"/>
                  <a:gd name="T23" fmla="*/ 2147483647 h 55"/>
                  <a:gd name="T24" fmla="*/ 2147483647 w 53"/>
                  <a:gd name="T25" fmla="*/ 2147483647 h 55"/>
                  <a:gd name="T26" fmla="*/ 0 w 53"/>
                  <a:gd name="T27" fmla="*/ 2147483647 h 5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3"/>
                  <a:gd name="T43" fmla="*/ 0 h 55"/>
                  <a:gd name="T44" fmla="*/ 53 w 53"/>
                  <a:gd name="T45" fmla="*/ 55 h 5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3" h="55">
                    <a:moveTo>
                      <a:pt x="0" y="22"/>
                    </a:moveTo>
                    <a:lnTo>
                      <a:pt x="11" y="46"/>
                    </a:lnTo>
                    <a:lnTo>
                      <a:pt x="25" y="49"/>
                    </a:lnTo>
                    <a:lnTo>
                      <a:pt x="24" y="38"/>
                    </a:lnTo>
                    <a:lnTo>
                      <a:pt x="31" y="27"/>
                    </a:lnTo>
                    <a:lnTo>
                      <a:pt x="37" y="55"/>
                    </a:lnTo>
                    <a:lnTo>
                      <a:pt x="47" y="39"/>
                    </a:lnTo>
                    <a:lnTo>
                      <a:pt x="47" y="13"/>
                    </a:lnTo>
                    <a:lnTo>
                      <a:pt x="53" y="19"/>
                    </a:lnTo>
                    <a:lnTo>
                      <a:pt x="49" y="2"/>
                    </a:lnTo>
                    <a:lnTo>
                      <a:pt x="42" y="0"/>
                    </a:lnTo>
                    <a:lnTo>
                      <a:pt x="11" y="15"/>
                    </a:lnTo>
                    <a:lnTo>
                      <a:pt x="8" y="20"/>
                    </a:lnTo>
                    <a:lnTo>
                      <a:pt x="0" y="22"/>
                    </a:lnTo>
                    <a:close/>
                  </a:path>
                </a:pathLst>
              </a:custGeom>
              <a:grpFill/>
              <a:ln w="1651" cap="flat" cmpd="sng">
                <a:solidFill>
                  <a:schemeClr val="bg2"/>
                </a:solidFill>
                <a:prstDash val="solid"/>
                <a:round/>
                <a:headEnd type="none" w="med" len="med"/>
                <a:tailEnd type="none" w="med" len="med"/>
              </a:ln>
            </p:spPr>
            <p:txBody>
              <a:bodyPr lIns="18000" rIns="18000" anchor="ctr">
                <a:spAutoFit/>
              </a:bodyPr>
              <a:lstStyle/>
              <a:p>
                <a:endParaRPr lang="de-DE" dirty="0"/>
              </a:p>
            </p:txBody>
          </p:sp>
          <p:sp>
            <p:nvSpPr>
              <p:cNvPr id="47" name="Freeform 11">
                <a:extLst>
                  <a:ext uri="{FF2B5EF4-FFF2-40B4-BE49-F238E27FC236}">
                    <a16:creationId xmlns:a16="http://schemas.microsoft.com/office/drawing/2014/main" id="{BE9CDE53-7214-764D-B9D0-BB9921A5800A}"/>
                  </a:ext>
                </a:extLst>
              </p:cNvPr>
              <p:cNvSpPr>
                <a:spLocks/>
              </p:cNvSpPr>
              <p:nvPr/>
            </p:nvSpPr>
            <p:spPr bwMode="auto">
              <a:xfrm>
                <a:off x="6015038" y="1744663"/>
                <a:ext cx="25400" cy="88900"/>
              </a:xfrm>
              <a:custGeom>
                <a:avLst/>
                <a:gdLst>
                  <a:gd name="T0" fmla="*/ 0 w 26"/>
                  <a:gd name="T1" fmla="*/ 2147483647 h 96"/>
                  <a:gd name="T2" fmla="*/ 2147483647 w 26"/>
                  <a:gd name="T3" fmla="*/ 2147483647 h 96"/>
                  <a:gd name="T4" fmla="*/ 2147483647 w 26"/>
                  <a:gd name="T5" fmla="*/ 2147483647 h 96"/>
                  <a:gd name="T6" fmla="*/ 2147483647 w 26"/>
                  <a:gd name="T7" fmla="*/ 2147483647 h 96"/>
                  <a:gd name="T8" fmla="*/ 2147483647 w 26"/>
                  <a:gd name="T9" fmla="*/ 2147483647 h 96"/>
                  <a:gd name="T10" fmla="*/ 2147483647 w 26"/>
                  <a:gd name="T11" fmla="*/ 2147483647 h 96"/>
                  <a:gd name="T12" fmla="*/ 2147483647 w 26"/>
                  <a:gd name="T13" fmla="*/ 0 h 96"/>
                  <a:gd name="T14" fmla="*/ 2147483647 w 26"/>
                  <a:gd name="T15" fmla="*/ 2147483647 h 96"/>
                  <a:gd name="T16" fmla="*/ 0 w 26"/>
                  <a:gd name="T17" fmla="*/ 2147483647 h 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
                  <a:gd name="T28" fmla="*/ 0 h 96"/>
                  <a:gd name="T29" fmla="*/ 26 w 26"/>
                  <a:gd name="T30" fmla="*/ 96 h 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 h="96">
                    <a:moveTo>
                      <a:pt x="0" y="90"/>
                    </a:moveTo>
                    <a:lnTo>
                      <a:pt x="6" y="96"/>
                    </a:lnTo>
                    <a:lnTo>
                      <a:pt x="6" y="67"/>
                    </a:lnTo>
                    <a:lnTo>
                      <a:pt x="14" y="45"/>
                    </a:lnTo>
                    <a:lnTo>
                      <a:pt x="14" y="18"/>
                    </a:lnTo>
                    <a:lnTo>
                      <a:pt x="26" y="10"/>
                    </a:lnTo>
                    <a:lnTo>
                      <a:pt x="25" y="0"/>
                    </a:lnTo>
                    <a:lnTo>
                      <a:pt x="10" y="12"/>
                    </a:lnTo>
                    <a:lnTo>
                      <a:pt x="0" y="90"/>
                    </a:lnTo>
                    <a:close/>
                  </a:path>
                </a:pathLst>
              </a:custGeom>
              <a:grpFill/>
              <a:ln w="1651" cap="flat" cmpd="sng">
                <a:solidFill>
                  <a:schemeClr val="bg2"/>
                </a:solidFill>
                <a:prstDash val="solid"/>
                <a:round/>
                <a:headEnd type="none" w="med" len="med"/>
                <a:tailEnd type="none" w="med" len="med"/>
              </a:ln>
            </p:spPr>
            <p:txBody>
              <a:bodyPr lIns="18000" rIns="18000" anchor="ctr">
                <a:spAutoFit/>
              </a:bodyPr>
              <a:lstStyle/>
              <a:p>
                <a:endParaRPr lang="de-DE" dirty="0"/>
              </a:p>
            </p:txBody>
          </p:sp>
          <p:sp>
            <p:nvSpPr>
              <p:cNvPr id="48" name="Freeform 12">
                <a:extLst>
                  <a:ext uri="{FF2B5EF4-FFF2-40B4-BE49-F238E27FC236}">
                    <a16:creationId xmlns:a16="http://schemas.microsoft.com/office/drawing/2014/main" id="{3A0F59E3-C570-3B94-103F-84EDC2F9B301}"/>
                  </a:ext>
                </a:extLst>
              </p:cNvPr>
              <p:cNvSpPr>
                <a:spLocks/>
              </p:cNvSpPr>
              <p:nvPr/>
            </p:nvSpPr>
            <p:spPr bwMode="auto">
              <a:xfrm>
                <a:off x="6040438" y="1808162"/>
                <a:ext cx="30163" cy="30164"/>
              </a:xfrm>
              <a:custGeom>
                <a:avLst/>
                <a:gdLst>
                  <a:gd name="T0" fmla="*/ 0 w 33"/>
                  <a:gd name="T1" fmla="*/ 2147483647 h 33"/>
                  <a:gd name="T2" fmla="*/ 2147483647 w 33"/>
                  <a:gd name="T3" fmla="*/ 2147483647 h 33"/>
                  <a:gd name="T4" fmla="*/ 2147483647 w 33"/>
                  <a:gd name="T5" fmla="*/ 2147483647 h 33"/>
                  <a:gd name="T6" fmla="*/ 2147483647 w 33"/>
                  <a:gd name="T7" fmla="*/ 0 h 33"/>
                  <a:gd name="T8" fmla="*/ 2147483647 w 33"/>
                  <a:gd name="T9" fmla="*/ 2147483647 h 33"/>
                  <a:gd name="T10" fmla="*/ 0 w 33"/>
                  <a:gd name="T11" fmla="*/ 2147483647 h 33"/>
                  <a:gd name="T12" fmla="*/ 0 w 33"/>
                  <a:gd name="T13" fmla="*/ 2147483647 h 33"/>
                  <a:gd name="T14" fmla="*/ 0 60000 65536"/>
                  <a:gd name="T15" fmla="*/ 0 60000 65536"/>
                  <a:gd name="T16" fmla="*/ 0 60000 65536"/>
                  <a:gd name="T17" fmla="*/ 0 60000 65536"/>
                  <a:gd name="T18" fmla="*/ 0 60000 65536"/>
                  <a:gd name="T19" fmla="*/ 0 60000 65536"/>
                  <a:gd name="T20" fmla="*/ 0 60000 65536"/>
                  <a:gd name="T21" fmla="*/ 0 w 33"/>
                  <a:gd name="T22" fmla="*/ 0 h 33"/>
                  <a:gd name="T23" fmla="*/ 33 w 33"/>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 h="33">
                    <a:moveTo>
                      <a:pt x="0" y="33"/>
                    </a:moveTo>
                    <a:lnTo>
                      <a:pt x="33" y="12"/>
                    </a:lnTo>
                    <a:lnTo>
                      <a:pt x="31" y="3"/>
                    </a:lnTo>
                    <a:lnTo>
                      <a:pt x="22" y="0"/>
                    </a:lnTo>
                    <a:lnTo>
                      <a:pt x="7" y="6"/>
                    </a:lnTo>
                    <a:lnTo>
                      <a:pt x="0" y="19"/>
                    </a:lnTo>
                    <a:lnTo>
                      <a:pt x="0" y="33"/>
                    </a:lnTo>
                    <a:close/>
                  </a:path>
                </a:pathLst>
              </a:custGeom>
              <a:grpFill/>
              <a:ln w="1651" cap="flat" cmpd="sng">
                <a:solidFill>
                  <a:schemeClr val="bg2"/>
                </a:solidFill>
                <a:prstDash val="solid"/>
                <a:round/>
                <a:headEnd type="none" w="med" len="med"/>
                <a:tailEnd type="none" w="med" len="med"/>
              </a:ln>
            </p:spPr>
            <p:txBody>
              <a:bodyPr lIns="18000" rIns="18000" anchor="ctr">
                <a:spAutoFit/>
              </a:bodyPr>
              <a:lstStyle/>
              <a:p>
                <a:endParaRPr lang="de-DE" dirty="0"/>
              </a:p>
            </p:txBody>
          </p:sp>
        </p:grpSp>
        <p:sp>
          <p:nvSpPr>
            <p:cNvPr id="11" name="AOK Bayern">
              <a:extLst>
                <a:ext uri="{FF2B5EF4-FFF2-40B4-BE49-F238E27FC236}">
                  <a16:creationId xmlns:a16="http://schemas.microsoft.com/office/drawing/2014/main" id="{5AA5AD86-E803-1826-802B-713E6021D0EC}"/>
                </a:ext>
              </a:extLst>
            </p:cNvPr>
            <p:cNvSpPr>
              <a:spLocks/>
            </p:cNvSpPr>
            <p:nvPr/>
          </p:nvSpPr>
          <p:spPr bwMode="auto">
            <a:xfrm>
              <a:off x="5928736" y="3392297"/>
              <a:ext cx="1591626" cy="1626931"/>
            </a:xfrm>
            <a:custGeom>
              <a:avLst/>
              <a:gdLst>
                <a:gd name="T0" fmla="*/ 2147483647 w 1254"/>
                <a:gd name="T1" fmla="*/ 2147483647 h 1253"/>
                <a:gd name="T2" fmla="*/ 2147483647 w 1254"/>
                <a:gd name="T3" fmla="*/ 2147483647 h 1253"/>
                <a:gd name="T4" fmla="*/ 2147483647 w 1254"/>
                <a:gd name="T5" fmla="*/ 2147483647 h 1253"/>
                <a:gd name="T6" fmla="*/ 2147483647 w 1254"/>
                <a:gd name="T7" fmla="*/ 2147483647 h 1253"/>
                <a:gd name="T8" fmla="*/ 2147483647 w 1254"/>
                <a:gd name="T9" fmla="*/ 2147483647 h 1253"/>
                <a:gd name="T10" fmla="*/ 2147483647 w 1254"/>
                <a:gd name="T11" fmla="*/ 2147483647 h 1253"/>
                <a:gd name="T12" fmla="*/ 2147483647 w 1254"/>
                <a:gd name="T13" fmla="*/ 2147483647 h 1253"/>
                <a:gd name="T14" fmla="*/ 2147483647 w 1254"/>
                <a:gd name="T15" fmla="*/ 2147483647 h 1253"/>
                <a:gd name="T16" fmla="*/ 2147483647 w 1254"/>
                <a:gd name="T17" fmla="*/ 2147483647 h 1253"/>
                <a:gd name="T18" fmla="*/ 2147483647 w 1254"/>
                <a:gd name="T19" fmla="*/ 2147483647 h 1253"/>
                <a:gd name="T20" fmla="*/ 2147483647 w 1254"/>
                <a:gd name="T21" fmla="*/ 2147483647 h 1253"/>
                <a:gd name="T22" fmla="*/ 2147483647 w 1254"/>
                <a:gd name="T23" fmla="*/ 2147483647 h 1253"/>
                <a:gd name="T24" fmla="*/ 2147483647 w 1254"/>
                <a:gd name="T25" fmla="*/ 2147483647 h 1253"/>
                <a:gd name="T26" fmla="*/ 2147483647 w 1254"/>
                <a:gd name="T27" fmla="*/ 2147483647 h 1253"/>
                <a:gd name="T28" fmla="*/ 2147483647 w 1254"/>
                <a:gd name="T29" fmla="*/ 2147483647 h 1253"/>
                <a:gd name="T30" fmla="*/ 2147483647 w 1254"/>
                <a:gd name="T31" fmla="*/ 2147483647 h 1253"/>
                <a:gd name="T32" fmla="*/ 2147483647 w 1254"/>
                <a:gd name="T33" fmla="*/ 2147483647 h 1253"/>
                <a:gd name="T34" fmla="*/ 2147483647 w 1254"/>
                <a:gd name="T35" fmla="*/ 2147483647 h 1253"/>
                <a:gd name="T36" fmla="*/ 2147483647 w 1254"/>
                <a:gd name="T37" fmla="*/ 2147483647 h 1253"/>
                <a:gd name="T38" fmla="*/ 2147483647 w 1254"/>
                <a:gd name="T39" fmla="*/ 2147483647 h 1253"/>
                <a:gd name="T40" fmla="*/ 2147483647 w 1254"/>
                <a:gd name="T41" fmla="*/ 2147483647 h 1253"/>
                <a:gd name="T42" fmla="*/ 2147483647 w 1254"/>
                <a:gd name="T43" fmla="*/ 2147483647 h 1253"/>
                <a:gd name="T44" fmla="*/ 2147483647 w 1254"/>
                <a:gd name="T45" fmla="*/ 2147483647 h 1253"/>
                <a:gd name="T46" fmla="*/ 2147483647 w 1254"/>
                <a:gd name="T47" fmla="*/ 2147483647 h 1253"/>
                <a:gd name="T48" fmla="*/ 2147483647 w 1254"/>
                <a:gd name="T49" fmla="*/ 0 h 1253"/>
                <a:gd name="T50" fmla="*/ 2147483647 w 1254"/>
                <a:gd name="T51" fmla="*/ 2147483647 h 1253"/>
                <a:gd name="T52" fmla="*/ 2147483647 w 1254"/>
                <a:gd name="T53" fmla="*/ 2147483647 h 1253"/>
                <a:gd name="T54" fmla="*/ 2147483647 w 1254"/>
                <a:gd name="T55" fmla="*/ 2147483647 h 1253"/>
                <a:gd name="T56" fmla="*/ 2147483647 w 1254"/>
                <a:gd name="T57" fmla="*/ 2147483647 h 1253"/>
                <a:gd name="T58" fmla="*/ 2147483647 w 1254"/>
                <a:gd name="T59" fmla="*/ 2147483647 h 1253"/>
                <a:gd name="T60" fmla="*/ 2147483647 w 1254"/>
                <a:gd name="T61" fmla="*/ 2147483647 h 1253"/>
                <a:gd name="T62" fmla="*/ 2147483647 w 1254"/>
                <a:gd name="T63" fmla="*/ 2147483647 h 1253"/>
                <a:gd name="T64" fmla="*/ 2147483647 w 1254"/>
                <a:gd name="T65" fmla="*/ 2147483647 h 1253"/>
                <a:gd name="T66" fmla="*/ 2147483647 w 1254"/>
                <a:gd name="T67" fmla="*/ 2147483647 h 1253"/>
                <a:gd name="T68" fmla="*/ 2147483647 w 1254"/>
                <a:gd name="T69" fmla="*/ 2147483647 h 1253"/>
                <a:gd name="T70" fmla="*/ 2147483647 w 1254"/>
                <a:gd name="T71" fmla="*/ 2147483647 h 1253"/>
                <a:gd name="T72" fmla="*/ 2147483647 w 1254"/>
                <a:gd name="T73" fmla="*/ 2147483647 h 1253"/>
                <a:gd name="T74" fmla="*/ 2147483647 w 1254"/>
                <a:gd name="T75" fmla="*/ 2147483647 h 1253"/>
                <a:gd name="T76" fmla="*/ 2147483647 w 1254"/>
                <a:gd name="T77" fmla="*/ 2147483647 h 1253"/>
                <a:gd name="T78" fmla="*/ 2147483647 w 1254"/>
                <a:gd name="T79" fmla="*/ 2147483647 h 1253"/>
                <a:gd name="T80" fmla="*/ 2147483647 w 1254"/>
                <a:gd name="T81" fmla="*/ 2147483647 h 1253"/>
                <a:gd name="T82" fmla="*/ 2147483647 w 1254"/>
                <a:gd name="T83" fmla="*/ 2147483647 h 1253"/>
                <a:gd name="T84" fmla="*/ 2147483647 w 1254"/>
                <a:gd name="T85" fmla="*/ 2147483647 h 1253"/>
                <a:gd name="T86" fmla="*/ 2147483647 w 1254"/>
                <a:gd name="T87" fmla="*/ 2147483647 h 1253"/>
                <a:gd name="T88" fmla="*/ 2147483647 w 1254"/>
                <a:gd name="T89" fmla="*/ 2147483647 h 1253"/>
                <a:gd name="T90" fmla="*/ 2147483647 w 1254"/>
                <a:gd name="T91" fmla="*/ 2147483647 h 1253"/>
                <a:gd name="T92" fmla="*/ 2147483647 w 1254"/>
                <a:gd name="T93" fmla="*/ 2147483647 h 1253"/>
                <a:gd name="T94" fmla="*/ 2147483647 w 1254"/>
                <a:gd name="T95" fmla="*/ 2147483647 h 1253"/>
                <a:gd name="T96" fmla="*/ 2147483647 w 1254"/>
                <a:gd name="T97" fmla="*/ 2147483647 h 1253"/>
                <a:gd name="T98" fmla="*/ 2147483647 w 1254"/>
                <a:gd name="T99" fmla="*/ 2147483647 h 1253"/>
                <a:gd name="T100" fmla="*/ 2147483647 w 1254"/>
                <a:gd name="T101" fmla="*/ 2147483647 h 1253"/>
                <a:gd name="T102" fmla="*/ 2147483647 w 1254"/>
                <a:gd name="T103" fmla="*/ 2147483647 h 1253"/>
                <a:gd name="T104" fmla="*/ 2147483647 w 1254"/>
                <a:gd name="T105" fmla="*/ 2147483647 h 1253"/>
                <a:gd name="T106" fmla="*/ 2147483647 w 1254"/>
                <a:gd name="T107" fmla="*/ 2147483647 h 1253"/>
                <a:gd name="T108" fmla="*/ 2147483647 w 1254"/>
                <a:gd name="T109" fmla="*/ 2147483647 h 1253"/>
                <a:gd name="T110" fmla="*/ 2147483647 w 1254"/>
                <a:gd name="T111" fmla="*/ 2147483647 h 1253"/>
                <a:gd name="T112" fmla="*/ 2147483647 w 1254"/>
                <a:gd name="T113" fmla="*/ 2147483647 h 1253"/>
                <a:gd name="T114" fmla="*/ 2147483647 w 1254"/>
                <a:gd name="T115" fmla="*/ 2147483647 h 1253"/>
                <a:gd name="T116" fmla="*/ 2147483647 w 1254"/>
                <a:gd name="T117" fmla="*/ 2147483647 h 1253"/>
                <a:gd name="T118" fmla="*/ 2147483647 w 1254"/>
                <a:gd name="T119" fmla="*/ 2147483647 h 1253"/>
                <a:gd name="T120" fmla="*/ 2147483647 w 1254"/>
                <a:gd name="T121" fmla="*/ 2147483647 h 1253"/>
                <a:gd name="T122" fmla="*/ 2147483647 w 1254"/>
                <a:gd name="T123" fmla="*/ 2147483647 h 125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254"/>
                <a:gd name="T187" fmla="*/ 0 h 1253"/>
                <a:gd name="T188" fmla="*/ 1254 w 1254"/>
                <a:gd name="T189" fmla="*/ 1253 h 1253"/>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254" h="1253">
                  <a:moveTo>
                    <a:pt x="301" y="936"/>
                  </a:moveTo>
                  <a:lnTo>
                    <a:pt x="294" y="929"/>
                  </a:lnTo>
                  <a:lnTo>
                    <a:pt x="290" y="916"/>
                  </a:lnTo>
                  <a:lnTo>
                    <a:pt x="284" y="890"/>
                  </a:lnTo>
                  <a:lnTo>
                    <a:pt x="280" y="883"/>
                  </a:lnTo>
                  <a:lnTo>
                    <a:pt x="281" y="877"/>
                  </a:lnTo>
                  <a:lnTo>
                    <a:pt x="272" y="852"/>
                  </a:lnTo>
                  <a:lnTo>
                    <a:pt x="263" y="841"/>
                  </a:lnTo>
                  <a:lnTo>
                    <a:pt x="260" y="834"/>
                  </a:lnTo>
                  <a:lnTo>
                    <a:pt x="254" y="830"/>
                  </a:lnTo>
                  <a:lnTo>
                    <a:pt x="264" y="823"/>
                  </a:lnTo>
                  <a:lnTo>
                    <a:pt x="270" y="810"/>
                  </a:lnTo>
                  <a:lnTo>
                    <a:pt x="262" y="810"/>
                  </a:lnTo>
                  <a:lnTo>
                    <a:pt x="269" y="799"/>
                  </a:lnTo>
                  <a:lnTo>
                    <a:pt x="280" y="798"/>
                  </a:lnTo>
                  <a:lnTo>
                    <a:pt x="290" y="792"/>
                  </a:lnTo>
                  <a:lnTo>
                    <a:pt x="295" y="797"/>
                  </a:lnTo>
                  <a:lnTo>
                    <a:pt x="306" y="797"/>
                  </a:lnTo>
                  <a:lnTo>
                    <a:pt x="309" y="793"/>
                  </a:lnTo>
                  <a:lnTo>
                    <a:pt x="324" y="791"/>
                  </a:lnTo>
                  <a:lnTo>
                    <a:pt x="317" y="785"/>
                  </a:lnTo>
                  <a:lnTo>
                    <a:pt x="320" y="778"/>
                  </a:lnTo>
                  <a:lnTo>
                    <a:pt x="327" y="775"/>
                  </a:lnTo>
                  <a:lnTo>
                    <a:pt x="338" y="776"/>
                  </a:lnTo>
                  <a:lnTo>
                    <a:pt x="344" y="774"/>
                  </a:lnTo>
                  <a:lnTo>
                    <a:pt x="338" y="768"/>
                  </a:lnTo>
                  <a:lnTo>
                    <a:pt x="340" y="751"/>
                  </a:lnTo>
                  <a:lnTo>
                    <a:pt x="340" y="743"/>
                  </a:lnTo>
                  <a:lnTo>
                    <a:pt x="332" y="729"/>
                  </a:lnTo>
                  <a:lnTo>
                    <a:pt x="326" y="726"/>
                  </a:lnTo>
                  <a:lnTo>
                    <a:pt x="323" y="715"/>
                  </a:lnTo>
                  <a:lnTo>
                    <a:pt x="329" y="714"/>
                  </a:lnTo>
                  <a:lnTo>
                    <a:pt x="327" y="704"/>
                  </a:lnTo>
                  <a:lnTo>
                    <a:pt x="340" y="710"/>
                  </a:lnTo>
                  <a:lnTo>
                    <a:pt x="346" y="708"/>
                  </a:lnTo>
                  <a:lnTo>
                    <a:pt x="353" y="711"/>
                  </a:lnTo>
                  <a:lnTo>
                    <a:pt x="352" y="726"/>
                  </a:lnTo>
                  <a:lnTo>
                    <a:pt x="359" y="721"/>
                  </a:lnTo>
                  <a:lnTo>
                    <a:pt x="363" y="709"/>
                  </a:lnTo>
                  <a:lnTo>
                    <a:pt x="374" y="711"/>
                  </a:lnTo>
                  <a:lnTo>
                    <a:pt x="370" y="722"/>
                  </a:lnTo>
                  <a:lnTo>
                    <a:pt x="377" y="719"/>
                  </a:lnTo>
                  <a:lnTo>
                    <a:pt x="385" y="711"/>
                  </a:lnTo>
                  <a:lnTo>
                    <a:pt x="380" y="707"/>
                  </a:lnTo>
                  <a:lnTo>
                    <a:pt x="379" y="698"/>
                  </a:lnTo>
                  <a:lnTo>
                    <a:pt x="369" y="697"/>
                  </a:lnTo>
                  <a:lnTo>
                    <a:pt x="366" y="690"/>
                  </a:lnTo>
                  <a:lnTo>
                    <a:pt x="364" y="681"/>
                  </a:lnTo>
                  <a:lnTo>
                    <a:pt x="370" y="677"/>
                  </a:lnTo>
                  <a:lnTo>
                    <a:pt x="367" y="670"/>
                  </a:lnTo>
                  <a:lnTo>
                    <a:pt x="373" y="662"/>
                  </a:lnTo>
                  <a:lnTo>
                    <a:pt x="373" y="633"/>
                  </a:lnTo>
                  <a:lnTo>
                    <a:pt x="367" y="628"/>
                  </a:lnTo>
                  <a:lnTo>
                    <a:pt x="373" y="624"/>
                  </a:lnTo>
                  <a:lnTo>
                    <a:pt x="358" y="608"/>
                  </a:lnTo>
                  <a:lnTo>
                    <a:pt x="358" y="602"/>
                  </a:lnTo>
                  <a:lnTo>
                    <a:pt x="339" y="583"/>
                  </a:lnTo>
                  <a:lnTo>
                    <a:pt x="333" y="585"/>
                  </a:lnTo>
                  <a:lnTo>
                    <a:pt x="323" y="582"/>
                  </a:lnTo>
                  <a:lnTo>
                    <a:pt x="320" y="571"/>
                  </a:lnTo>
                  <a:lnTo>
                    <a:pt x="320" y="564"/>
                  </a:lnTo>
                  <a:lnTo>
                    <a:pt x="312" y="562"/>
                  </a:lnTo>
                  <a:lnTo>
                    <a:pt x="315" y="557"/>
                  </a:lnTo>
                  <a:lnTo>
                    <a:pt x="308" y="552"/>
                  </a:lnTo>
                  <a:lnTo>
                    <a:pt x="318" y="546"/>
                  </a:lnTo>
                  <a:lnTo>
                    <a:pt x="317" y="536"/>
                  </a:lnTo>
                  <a:lnTo>
                    <a:pt x="311" y="532"/>
                  </a:lnTo>
                  <a:lnTo>
                    <a:pt x="302" y="535"/>
                  </a:lnTo>
                  <a:lnTo>
                    <a:pt x="304" y="527"/>
                  </a:lnTo>
                  <a:lnTo>
                    <a:pt x="292" y="524"/>
                  </a:lnTo>
                  <a:lnTo>
                    <a:pt x="284" y="516"/>
                  </a:lnTo>
                  <a:lnTo>
                    <a:pt x="291" y="510"/>
                  </a:lnTo>
                  <a:lnTo>
                    <a:pt x="286" y="506"/>
                  </a:lnTo>
                  <a:lnTo>
                    <a:pt x="283" y="487"/>
                  </a:lnTo>
                  <a:lnTo>
                    <a:pt x="294" y="487"/>
                  </a:lnTo>
                  <a:lnTo>
                    <a:pt x="289" y="478"/>
                  </a:lnTo>
                  <a:lnTo>
                    <a:pt x="290" y="470"/>
                  </a:lnTo>
                  <a:lnTo>
                    <a:pt x="283" y="466"/>
                  </a:lnTo>
                  <a:lnTo>
                    <a:pt x="287" y="457"/>
                  </a:lnTo>
                  <a:lnTo>
                    <a:pt x="284" y="454"/>
                  </a:lnTo>
                  <a:lnTo>
                    <a:pt x="284" y="445"/>
                  </a:lnTo>
                  <a:lnTo>
                    <a:pt x="293" y="448"/>
                  </a:lnTo>
                  <a:lnTo>
                    <a:pt x="286" y="431"/>
                  </a:lnTo>
                  <a:lnTo>
                    <a:pt x="276" y="425"/>
                  </a:lnTo>
                  <a:lnTo>
                    <a:pt x="283" y="417"/>
                  </a:lnTo>
                  <a:lnTo>
                    <a:pt x="277" y="406"/>
                  </a:lnTo>
                  <a:lnTo>
                    <a:pt x="285" y="403"/>
                  </a:lnTo>
                  <a:lnTo>
                    <a:pt x="276" y="397"/>
                  </a:lnTo>
                  <a:lnTo>
                    <a:pt x="277" y="387"/>
                  </a:lnTo>
                  <a:lnTo>
                    <a:pt x="267" y="391"/>
                  </a:lnTo>
                  <a:lnTo>
                    <a:pt x="267" y="398"/>
                  </a:lnTo>
                  <a:lnTo>
                    <a:pt x="256" y="408"/>
                  </a:lnTo>
                  <a:lnTo>
                    <a:pt x="240" y="414"/>
                  </a:lnTo>
                  <a:lnTo>
                    <a:pt x="233" y="407"/>
                  </a:lnTo>
                  <a:lnTo>
                    <a:pt x="238" y="397"/>
                  </a:lnTo>
                  <a:lnTo>
                    <a:pt x="236" y="383"/>
                  </a:lnTo>
                  <a:lnTo>
                    <a:pt x="230" y="382"/>
                  </a:lnTo>
                  <a:lnTo>
                    <a:pt x="230" y="373"/>
                  </a:lnTo>
                  <a:lnTo>
                    <a:pt x="223" y="377"/>
                  </a:lnTo>
                  <a:lnTo>
                    <a:pt x="219" y="387"/>
                  </a:lnTo>
                  <a:lnTo>
                    <a:pt x="206" y="383"/>
                  </a:lnTo>
                  <a:lnTo>
                    <a:pt x="213" y="365"/>
                  </a:lnTo>
                  <a:lnTo>
                    <a:pt x="222" y="357"/>
                  </a:lnTo>
                  <a:lnTo>
                    <a:pt x="209" y="338"/>
                  </a:lnTo>
                  <a:lnTo>
                    <a:pt x="215" y="333"/>
                  </a:lnTo>
                  <a:lnTo>
                    <a:pt x="205" y="318"/>
                  </a:lnTo>
                  <a:lnTo>
                    <a:pt x="198" y="322"/>
                  </a:lnTo>
                  <a:lnTo>
                    <a:pt x="194" y="332"/>
                  </a:lnTo>
                  <a:lnTo>
                    <a:pt x="185" y="333"/>
                  </a:lnTo>
                  <a:lnTo>
                    <a:pt x="184" y="320"/>
                  </a:lnTo>
                  <a:lnTo>
                    <a:pt x="175" y="323"/>
                  </a:lnTo>
                  <a:lnTo>
                    <a:pt x="174" y="333"/>
                  </a:lnTo>
                  <a:lnTo>
                    <a:pt x="166" y="332"/>
                  </a:lnTo>
                  <a:lnTo>
                    <a:pt x="162" y="326"/>
                  </a:lnTo>
                  <a:lnTo>
                    <a:pt x="163" y="293"/>
                  </a:lnTo>
                  <a:lnTo>
                    <a:pt x="144" y="298"/>
                  </a:lnTo>
                  <a:lnTo>
                    <a:pt x="148" y="310"/>
                  </a:lnTo>
                  <a:lnTo>
                    <a:pt x="141" y="312"/>
                  </a:lnTo>
                  <a:lnTo>
                    <a:pt x="138" y="304"/>
                  </a:lnTo>
                  <a:lnTo>
                    <a:pt x="131" y="305"/>
                  </a:lnTo>
                  <a:lnTo>
                    <a:pt x="129" y="295"/>
                  </a:lnTo>
                  <a:lnTo>
                    <a:pt x="122" y="299"/>
                  </a:lnTo>
                  <a:lnTo>
                    <a:pt x="116" y="304"/>
                  </a:lnTo>
                  <a:lnTo>
                    <a:pt x="111" y="295"/>
                  </a:lnTo>
                  <a:lnTo>
                    <a:pt x="87" y="299"/>
                  </a:lnTo>
                  <a:lnTo>
                    <a:pt x="78" y="313"/>
                  </a:lnTo>
                  <a:lnTo>
                    <a:pt x="104" y="313"/>
                  </a:lnTo>
                  <a:lnTo>
                    <a:pt x="107" y="327"/>
                  </a:lnTo>
                  <a:lnTo>
                    <a:pt x="101" y="337"/>
                  </a:lnTo>
                  <a:lnTo>
                    <a:pt x="109" y="341"/>
                  </a:lnTo>
                  <a:lnTo>
                    <a:pt x="98" y="350"/>
                  </a:lnTo>
                  <a:lnTo>
                    <a:pt x="88" y="349"/>
                  </a:lnTo>
                  <a:lnTo>
                    <a:pt x="83" y="353"/>
                  </a:lnTo>
                  <a:lnTo>
                    <a:pt x="78" y="349"/>
                  </a:lnTo>
                  <a:lnTo>
                    <a:pt x="70" y="356"/>
                  </a:lnTo>
                  <a:lnTo>
                    <a:pt x="72" y="361"/>
                  </a:lnTo>
                  <a:lnTo>
                    <a:pt x="63" y="372"/>
                  </a:lnTo>
                  <a:lnTo>
                    <a:pt x="47" y="377"/>
                  </a:lnTo>
                  <a:lnTo>
                    <a:pt x="37" y="376"/>
                  </a:lnTo>
                  <a:lnTo>
                    <a:pt x="25" y="378"/>
                  </a:lnTo>
                  <a:lnTo>
                    <a:pt x="22" y="366"/>
                  </a:lnTo>
                  <a:lnTo>
                    <a:pt x="15" y="357"/>
                  </a:lnTo>
                  <a:lnTo>
                    <a:pt x="26" y="340"/>
                  </a:lnTo>
                  <a:lnTo>
                    <a:pt x="21" y="332"/>
                  </a:lnTo>
                  <a:lnTo>
                    <a:pt x="26" y="318"/>
                  </a:lnTo>
                  <a:lnTo>
                    <a:pt x="36" y="305"/>
                  </a:lnTo>
                  <a:lnTo>
                    <a:pt x="29" y="292"/>
                  </a:lnTo>
                  <a:lnTo>
                    <a:pt x="35" y="286"/>
                  </a:lnTo>
                  <a:lnTo>
                    <a:pt x="32" y="281"/>
                  </a:lnTo>
                  <a:lnTo>
                    <a:pt x="23" y="280"/>
                  </a:lnTo>
                  <a:lnTo>
                    <a:pt x="20" y="273"/>
                  </a:lnTo>
                  <a:lnTo>
                    <a:pt x="17" y="267"/>
                  </a:lnTo>
                  <a:lnTo>
                    <a:pt x="13" y="266"/>
                  </a:lnTo>
                  <a:lnTo>
                    <a:pt x="17" y="261"/>
                  </a:lnTo>
                  <a:lnTo>
                    <a:pt x="13" y="258"/>
                  </a:lnTo>
                  <a:lnTo>
                    <a:pt x="14" y="255"/>
                  </a:lnTo>
                  <a:lnTo>
                    <a:pt x="14" y="251"/>
                  </a:lnTo>
                  <a:lnTo>
                    <a:pt x="10" y="243"/>
                  </a:lnTo>
                  <a:lnTo>
                    <a:pt x="8" y="234"/>
                  </a:lnTo>
                  <a:lnTo>
                    <a:pt x="13" y="231"/>
                  </a:lnTo>
                  <a:lnTo>
                    <a:pt x="5" y="223"/>
                  </a:lnTo>
                  <a:lnTo>
                    <a:pt x="10" y="205"/>
                  </a:lnTo>
                  <a:lnTo>
                    <a:pt x="11" y="197"/>
                  </a:lnTo>
                  <a:lnTo>
                    <a:pt x="5" y="186"/>
                  </a:lnTo>
                  <a:lnTo>
                    <a:pt x="0" y="183"/>
                  </a:lnTo>
                  <a:lnTo>
                    <a:pt x="2" y="170"/>
                  </a:lnTo>
                  <a:lnTo>
                    <a:pt x="8" y="160"/>
                  </a:lnTo>
                  <a:lnTo>
                    <a:pt x="55" y="139"/>
                  </a:lnTo>
                  <a:lnTo>
                    <a:pt x="73" y="143"/>
                  </a:lnTo>
                  <a:lnTo>
                    <a:pt x="79" y="137"/>
                  </a:lnTo>
                  <a:lnTo>
                    <a:pt x="86" y="142"/>
                  </a:lnTo>
                  <a:lnTo>
                    <a:pt x="98" y="143"/>
                  </a:lnTo>
                  <a:lnTo>
                    <a:pt x="105" y="163"/>
                  </a:lnTo>
                  <a:lnTo>
                    <a:pt x="131" y="158"/>
                  </a:lnTo>
                  <a:lnTo>
                    <a:pt x="130" y="143"/>
                  </a:lnTo>
                  <a:lnTo>
                    <a:pt x="134" y="138"/>
                  </a:lnTo>
                  <a:lnTo>
                    <a:pt x="125" y="132"/>
                  </a:lnTo>
                  <a:lnTo>
                    <a:pt x="125" y="123"/>
                  </a:lnTo>
                  <a:lnTo>
                    <a:pt x="125" y="119"/>
                  </a:lnTo>
                  <a:lnTo>
                    <a:pt x="128" y="103"/>
                  </a:lnTo>
                  <a:lnTo>
                    <a:pt x="153" y="112"/>
                  </a:lnTo>
                  <a:lnTo>
                    <a:pt x="165" y="109"/>
                  </a:lnTo>
                  <a:lnTo>
                    <a:pt x="165" y="96"/>
                  </a:lnTo>
                  <a:lnTo>
                    <a:pt x="175" y="93"/>
                  </a:lnTo>
                  <a:lnTo>
                    <a:pt x="182" y="88"/>
                  </a:lnTo>
                  <a:lnTo>
                    <a:pt x="187" y="76"/>
                  </a:lnTo>
                  <a:lnTo>
                    <a:pt x="187" y="64"/>
                  </a:lnTo>
                  <a:lnTo>
                    <a:pt x="191" y="50"/>
                  </a:lnTo>
                  <a:lnTo>
                    <a:pt x="191" y="36"/>
                  </a:lnTo>
                  <a:lnTo>
                    <a:pt x="204" y="39"/>
                  </a:lnTo>
                  <a:lnTo>
                    <a:pt x="205" y="46"/>
                  </a:lnTo>
                  <a:lnTo>
                    <a:pt x="213" y="50"/>
                  </a:lnTo>
                  <a:lnTo>
                    <a:pt x="218" y="45"/>
                  </a:lnTo>
                  <a:lnTo>
                    <a:pt x="222" y="49"/>
                  </a:lnTo>
                  <a:lnTo>
                    <a:pt x="233" y="43"/>
                  </a:lnTo>
                  <a:lnTo>
                    <a:pt x="244" y="34"/>
                  </a:lnTo>
                  <a:lnTo>
                    <a:pt x="262" y="19"/>
                  </a:lnTo>
                  <a:lnTo>
                    <a:pt x="265" y="4"/>
                  </a:lnTo>
                  <a:lnTo>
                    <a:pt x="270" y="1"/>
                  </a:lnTo>
                  <a:lnTo>
                    <a:pt x="283" y="0"/>
                  </a:lnTo>
                  <a:lnTo>
                    <a:pt x="299" y="12"/>
                  </a:lnTo>
                  <a:lnTo>
                    <a:pt x="306" y="11"/>
                  </a:lnTo>
                  <a:lnTo>
                    <a:pt x="314" y="15"/>
                  </a:lnTo>
                  <a:lnTo>
                    <a:pt x="316" y="21"/>
                  </a:lnTo>
                  <a:lnTo>
                    <a:pt x="335" y="27"/>
                  </a:lnTo>
                  <a:lnTo>
                    <a:pt x="339" y="40"/>
                  </a:lnTo>
                  <a:lnTo>
                    <a:pt x="352" y="52"/>
                  </a:lnTo>
                  <a:lnTo>
                    <a:pt x="352" y="60"/>
                  </a:lnTo>
                  <a:lnTo>
                    <a:pt x="364" y="60"/>
                  </a:lnTo>
                  <a:lnTo>
                    <a:pt x="367" y="68"/>
                  </a:lnTo>
                  <a:lnTo>
                    <a:pt x="374" y="72"/>
                  </a:lnTo>
                  <a:lnTo>
                    <a:pt x="376" y="78"/>
                  </a:lnTo>
                  <a:lnTo>
                    <a:pt x="378" y="79"/>
                  </a:lnTo>
                  <a:lnTo>
                    <a:pt x="390" y="77"/>
                  </a:lnTo>
                  <a:lnTo>
                    <a:pt x="392" y="84"/>
                  </a:lnTo>
                  <a:lnTo>
                    <a:pt x="402" y="84"/>
                  </a:lnTo>
                  <a:lnTo>
                    <a:pt x="410" y="122"/>
                  </a:lnTo>
                  <a:lnTo>
                    <a:pt x="416" y="125"/>
                  </a:lnTo>
                  <a:lnTo>
                    <a:pt x="426" y="122"/>
                  </a:lnTo>
                  <a:lnTo>
                    <a:pt x="435" y="127"/>
                  </a:lnTo>
                  <a:lnTo>
                    <a:pt x="436" y="115"/>
                  </a:lnTo>
                  <a:lnTo>
                    <a:pt x="442" y="112"/>
                  </a:lnTo>
                  <a:lnTo>
                    <a:pt x="449" y="114"/>
                  </a:lnTo>
                  <a:lnTo>
                    <a:pt x="452" y="113"/>
                  </a:lnTo>
                  <a:lnTo>
                    <a:pt x="463" y="114"/>
                  </a:lnTo>
                  <a:lnTo>
                    <a:pt x="465" y="113"/>
                  </a:lnTo>
                  <a:lnTo>
                    <a:pt x="465" y="103"/>
                  </a:lnTo>
                  <a:lnTo>
                    <a:pt x="457" y="96"/>
                  </a:lnTo>
                  <a:lnTo>
                    <a:pt x="438" y="86"/>
                  </a:lnTo>
                  <a:lnTo>
                    <a:pt x="434" y="71"/>
                  </a:lnTo>
                  <a:lnTo>
                    <a:pt x="446" y="67"/>
                  </a:lnTo>
                  <a:lnTo>
                    <a:pt x="458" y="58"/>
                  </a:lnTo>
                  <a:lnTo>
                    <a:pt x="493" y="54"/>
                  </a:lnTo>
                  <a:lnTo>
                    <a:pt x="497" y="61"/>
                  </a:lnTo>
                  <a:lnTo>
                    <a:pt x="499" y="68"/>
                  </a:lnTo>
                  <a:lnTo>
                    <a:pt x="503" y="63"/>
                  </a:lnTo>
                  <a:lnTo>
                    <a:pt x="516" y="67"/>
                  </a:lnTo>
                  <a:lnTo>
                    <a:pt x="527" y="61"/>
                  </a:lnTo>
                  <a:lnTo>
                    <a:pt x="534" y="62"/>
                  </a:lnTo>
                  <a:lnTo>
                    <a:pt x="538" y="67"/>
                  </a:lnTo>
                  <a:lnTo>
                    <a:pt x="542" y="67"/>
                  </a:lnTo>
                  <a:lnTo>
                    <a:pt x="544" y="78"/>
                  </a:lnTo>
                  <a:lnTo>
                    <a:pt x="538" y="92"/>
                  </a:lnTo>
                  <a:lnTo>
                    <a:pt x="555" y="97"/>
                  </a:lnTo>
                  <a:lnTo>
                    <a:pt x="563" y="102"/>
                  </a:lnTo>
                  <a:lnTo>
                    <a:pt x="566" y="93"/>
                  </a:lnTo>
                  <a:lnTo>
                    <a:pt x="566" y="85"/>
                  </a:lnTo>
                  <a:lnTo>
                    <a:pt x="572" y="72"/>
                  </a:lnTo>
                  <a:lnTo>
                    <a:pt x="573" y="63"/>
                  </a:lnTo>
                  <a:lnTo>
                    <a:pt x="564" y="47"/>
                  </a:lnTo>
                  <a:lnTo>
                    <a:pt x="566" y="40"/>
                  </a:lnTo>
                  <a:lnTo>
                    <a:pt x="565" y="28"/>
                  </a:lnTo>
                  <a:lnTo>
                    <a:pt x="568" y="25"/>
                  </a:lnTo>
                  <a:lnTo>
                    <a:pt x="577" y="18"/>
                  </a:lnTo>
                  <a:lnTo>
                    <a:pt x="585" y="19"/>
                  </a:lnTo>
                  <a:lnTo>
                    <a:pt x="582" y="9"/>
                  </a:lnTo>
                  <a:lnTo>
                    <a:pt x="592" y="6"/>
                  </a:lnTo>
                  <a:lnTo>
                    <a:pt x="596" y="1"/>
                  </a:lnTo>
                  <a:lnTo>
                    <a:pt x="603" y="4"/>
                  </a:lnTo>
                  <a:lnTo>
                    <a:pt x="614" y="13"/>
                  </a:lnTo>
                  <a:lnTo>
                    <a:pt x="612" y="19"/>
                  </a:lnTo>
                  <a:lnTo>
                    <a:pt x="614" y="27"/>
                  </a:lnTo>
                  <a:lnTo>
                    <a:pt x="618" y="36"/>
                  </a:lnTo>
                  <a:lnTo>
                    <a:pt x="626" y="35"/>
                  </a:lnTo>
                  <a:lnTo>
                    <a:pt x="623" y="41"/>
                  </a:lnTo>
                  <a:lnTo>
                    <a:pt x="627" y="45"/>
                  </a:lnTo>
                  <a:lnTo>
                    <a:pt x="624" y="47"/>
                  </a:lnTo>
                  <a:lnTo>
                    <a:pt x="634" y="53"/>
                  </a:lnTo>
                  <a:lnTo>
                    <a:pt x="638" y="58"/>
                  </a:lnTo>
                  <a:lnTo>
                    <a:pt x="648" y="50"/>
                  </a:lnTo>
                  <a:lnTo>
                    <a:pt x="657" y="52"/>
                  </a:lnTo>
                  <a:lnTo>
                    <a:pt x="667" y="54"/>
                  </a:lnTo>
                  <a:lnTo>
                    <a:pt x="675" y="54"/>
                  </a:lnTo>
                  <a:lnTo>
                    <a:pt x="695" y="46"/>
                  </a:lnTo>
                  <a:lnTo>
                    <a:pt x="706" y="41"/>
                  </a:lnTo>
                  <a:lnTo>
                    <a:pt x="713" y="54"/>
                  </a:lnTo>
                  <a:lnTo>
                    <a:pt x="717" y="55"/>
                  </a:lnTo>
                  <a:lnTo>
                    <a:pt x="726" y="50"/>
                  </a:lnTo>
                  <a:lnTo>
                    <a:pt x="735" y="49"/>
                  </a:lnTo>
                  <a:lnTo>
                    <a:pt x="742" y="50"/>
                  </a:lnTo>
                  <a:lnTo>
                    <a:pt x="742" y="54"/>
                  </a:lnTo>
                  <a:lnTo>
                    <a:pt x="754" y="60"/>
                  </a:lnTo>
                  <a:lnTo>
                    <a:pt x="759" y="65"/>
                  </a:lnTo>
                  <a:lnTo>
                    <a:pt x="758" y="70"/>
                  </a:lnTo>
                  <a:lnTo>
                    <a:pt x="769" y="74"/>
                  </a:lnTo>
                  <a:lnTo>
                    <a:pt x="775" y="78"/>
                  </a:lnTo>
                  <a:lnTo>
                    <a:pt x="785" y="78"/>
                  </a:lnTo>
                  <a:lnTo>
                    <a:pt x="791" y="81"/>
                  </a:lnTo>
                  <a:lnTo>
                    <a:pt x="798" y="96"/>
                  </a:lnTo>
                  <a:lnTo>
                    <a:pt x="788" y="103"/>
                  </a:lnTo>
                  <a:lnTo>
                    <a:pt x="792" y="112"/>
                  </a:lnTo>
                  <a:lnTo>
                    <a:pt x="805" y="112"/>
                  </a:lnTo>
                  <a:lnTo>
                    <a:pt x="809" y="117"/>
                  </a:lnTo>
                  <a:lnTo>
                    <a:pt x="818" y="138"/>
                  </a:lnTo>
                  <a:lnTo>
                    <a:pt x="813" y="146"/>
                  </a:lnTo>
                  <a:lnTo>
                    <a:pt x="816" y="159"/>
                  </a:lnTo>
                  <a:lnTo>
                    <a:pt x="830" y="165"/>
                  </a:lnTo>
                  <a:lnTo>
                    <a:pt x="834" y="173"/>
                  </a:lnTo>
                  <a:lnTo>
                    <a:pt x="849" y="186"/>
                  </a:lnTo>
                  <a:lnTo>
                    <a:pt x="868" y="197"/>
                  </a:lnTo>
                  <a:lnTo>
                    <a:pt x="889" y="207"/>
                  </a:lnTo>
                  <a:lnTo>
                    <a:pt x="891" y="214"/>
                  </a:lnTo>
                  <a:lnTo>
                    <a:pt x="886" y="217"/>
                  </a:lnTo>
                  <a:lnTo>
                    <a:pt x="887" y="225"/>
                  </a:lnTo>
                  <a:lnTo>
                    <a:pt x="905" y="231"/>
                  </a:lnTo>
                  <a:lnTo>
                    <a:pt x="906" y="240"/>
                  </a:lnTo>
                  <a:lnTo>
                    <a:pt x="897" y="254"/>
                  </a:lnTo>
                  <a:lnTo>
                    <a:pt x="886" y="261"/>
                  </a:lnTo>
                  <a:lnTo>
                    <a:pt x="887" y="279"/>
                  </a:lnTo>
                  <a:lnTo>
                    <a:pt x="870" y="290"/>
                  </a:lnTo>
                  <a:lnTo>
                    <a:pt x="885" y="310"/>
                  </a:lnTo>
                  <a:lnTo>
                    <a:pt x="902" y="319"/>
                  </a:lnTo>
                  <a:lnTo>
                    <a:pt x="903" y="342"/>
                  </a:lnTo>
                  <a:lnTo>
                    <a:pt x="915" y="345"/>
                  </a:lnTo>
                  <a:lnTo>
                    <a:pt x="924" y="371"/>
                  </a:lnTo>
                  <a:lnTo>
                    <a:pt x="927" y="379"/>
                  </a:lnTo>
                  <a:lnTo>
                    <a:pt x="936" y="382"/>
                  </a:lnTo>
                  <a:lnTo>
                    <a:pt x="934" y="393"/>
                  </a:lnTo>
                  <a:lnTo>
                    <a:pt x="942" y="417"/>
                  </a:lnTo>
                  <a:lnTo>
                    <a:pt x="964" y="432"/>
                  </a:lnTo>
                  <a:lnTo>
                    <a:pt x="972" y="447"/>
                  </a:lnTo>
                  <a:lnTo>
                    <a:pt x="999" y="453"/>
                  </a:lnTo>
                  <a:lnTo>
                    <a:pt x="998" y="445"/>
                  </a:lnTo>
                  <a:lnTo>
                    <a:pt x="1014" y="448"/>
                  </a:lnTo>
                  <a:lnTo>
                    <a:pt x="1036" y="464"/>
                  </a:lnTo>
                  <a:lnTo>
                    <a:pt x="1038" y="479"/>
                  </a:lnTo>
                  <a:lnTo>
                    <a:pt x="1061" y="499"/>
                  </a:lnTo>
                  <a:lnTo>
                    <a:pt x="1060" y="504"/>
                  </a:lnTo>
                  <a:lnTo>
                    <a:pt x="1077" y="515"/>
                  </a:lnTo>
                  <a:lnTo>
                    <a:pt x="1076" y="527"/>
                  </a:lnTo>
                  <a:lnTo>
                    <a:pt x="1086" y="531"/>
                  </a:lnTo>
                  <a:lnTo>
                    <a:pt x="1101" y="526"/>
                  </a:lnTo>
                  <a:lnTo>
                    <a:pt x="1114" y="535"/>
                  </a:lnTo>
                  <a:lnTo>
                    <a:pt x="1133" y="557"/>
                  </a:lnTo>
                  <a:lnTo>
                    <a:pt x="1136" y="574"/>
                  </a:lnTo>
                  <a:lnTo>
                    <a:pt x="1138" y="581"/>
                  </a:lnTo>
                  <a:lnTo>
                    <a:pt x="1160" y="593"/>
                  </a:lnTo>
                  <a:lnTo>
                    <a:pt x="1170" y="582"/>
                  </a:lnTo>
                  <a:lnTo>
                    <a:pt x="1190" y="597"/>
                  </a:lnTo>
                  <a:lnTo>
                    <a:pt x="1209" y="614"/>
                  </a:lnTo>
                  <a:lnTo>
                    <a:pt x="1224" y="614"/>
                  </a:lnTo>
                  <a:lnTo>
                    <a:pt x="1233" y="632"/>
                  </a:lnTo>
                  <a:lnTo>
                    <a:pt x="1241" y="639"/>
                  </a:lnTo>
                  <a:lnTo>
                    <a:pt x="1243" y="650"/>
                  </a:lnTo>
                  <a:lnTo>
                    <a:pt x="1253" y="656"/>
                  </a:lnTo>
                  <a:lnTo>
                    <a:pt x="1243" y="677"/>
                  </a:lnTo>
                  <a:lnTo>
                    <a:pt x="1254" y="683"/>
                  </a:lnTo>
                  <a:lnTo>
                    <a:pt x="1253" y="725"/>
                  </a:lnTo>
                  <a:lnTo>
                    <a:pt x="1246" y="734"/>
                  </a:lnTo>
                  <a:lnTo>
                    <a:pt x="1239" y="731"/>
                  </a:lnTo>
                  <a:lnTo>
                    <a:pt x="1225" y="754"/>
                  </a:lnTo>
                  <a:lnTo>
                    <a:pt x="1197" y="736"/>
                  </a:lnTo>
                  <a:lnTo>
                    <a:pt x="1187" y="737"/>
                  </a:lnTo>
                  <a:lnTo>
                    <a:pt x="1174" y="726"/>
                  </a:lnTo>
                  <a:lnTo>
                    <a:pt x="1168" y="736"/>
                  </a:lnTo>
                  <a:lnTo>
                    <a:pt x="1151" y="737"/>
                  </a:lnTo>
                  <a:lnTo>
                    <a:pt x="1151" y="742"/>
                  </a:lnTo>
                  <a:lnTo>
                    <a:pt x="1160" y="764"/>
                  </a:lnTo>
                  <a:lnTo>
                    <a:pt x="1153" y="795"/>
                  </a:lnTo>
                  <a:lnTo>
                    <a:pt x="1142" y="816"/>
                  </a:lnTo>
                  <a:lnTo>
                    <a:pt x="1123" y="840"/>
                  </a:lnTo>
                  <a:lnTo>
                    <a:pt x="1104" y="850"/>
                  </a:lnTo>
                  <a:lnTo>
                    <a:pt x="1093" y="848"/>
                  </a:lnTo>
                  <a:lnTo>
                    <a:pt x="1054" y="860"/>
                  </a:lnTo>
                  <a:lnTo>
                    <a:pt x="1041" y="879"/>
                  </a:lnTo>
                  <a:lnTo>
                    <a:pt x="1029" y="887"/>
                  </a:lnTo>
                  <a:lnTo>
                    <a:pt x="1011" y="887"/>
                  </a:lnTo>
                  <a:lnTo>
                    <a:pt x="1006" y="902"/>
                  </a:lnTo>
                  <a:lnTo>
                    <a:pt x="991" y="916"/>
                  </a:lnTo>
                  <a:lnTo>
                    <a:pt x="984" y="914"/>
                  </a:lnTo>
                  <a:lnTo>
                    <a:pt x="982" y="921"/>
                  </a:lnTo>
                  <a:lnTo>
                    <a:pt x="983" y="935"/>
                  </a:lnTo>
                  <a:lnTo>
                    <a:pt x="992" y="945"/>
                  </a:lnTo>
                  <a:lnTo>
                    <a:pt x="1009" y="957"/>
                  </a:lnTo>
                  <a:lnTo>
                    <a:pt x="1014" y="977"/>
                  </a:lnTo>
                  <a:lnTo>
                    <a:pt x="1024" y="979"/>
                  </a:lnTo>
                  <a:lnTo>
                    <a:pt x="1046" y="1020"/>
                  </a:lnTo>
                  <a:lnTo>
                    <a:pt x="1027" y="1053"/>
                  </a:lnTo>
                  <a:lnTo>
                    <a:pt x="1030" y="1062"/>
                  </a:lnTo>
                  <a:lnTo>
                    <a:pt x="1021" y="1071"/>
                  </a:lnTo>
                  <a:lnTo>
                    <a:pt x="1025" y="1077"/>
                  </a:lnTo>
                  <a:lnTo>
                    <a:pt x="1043" y="1076"/>
                  </a:lnTo>
                  <a:lnTo>
                    <a:pt x="1053" y="1069"/>
                  </a:lnTo>
                  <a:lnTo>
                    <a:pt x="1068" y="1077"/>
                  </a:lnTo>
                  <a:lnTo>
                    <a:pt x="1077" y="1102"/>
                  </a:lnTo>
                  <a:lnTo>
                    <a:pt x="1067" y="1125"/>
                  </a:lnTo>
                  <a:lnTo>
                    <a:pt x="1070" y="1159"/>
                  </a:lnTo>
                  <a:lnTo>
                    <a:pt x="1057" y="1167"/>
                  </a:lnTo>
                  <a:lnTo>
                    <a:pt x="1046" y="1166"/>
                  </a:lnTo>
                  <a:lnTo>
                    <a:pt x="1011" y="1149"/>
                  </a:lnTo>
                  <a:lnTo>
                    <a:pt x="999" y="1145"/>
                  </a:lnTo>
                  <a:lnTo>
                    <a:pt x="992" y="1135"/>
                  </a:lnTo>
                  <a:lnTo>
                    <a:pt x="1003" y="1121"/>
                  </a:lnTo>
                  <a:lnTo>
                    <a:pt x="984" y="1106"/>
                  </a:lnTo>
                  <a:lnTo>
                    <a:pt x="983" y="1097"/>
                  </a:lnTo>
                  <a:lnTo>
                    <a:pt x="970" y="1096"/>
                  </a:lnTo>
                  <a:lnTo>
                    <a:pt x="949" y="1096"/>
                  </a:lnTo>
                  <a:lnTo>
                    <a:pt x="943" y="1109"/>
                  </a:lnTo>
                  <a:lnTo>
                    <a:pt x="933" y="1107"/>
                  </a:lnTo>
                  <a:lnTo>
                    <a:pt x="921" y="1111"/>
                  </a:lnTo>
                  <a:lnTo>
                    <a:pt x="908" y="1096"/>
                  </a:lnTo>
                  <a:lnTo>
                    <a:pt x="903" y="1082"/>
                  </a:lnTo>
                  <a:lnTo>
                    <a:pt x="889" y="1086"/>
                  </a:lnTo>
                  <a:lnTo>
                    <a:pt x="875" y="1082"/>
                  </a:lnTo>
                  <a:lnTo>
                    <a:pt x="855" y="1089"/>
                  </a:lnTo>
                  <a:lnTo>
                    <a:pt x="850" y="1082"/>
                  </a:lnTo>
                  <a:lnTo>
                    <a:pt x="854" y="1067"/>
                  </a:lnTo>
                  <a:lnTo>
                    <a:pt x="834" y="1081"/>
                  </a:lnTo>
                  <a:lnTo>
                    <a:pt x="841" y="1103"/>
                  </a:lnTo>
                  <a:lnTo>
                    <a:pt x="839" y="1118"/>
                  </a:lnTo>
                  <a:lnTo>
                    <a:pt x="804" y="1113"/>
                  </a:lnTo>
                  <a:lnTo>
                    <a:pt x="785" y="1112"/>
                  </a:lnTo>
                  <a:lnTo>
                    <a:pt x="754" y="1117"/>
                  </a:lnTo>
                  <a:lnTo>
                    <a:pt x="747" y="1128"/>
                  </a:lnTo>
                  <a:lnTo>
                    <a:pt x="727" y="1124"/>
                  </a:lnTo>
                  <a:lnTo>
                    <a:pt x="698" y="1128"/>
                  </a:lnTo>
                  <a:lnTo>
                    <a:pt x="689" y="1125"/>
                  </a:lnTo>
                  <a:lnTo>
                    <a:pt x="678" y="1137"/>
                  </a:lnTo>
                  <a:lnTo>
                    <a:pt x="676" y="1149"/>
                  </a:lnTo>
                  <a:lnTo>
                    <a:pt x="637" y="1155"/>
                  </a:lnTo>
                  <a:lnTo>
                    <a:pt x="632" y="1162"/>
                  </a:lnTo>
                  <a:lnTo>
                    <a:pt x="628" y="1170"/>
                  </a:lnTo>
                  <a:lnTo>
                    <a:pt x="631" y="1180"/>
                  </a:lnTo>
                  <a:lnTo>
                    <a:pt x="609" y="1179"/>
                  </a:lnTo>
                  <a:lnTo>
                    <a:pt x="593" y="1197"/>
                  </a:lnTo>
                  <a:lnTo>
                    <a:pt x="580" y="1197"/>
                  </a:lnTo>
                  <a:lnTo>
                    <a:pt x="585" y="1187"/>
                  </a:lnTo>
                  <a:lnTo>
                    <a:pt x="580" y="1182"/>
                  </a:lnTo>
                  <a:lnTo>
                    <a:pt x="563" y="1188"/>
                  </a:lnTo>
                  <a:lnTo>
                    <a:pt x="550" y="1198"/>
                  </a:lnTo>
                  <a:lnTo>
                    <a:pt x="521" y="1202"/>
                  </a:lnTo>
                  <a:lnTo>
                    <a:pt x="521" y="1191"/>
                  </a:lnTo>
                  <a:lnTo>
                    <a:pt x="509" y="1174"/>
                  </a:lnTo>
                  <a:lnTo>
                    <a:pt x="498" y="1175"/>
                  </a:lnTo>
                  <a:lnTo>
                    <a:pt x="496" y="1169"/>
                  </a:lnTo>
                  <a:lnTo>
                    <a:pt x="503" y="1164"/>
                  </a:lnTo>
                  <a:lnTo>
                    <a:pt x="494" y="1156"/>
                  </a:lnTo>
                  <a:lnTo>
                    <a:pt x="465" y="1166"/>
                  </a:lnTo>
                  <a:lnTo>
                    <a:pt x="464" y="1160"/>
                  </a:lnTo>
                  <a:lnTo>
                    <a:pt x="442" y="1150"/>
                  </a:lnTo>
                  <a:lnTo>
                    <a:pt x="422" y="1146"/>
                  </a:lnTo>
                  <a:lnTo>
                    <a:pt x="415" y="1159"/>
                  </a:lnTo>
                  <a:lnTo>
                    <a:pt x="394" y="1153"/>
                  </a:lnTo>
                  <a:lnTo>
                    <a:pt x="391" y="1138"/>
                  </a:lnTo>
                  <a:lnTo>
                    <a:pt x="380" y="1142"/>
                  </a:lnTo>
                  <a:lnTo>
                    <a:pt x="379" y="1167"/>
                  </a:lnTo>
                  <a:lnTo>
                    <a:pt x="392" y="1192"/>
                  </a:lnTo>
                  <a:lnTo>
                    <a:pt x="352" y="1237"/>
                  </a:lnTo>
                  <a:lnTo>
                    <a:pt x="323" y="1253"/>
                  </a:lnTo>
                  <a:lnTo>
                    <a:pt x="306" y="1251"/>
                  </a:lnTo>
                  <a:lnTo>
                    <a:pt x="321" y="1240"/>
                  </a:lnTo>
                  <a:lnTo>
                    <a:pt x="327" y="1212"/>
                  </a:lnTo>
                  <a:lnTo>
                    <a:pt x="309" y="1209"/>
                  </a:lnTo>
                  <a:lnTo>
                    <a:pt x="290" y="1219"/>
                  </a:lnTo>
                  <a:lnTo>
                    <a:pt x="283" y="1201"/>
                  </a:lnTo>
                  <a:lnTo>
                    <a:pt x="290" y="1194"/>
                  </a:lnTo>
                  <a:lnTo>
                    <a:pt x="275" y="1174"/>
                  </a:lnTo>
                  <a:lnTo>
                    <a:pt x="261" y="1176"/>
                  </a:lnTo>
                  <a:lnTo>
                    <a:pt x="258" y="1152"/>
                  </a:lnTo>
                  <a:lnTo>
                    <a:pt x="226" y="1154"/>
                  </a:lnTo>
                  <a:lnTo>
                    <a:pt x="213" y="1149"/>
                  </a:lnTo>
                  <a:lnTo>
                    <a:pt x="215" y="1135"/>
                  </a:lnTo>
                  <a:lnTo>
                    <a:pt x="206" y="1131"/>
                  </a:lnTo>
                  <a:lnTo>
                    <a:pt x="195" y="1138"/>
                  </a:lnTo>
                  <a:lnTo>
                    <a:pt x="188" y="1151"/>
                  </a:lnTo>
                  <a:lnTo>
                    <a:pt x="166" y="1142"/>
                  </a:lnTo>
                  <a:lnTo>
                    <a:pt x="153" y="1134"/>
                  </a:lnTo>
                  <a:lnTo>
                    <a:pt x="156" y="1124"/>
                  </a:lnTo>
                  <a:lnTo>
                    <a:pt x="180" y="1124"/>
                  </a:lnTo>
                  <a:lnTo>
                    <a:pt x="205" y="1115"/>
                  </a:lnTo>
                  <a:lnTo>
                    <a:pt x="219" y="1100"/>
                  </a:lnTo>
                  <a:lnTo>
                    <a:pt x="233" y="1100"/>
                  </a:lnTo>
                  <a:lnTo>
                    <a:pt x="249" y="1107"/>
                  </a:lnTo>
                  <a:lnTo>
                    <a:pt x="265" y="1099"/>
                  </a:lnTo>
                  <a:lnTo>
                    <a:pt x="283" y="1109"/>
                  </a:lnTo>
                  <a:lnTo>
                    <a:pt x="298" y="1103"/>
                  </a:lnTo>
                  <a:lnTo>
                    <a:pt x="299" y="1089"/>
                  </a:lnTo>
                  <a:lnTo>
                    <a:pt x="290" y="1082"/>
                  </a:lnTo>
                  <a:lnTo>
                    <a:pt x="294" y="1068"/>
                  </a:lnTo>
                  <a:lnTo>
                    <a:pt x="285" y="1067"/>
                  </a:lnTo>
                  <a:lnTo>
                    <a:pt x="279" y="1058"/>
                  </a:lnTo>
                  <a:lnTo>
                    <a:pt x="295" y="1046"/>
                  </a:lnTo>
                  <a:lnTo>
                    <a:pt x="287" y="1037"/>
                  </a:lnTo>
                  <a:lnTo>
                    <a:pt x="289" y="1033"/>
                  </a:lnTo>
                  <a:lnTo>
                    <a:pt x="281" y="1030"/>
                  </a:lnTo>
                  <a:lnTo>
                    <a:pt x="287" y="1025"/>
                  </a:lnTo>
                  <a:lnTo>
                    <a:pt x="284" y="1020"/>
                  </a:lnTo>
                  <a:lnTo>
                    <a:pt x="291" y="1011"/>
                  </a:lnTo>
                  <a:lnTo>
                    <a:pt x="292" y="1001"/>
                  </a:lnTo>
                  <a:lnTo>
                    <a:pt x="284" y="996"/>
                  </a:lnTo>
                  <a:lnTo>
                    <a:pt x="287" y="991"/>
                  </a:lnTo>
                  <a:lnTo>
                    <a:pt x="292" y="989"/>
                  </a:lnTo>
                  <a:lnTo>
                    <a:pt x="298" y="984"/>
                  </a:lnTo>
                  <a:lnTo>
                    <a:pt x="301" y="974"/>
                  </a:lnTo>
                  <a:lnTo>
                    <a:pt x="298" y="967"/>
                  </a:lnTo>
                  <a:lnTo>
                    <a:pt x="301" y="950"/>
                  </a:lnTo>
                  <a:lnTo>
                    <a:pt x="301" y="936"/>
                  </a:lnTo>
                  <a:close/>
                </a:path>
              </a:pathLst>
            </a:custGeom>
            <a:grpFill/>
            <a:ln w="1651" cap="flat" cmpd="sng">
              <a:solidFill>
                <a:schemeClr val="bg2"/>
              </a:solidFill>
              <a:prstDash val="solid"/>
              <a:round/>
              <a:headEnd type="none" w="med" len="med"/>
              <a:tailEnd type="none" w="med" len="med"/>
            </a:ln>
          </p:spPr>
          <p:txBody>
            <a:bodyPr/>
            <a:lstStyle/>
            <a:p>
              <a:endParaRPr lang="de-DE" dirty="0"/>
            </a:p>
          </p:txBody>
        </p:sp>
        <p:sp>
          <p:nvSpPr>
            <p:cNvPr id="12" name="AOK Plus">
              <a:extLst>
                <a:ext uri="{FF2B5EF4-FFF2-40B4-BE49-F238E27FC236}">
                  <a16:creationId xmlns:a16="http://schemas.microsoft.com/office/drawing/2014/main" id="{20A64680-7038-5A7B-8A7E-EB9BB0B4E8E8}"/>
                </a:ext>
              </a:extLst>
            </p:cNvPr>
            <p:cNvSpPr>
              <a:spLocks/>
            </p:cNvSpPr>
            <p:nvPr/>
          </p:nvSpPr>
          <p:spPr bwMode="auto">
            <a:xfrm>
              <a:off x="6218123" y="2824884"/>
              <a:ext cx="1611933" cy="745298"/>
            </a:xfrm>
            <a:custGeom>
              <a:avLst/>
              <a:gdLst>
                <a:gd name="T0" fmla="*/ 2147483647 w 1270"/>
                <a:gd name="T1" fmla="*/ 2147483647 h 574"/>
                <a:gd name="T2" fmla="*/ 2147483647 w 1270"/>
                <a:gd name="T3" fmla="*/ 2147483647 h 574"/>
                <a:gd name="T4" fmla="*/ 2147483647 w 1270"/>
                <a:gd name="T5" fmla="*/ 2147483647 h 574"/>
                <a:gd name="T6" fmla="*/ 2147483647 w 1270"/>
                <a:gd name="T7" fmla="*/ 2147483647 h 574"/>
                <a:gd name="T8" fmla="*/ 2147483647 w 1270"/>
                <a:gd name="T9" fmla="*/ 2147483647 h 574"/>
                <a:gd name="T10" fmla="*/ 2147483647 w 1270"/>
                <a:gd name="T11" fmla="*/ 2147483647 h 574"/>
                <a:gd name="T12" fmla="*/ 2147483647 w 1270"/>
                <a:gd name="T13" fmla="*/ 2147483647 h 574"/>
                <a:gd name="T14" fmla="*/ 2147483647 w 1270"/>
                <a:gd name="T15" fmla="*/ 2147483647 h 574"/>
                <a:gd name="T16" fmla="*/ 2147483647 w 1270"/>
                <a:gd name="T17" fmla="*/ 2147483647 h 574"/>
                <a:gd name="T18" fmla="*/ 2147483647 w 1270"/>
                <a:gd name="T19" fmla="*/ 2147483647 h 574"/>
                <a:gd name="T20" fmla="*/ 2147483647 w 1270"/>
                <a:gd name="T21" fmla="*/ 2147483647 h 574"/>
                <a:gd name="T22" fmla="*/ 2147483647 w 1270"/>
                <a:gd name="T23" fmla="*/ 2147483647 h 574"/>
                <a:gd name="T24" fmla="*/ 2147483647 w 1270"/>
                <a:gd name="T25" fmla="*/ 2147483647 h 574"/>
                <a:gd name="T26" fmla="*/ 2147483647 w 1270"/>
                <a:gd name="T27" fmla="*/ 2147483647 h 574"/>
                <a:gd name="T28" fmla="*/ 2147483647 w 1270"/>
                <a:gd name="T29" fmla="*/ 2147483647 h 574"/>
                <a:gd name="T30" fmla="*/ 2147483647 w 1270"/>
                <a:gd name="T31" fmla="*/ 2147483647 h 574"/>
                <a:gd name="T32" fmla="*/ 2147483647 w 1270"/>
                <a:gd name="T33" fmla="*/ 2147483647 h 574"/>
                <a:gd name="T34" fmla="*/ 2147483647 w 1270"/>
                <a:gd name="T35" fmla="*/ 2147483647 h 574"/>
                <a:gd name="T36" fmla="*/ 2147483647 w 1270"/>
                <a:gd name="T37" fmla="*/ 2147483647 h 574"/>
                <a:gd name="T38" fmla="*/ 2147483647 w 1270"/>
                <a:gd name="T39" fmla="*/ 2147483647 h 574"/>
                <a:gd name="T40" fmla="*/ 2147483647 w 1270"/>
                <a:gd name="T41" fmla="*/ 2147483647 h 574"/>
                <a:gd name="T42" fmla="*/ 2147483647 w 1270"/>
                <a:gd name="T43" fmla="*/ 2147483647 h 574"/>
                <a:gd name="T44" fmla="*/ 2147483647 w 1270"/>
                <a:gd name="T45" fmla="*/ 2147483647 h 574"/>
                <a:gd name="T46" fmla="*/ 2147483647 w 1270"/>
                <a:gd name="T47" fmla="*/ 2147483647 h 574"/>
                <a:gd name="T48" fmla="*/ 2147483647 w 1270"/>
                <a:gd name="T49" fmla="*/ 2147483647 h 574"/>
                <a:gd name="T50" fmla="*/ 2147483647 w 1270"/>
                <a:gd name="T51" fmla="*/ 2147483647 h 574"/>
                <a:gd name="T52" fmla="*/ 2147483647 w 1270"/>
                <a:gd name="T53" fmla="*/ 2147483647 h 574"/>
                <a:gd name="T54" fmla="*/ 2147483647 w 1270"/>
                <a:gd name="T55" fmla="*/ 2147483647 h 574"/>
                <a:gd name="T56" fmla="*/ 2147483647 w 1270"/>
                <a:gd name="T57" fmla="*/ 2147483647 h 574"/>
                <a:gd name="T58" fmla="*/ 2147483647 w 1270"/>
                <a:gd name="T59" fmla="*/ 2147483647 h 574"/>
                <a:gd name="T60" fmla="*/ 2147483647 w 1270"/>
                <a:gd name="T61" fmla="*/ 2147483647 h 574"/>
                <a:gd name="T62" fmla="*/ 2147483647 w 1270"/>
                <a:gd name="T63" fmla="*/ 2147483647 h 574"/>
                <a:gd name="T64" fmla="*/ 2147483647 w 1270"/>
                <a:gd name="T65" fmla="*/ 2147483647 h 574"/>
                <a:gd name="T66" fmla="*/ 2147483647 w 1270"/>
                <a:gd name="T67" fmla="*/ 2147483647 h 574"/>
                <a:gd name="T68" fmla="*/ 2147483647 w 1270"/>
                <a:gd name="T69" fmla="*/ 2147483647 h 574"/>
                <a:gd name="T70" fmla="*/ 2147483647 w 1270"/>
                <a:gd name="T71" fmla="*/ 2147483647 h 574"/>
                <a:gd name="T72" fmla="*/ 2147483647 w 1270"/>
                <a:gd name="T73" fmla="*/ 2147483647 h 574"/>
                <a:gd name="T74" fmla="*/ 2147483647 w 1270"/>
                <a:gd name="T75" fmla="*/ 2147483647 h 574"/>
                <a:gd name="T76" fmla="*/ 2147483647 w 1270"/>
                <a:gd name="T77" fmla="*/ 2147483647 h 574"/>
                <a:gd name="T78" fmla="*/ 2147483647 w 1270"/>
                <a:gd name="T79" fmla="*/ 2147483647 h 574"/>
                <a:gd name="T80" fmla="*/ 2147483647 w 1270"/>
                <a:gd name="T81" fmla="*/ 2147483647 h 574"/>
                <a:gd name="T82" fmla="*/ 2147483647 w 1270"/>
                <a:gd name="T83" fmla="*/ 2147483647 h 574"/>
                <a:gd name="T84" fmla="*/ 2147483647 w 1270"/>
                <a:gd name="T85" fmla="*/ 2147483647 h 574"/>
                <a:gd name="T86" fmla="*/ 2147483647 w 1270"/>
                <a:gd name="T87" fmla="*/ 2147483647 h 574"/>
                <a:gd name="T88" fmla="*/ 2147483647 w 1270"/>
                <a:gd name="T89" fmla="*/ 2147483647 h 574"/>
                <a:gd name="T90" fmla="*/ 2147483647 w 1270"/>
                <a:gd name="T91" fmla="*/ 2147483647 h 574"/>
                <a:gd name="T92" fmla="*/ 2147483647 w 1270"/>
                <a:gd name="T93" fmla="*/ 2147483647 h 574"/>
                <a:gd name="T94" fmla="*/ 2147483647 w 1270"/>
                <a:gd name="T95" fmla="*/ 2147483647 h 574"/>
                <a:gd name="T96" fmla="*/ 2147483647 w 1270"/>
                <a:gd name="T97" fmla="*/ 2147483647 h 574"/>
                <a:gd name="T98" fmla="*/ 2147483647 w 1270"/>
                <a:gd name="T99" fmla="*/ 2147483647 h 574"/>
                <a:gd name="T100" fmla="*/ 2147483647 w 1270"/>
                <a:gd name="T101" fmla="*/ 2147483647 h 574"/>
                <a:gd name="T102" fmla="*/ 2147483647 w 1270"/>
                <a:gd name="T103" fmla="*/ 2147483647 h 574"/>
                <a:gd name="T104" fmla="*/ 2147483647 w 1270"/>
                <a:gd name="T105" fmla="*/ 2147483647 h 574"/>
                <a:gd name="T106" fmla="*/ 2147483647 w 1270"/>
                <a:gd name="T107" fmla="*/ 2147483647 h 574"/>
                <a:gd name="T108" fmla="*/ 2147483647 w 1270"/>
                <a:gd name="T109" fmla="*/ 2147483647 h 574"/>
                <a:gd name="T110" fmla="*/ 2147483647 w 1270"/>
                <a:gd name="T111" fmla="*/ 2147483647 h 574"/>
                <a:gd name="T112" fmla="*/ 2147483647 w 1270"/>
                <a:gd name="T113" fmla="*/ 2147483647 h 574"/>
                <a:gd name="T114" fmla="*/ 2147483647 w 1270"/>
                <a:gd name="T115" fmla="*/ 2147483647 h 574"/>
                <a:gd name="T116" fmla="*/ 2147483647 w 1270"/>
                <a:gd name="T117" fmla="*/ 2147483647 h 574"/>
                <a:gd name="T118" fmla="*/ 2147483647 w 1270"/>
                <a:gd name="T119" fmla="*/ 2147483647 h 57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270"/>
                <a:gd name="T181" fmla="*/ 0 h 574"/>
                <a:gd name="T182" fmla="*/ 1270 w 1270"/>
                <a:gd name="T183" fmla="*/ 574 h 574"/>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270" h="574">
                  <a:moveTo>
                    <a:pt x="507" y="244"/>
                  </a:moveTo>
                  <a:lnTo>
                    <a:pt x="500" y="246"/>
                  </a:lnTo>
                  <a:lnTo>
                    <a:pt x="494" y="244"/>
                  </a:lnTo>
                  <a:lnTo>
                    <a:pt x="491" y="244"/>
                  </a:lnTo>
                  <a:lnTo>
                    <a:pt x="485" y="245"/>
                  </a:lnTo>
                  <a:lnTo>
                    <a:pt x="479" y="245"/>
                  </a:lnTo>
                  <a:lnTo>
                    <a:pt x="473" y="244"/>
                  </a:lnTo>
                  <a:lnTo>
                    <a:pt x="467" y="245"/>
                  </a:lnTo>
                  <a:lnTo>
                    <a:pt x="467" y="238"/>
                  </a:lnTo>
                  <a:lnTo>
                    <a:pt x="459" y="237"/>
                  </a:lnTo>
                  <a:lnTo>
                    <a:pt x="458" y="234"/>
                  </a:lnTo>
                  <a:lnTo>
                    <a:pt x="453" y="231"/>
                  </a:lnTo>
                  <a:lnTo>
                    <a:pt x="447" y="225"/>
                  </a:lnTo>
                  <a:lnTo>
                    <a:pt x="432" y="226"/>
                  </a:lnTo>
                  <a:lnTo>
                    <a:pt x="423" y="222"/>
                  </a:lnTo>
                  <a:lnTo>
                    <a:pt x="419" y="222"/>
                  </a:lnTo>
                  <a:lnTo>
                    <a:pt x="408" y="223"/>
                  </a:lnTo>
                  <a:lnTo>
                    <a:pt x="395" y="222"/>
                  </a:lnTo>
                  <a:lnTo>
                    <a:pt x="392" y="217"/>
                  </a:lnTo>
                  <a:lnTo>
                    <a:pt x="397" y="208"/>
                  </a:lnTo>
                  <a:lnTo>
                    <a:pt x="399" y="202"/>
                  </a:lnTo>
                  <a:lnTo>
                    <a:pt x="393" y="193"/>
                  </a:lnTo>
                  <a:lnTo>
                    <a:pt x="390" y="187"/>
                  </a:lnTo>
                  <a:lnTo>
                    <a:pt x="378" y="187"/>
                  </a:lnTo>
                  <a:lnTo>
                    <a:pt x="369" y="178"/>
                  </a:lnTo>
                  <a:lnTo>
                    <a:pt x="372" y="169"/>
                  </a:lnTo>
                  <a:lnTo>
                    <a:pt x="380" y="169"/>
                  </a:lnTo>
                  <a:lnTo>
                    <a:pt x="388" y="164"/>
                  </a:lnTo>
                  <a:lnTo>
                    <a:pt x="391" y="157"/>
                  </a:lnTo>
                  <a:lnTo>
                    <a:pt x="394" y="155"/>
                  </a:lnTo>
                  <a:lnTo>
                    <a:pt x="398" y="151"/>
                  </a:lnTo>
                  <a:lnTo>
                    <a:pt x="392" y="146"/>
                  </a:lnTo>
                  <a:lnTo>
                    <a:pt x="387" y="141"/>
                  </a:lnTo>
                  <a:lnTo>
                    <a:pt x="380" y="133"/>
                  </a:lnTo>
                  <a:lnTo>
                    <a:pt x="375" y="126"/>
                  </a:lnTo>
                  <a:lnTo>
                    <a:pt x="378" y="115"/>
                  </a:lnTo>
                  <a:lnTo>
                    <a:pt x="363" y="118"/>
                  </a:lnTo>
                  <a:lnTo>
                    <a:pt x="362" y="108"/>
                  </a:lnTo>
                  <a:lnTo>
                    <a:pt x="351" y="109"/>
                  </a:lnTo>
                  <a:lnTo>
                    <a:pt x="342" y="109"/>
                  </a:lnTo>
                  <a:lnTo>
                    <a:pt x="335" y="103"/>
                  </a:lnTo>
                  <a:lnTo>
                    <a:pt x="321" y="109"/>
                  </a:lnTo>
                  <a:lnTo>
                    <a:pt x="313" y="103"/>
                  </a:lnTo>
                  <a:lnTo>
                    <a:pt x="305" y="100"/>
                  </a:lnTo>
                  <a:lnTo>
                    <a:pt x="293" y="100"/>
                  </a:lnTo>
                  <a:lnTo>
                    <a:pt x="281" y="98"/>
                  </a:lnTo>
                  <a:lnTo>
                    <a:pt x="275" y="97"/>
                  </a:lnTo>
                  <a:lnTo>
                    <a:pt x="273" y="91"/>
                  </a:lnTo>
                  <a:lnTo>
                    <a:pt x="270" y="81"/>
                  </a:lnTo>
                  <a:lnTo>
                    <a:pt x="269" y="76"/>
                  </a:lnTo>
                  <a:lnTo>
                    <a:pt x="264" y="70"/>
                  </a:lnTo>
                  <a:lnTo>
                    <a:pt x="264" y="63"/>
                  </a:lnTo>
                  <a:lnTo>
                    <a:pt x="266" y="55"/>
                  </a:lnTo>
                  <a:lnTo>
                    <a:pt x="264" y="57"/>
                  </a:lnTo>
                  <a:lnTo>
                    <a:pt x="256" y="47"/>
                  </a:lnTo>
                  <a:lnTo>
                    <a:pt x="246" y="49"/>
                  </a:lnTo>
                  <a:lnTo>
                    <a:pt x="251" y="43"/>
                  </a:lnTo>
                  <a:lnTo>
                    <a:pt x="250" y="37"/>
                  </a:lnTo>
                  <a:lnTo>
                    <a:pt x="256" y="37"/>
                  </a:lnTo>
                  <a:lnTo>
                    <a:pt x="257" y="29"/>
                  </a:lnTo>
                  <a:lnTo>
                    <a:pt x="256" y="23"/>
                  </a:lnTo>
                  <a:lnTo>
                    <a:pt x="245" y="22"/>
                  </a:lnTo>
                  <a:lnTo>
                    <a:pt x="238" y="20"/>
                  </a:lnTo>
                  <a:lnTo>
                    <a:pt x="235" y="23"/>
                  </a:lnTo>
                  <a:lnTo>
                    <a:pt x="230" y="16"/>
                  </a:lnTo>
                  <a:lnTo>
                    <a:pt x="224" y="14"/>
                  </a:lnTo>
                  <a:lnTo>
                    <a:pt x="218" y="16"/>
                  </a:lnTo>
                  <a:lnTo>
                    <a:pt x="208" y="11"/>
                  </a:lnTo>
                  <a:lnTo>
                    <a:pt x="198" y="9"/>
                  </a:lnTo>
                  <a:lnTo>
                    <a:pt x="197" y="16"/>
                  </a:lnTo>
                  <a:lnTo>
                    <a:pt x="197" y="22"/>
                  </a:lnTo>
                  <a:lnTo>
                    <a:pt x="196" y="31"/>
                  </a:lnTo>
                  <a:lnTo>
                    <a:pt x="196" y="40"/>
                  </a:lnTo>
                  <a:lnTo>
                    <a:pt x="193" y="50"/>
                  </a:lnTo>
                  <a:lnTo>
                    <a:pt x="188" y="49"/>
                  </a:lnTo>
                  <a:lnTo>
                    <a:pt x="170" y="51"/>
                  </a:lnTo>
                  <a:lnTo>
                    <a:pt x="150" y="49"/>
                  </a:lnTo>
                  <a:lnTo>
                    <a:pt x="141" y="48"/>
                  </a:lnTo>
                  <a:lnTo>
                    <a:pt x="126" y="43"/>
                  </a:lnTo>
                  <a:lnTo>
                    <a:pt x="117" y="42"/>
                  </a:lnTo>
                  <a:lnTo>
                    <a:pt x="120" y="54"/>
                  </a:lnTo>
                  <a:lnTo>
                    <a:pt x="117" y="67"/>
                  </a:lnTo>
                  <a:lnTo>
                    <a:pt x="107" y="73"/>
                  </a:lnTo>
                  <a:lnTo>
                    <a:pt x="96" y="76"/>
                  </a:lnTo>
                  <a:lnTo>
                    <a:pt x="93" y="78"/>
                  </a:lnTo>
                  <a:lnTo>
                    <a:pt x="87" y="78"/>
                  </a:lnTo>
                  <a:lnTo>
                    <a:pt x="80" y="79"/>
                  </a:lnTo>
                  <a:lnTo>
                    <a:pt x="75" y="79"/>
                  </a:lnTo>
                  <a:lnTo>
                    <a:pt x="69" y="85"/>
                  </a:lnTo>
                  <a:lnTo>
                    <a:pt x="68" y="96"/>
                  </a:lnTo>
                  <a:lnTo>
                    <a:pt x="56" y="90"/>
                  </a:lnTo>
                  <a:lnTo>
                    <a:pt x="53" y="96"/>
                  </a:lnTo>
                  <a:lnTo>
                    <a:pt x="47" y="97"/>
                  </a:lnTo>
                  <a:lnTo>
                    <a:pt x="41" y="96"/>
                  </a:lnTo>
                  <a:lnTo>
                    <a:pt x="32" y="100"/>
                  </a:lnTo>
                  <a:lnTo>
                    <a:pt x="24" y="105"/>
                  </a:lnTo>
                  <a:lnTo>
                    <a:pt x="19" y="113"/>
                  </a:lnTo>
                  <a:lnTo>
                    <a:pt x="13" y="115"/>
                  </a:lnTo>
                  <a:lnTo>
                    <a:pt x="13" y="124"/>
                  </a:lnTo>
                  <a:lnTo>
                    <a:pt x="13" y="131"/>
                  </a:lnTo>
                  <a:lnTo>
                    <a:pt x="19" y="133"/>
                  </a:lnTo>
                  <a:lnTo>
                    <a:pt x="23" y="139"/>
                  </a:lnTo>
                  <a:lnTo>
                    <a:pt x="32" y="146"/>
                  </a:lnTo>
                  <a:lnTo>
                    <a:pt x="38" y="146"/>
                  </a:lnTo>
                  <a:lnTo>
                    <a:pt x="43" y="151"/>
                  </a:lnTo>
                  <a:lnTo>
                    <a:pt x="50" y="156"/>
                  </a:lnTo>
                  <a:lnTo>
                    <a:pt x="54" y="157"/>
                  </a:lnTo>
                  <a:lnTo>
                    <a:pt x="58" y="166"/>
                  </a:lnTo>
                  <a:lnTo>
                    <a:pt x="62" y="170"/>
                  </a:lnTo>
                  <a:lnTo>
                    <a:pt x="67" y="175"/>
                  </a:lnTo>
                  <a:lnTo>
                    <a:pt x="74" y="181"/>
                  </a:lnTo>
                  <a:lnTo>
                    <a:pt x="80" y="187"/>
                  </a:lnTo>
                  <a:lnTo>
                    <a:pt x="88" y="193"/>
                  </a:lnTo>
                  <a:lnTo>
                    <a:pt x="86" y="200"/>
                  </a:lnTo>
                  <a:lnTo>
                    <a:pt x="92" y="206"/>
                  </a:lnTo>
                  <a:lnTo>
                    <a:pt x="89" y="211"/>
                  </a:lnTo>
                  <a:lnTo>
                    <a:pt x="83" y="220"/>
                  </a:lnTo>
                  <a:lnTo>
                    <a:pt x="75" y="229"/>
                  </a:lnTo>
                  <a:lnTo>
                    <a:pt x="69" y="234"/>
                  </a:lnTo>
                  <a:lnTo>
                    <a:pt x="68" y="241"/>
                  </a:lnTo>
                  <a:lnTo>
                    <a:pt x="75" y="247"/>
                  </a:lnTo>
                  <a:lnTo>
                    <a:pt x="83" y="253"/>
                  </a:lnTo>
                  <a:lnTo>
                    <a:pt x="80" y="264"/>
                  </a:lnTo>
                  <a:lnTo>
                    <a:pt x="75" y="267"/>
                  </a:lnTo>
                  <a:lnTo>
                    <a:pt x="72" y="268"/>
                  </a:lnTo>
                  <a:lnTo>
                    <a:pt x="65" y="264"/>
                  </a:lnTo>
                  <a:lnTo>
                    <a:pt x="59" y="262"/>
                  </a:lnTo>
                  <a:lnTo>
                    <a:pt x="51" y="258"/>
                  </a:lnTo>
                  <a:lnTo>
                    <a:pt x="44" y="259"/>
                  </a:lnTo>
                  <a:lnTo>
                    <a:pt x="37" y="259"/>
                  </a:lnTo>
                  <a:lnTo>
                    <a:pt x="31" y="263"/>
                  </a:lnTo>
                  <a:lnTo>
                    <a:pt x="32" y="268"/>
                  </a:lnTo>
                  <a:lnTo>
                    <a:pt x="38" y="280"/>
                  </a:lnTo>
                  <a:lnTo>
                    <a:pt x="32" y="285"/>
                  </a:lnTo>
                  <a:lnTo>
                    <a:pt x="24" y="289"/>
                  </a:lnTo>
                  <a:lnTo>
                    <a:pt x="22" y="296"/>
                  </a:lnTo>
                  <a:lnTo>
                    <a:pt x="20" y="302"/>
                  </a:lnTo>
                  <a:lnTo>
                    <a:pt x="32" y="304"/>
                  </a:lnTo>
                  <a:lnTo>
                    <a:pt x="42" y="309"/>
                  </a:lnTo>
                  <a:lnTo>
                    <a:pt x="42" y="318"/>
                  </a:lnTo>
                  <a:lnTo>
                    <a:pt x="36" y="325"/>
                  </a:lnTo>
                  <a:lnTo>
                    <a:pt x="24" y="330"/>
                  </a:lnTo>
                  <a:lnTo>
                    <a:pt x="17" y="330"/>
                  </a:lnTo>
                  <a:lnTo>
                    <a:pt x="12" y="336"/>
                  </a:lnTo>
                  <a:lnTo>
                    <a:pt x="11" y="343"/>
                  </a:lnTo>
                  <a:lnTo>
                    <a:pt x="6" y="349"/>
                  </a:lnTo>
                  <a:lnTo>
                    <a:pt x="6" y="357"/>
                  </a:lnTo>
                  <a:lnTo>
                    <a:pt x="11" y="361"/>
                  </a:lnTo>
                  <a:lnTo>
                    <a:pt x="6" y="372"/>
                  </a:lnTo>
                  <a:lnTo>
                    <a:pt x="8" y="379"/>
                  </a:lnTo>
                  <a:lnTo>
                    <a:pt x="0" y="388"/>
                  </a:lnTo>
                  <a:lnTo>
                    <a:pt x="0" y="396"/>
                  </a:lnTo>
                  <a:lnTo>
                    <a:pt x="11" y="402"/>
                  </a:lnTo>
                  <a:lnTo>
                    <a:pt x="18" y="397"/>
                  </a:lnTo>
                  <a:lnTo>
                    <a:pt x="22" y="392"/>
                  </a:lnTo>
                  <a:lnTo>
                    <a:pt x="26" y="391"/>
                  </a:lnTo>
                  <a:lnTo>
                    <a:pt x="32" y="391"/>
                  </a:lnTo>
                  <a:lnTo>
                    <a:pt x="38" y="396"/>
                  </a:lnTo>
                  <a:lnTo>
                    <a:pt x="41" y="406"/>
                  </a:lnTo>
                  <a:lnTo>
                    <a:pt x="44" y="409"/>
                  </a:lnTo>
                  <a:lnTo>
                    <a:pt x="47" y="413"/>
                  </a:lnTo>
                  <a:lnTo>
                    <a:pt x="52" y="418"/>
                  </a:lnTo>
                  <a:lnTo>
                    <a:pt x="52" y="416"/>
                  </a:lnTo>
                  <a:lnTo>
                    <a:pt x="42" y="423"/>
                  </a:lnTo>
                  <a:lnTo>
                    <a:pt x="44" y="430"/>
                  </a:lnTo>
                  <a:lnTo>
                    <a:pt x="39" y="436"/>
                  </a:lnTo>
                  <a:lnTo>
                    <a:pt x="47" y="439"/>
                  </a:lnTo>
                  <a:lnTo>
                    <a:pt x="54" y="435"/>
                  </a:lnTo>
                  <a:lnTo>
                    <a:pt x="62" y="442"/>
                  </a:lnTo>
                  <a:lnTo>
                    <a:pt x="68" y="446"/>
                  </a:lnTo>
                  <a:lnTo>
                    <a:pt x="83" y="450"/>
                  </a:lnTo>
                  <a:lnTo>
                    <a:pt x="88" y="455"/>
                  </a:lnTo>
                  <a:lnTo>
                    <a:pt x="97" y="461"/>
                  </a:lnTo>
                  <a:lnTo>
                    <a:pt x="104" y="463"/>
                  </a:lnTo>
                  <a:lnTo>
                    <a:pt x="108" y="466"/>
                  </a:lnTo>
                  <a:lnTo>
                    <a:pt x="109" y="476"/>
                  </a:lnTo>
                  <a:lnTo>
                    <a:pt x="116" y="482"/>
                  </a:lnTo>
                  <a:lnTo>
                    <a:pt x="125" y="487"/>
                  </a:lnTo>
                  <a:lnTo>
                    <a:pt x="123" y="496"/>
                  </a:lnTo>
                  <a:lnTo>
                    <a:pt x="137" y="498"/>
                  </a:lnTo>
                  <a:lnTo>
                    <a:pt x="140" y="508"/>
                  </a:lnTo>
                  <a:lnTo>
                    <a:pt x="146" y="507"/>
                  </a:lnTo>
                  <a:lnTo>
                    <a:pt x="149" y="517"/>
                  </a:lnTo>
                  <a:lnTo>
                    <a:pt x="159" y="514"/>
                  </a:lnTo>
                  <a:lnTo>
                    <a:pt x="164" y="522"/>
                  </a:lnTo>
                  <a:lnTo>
                    <a:pt x="170" y="523"/>
                  </a:lnTo>
                  <a:lnTo>
                    <a:pt x="176" y="524"/>
                  </a:lnTo>
                  <a:lnTo>
                    <a:pt x="177" y="535"/>
                  </a:lnTo>
                  <a:lnTo>
                    <a:pt x="179" y="549"/>
                  </a:lnTo>
                  <a:lnTo>
                    <a:pt x="182" y="555"/>
                  </a:lnTo>
                  <a:lnTo>
                    <a:pt x="185" y="562"/>
                  </a:lnTo>
                  <a:lnTo>
                    <a:pt x="190" y="560"/>
                  </a:lnTo>
                  <a:lnTo>
                    <a:pt x="197" y="559"/>
                  </a:lnTo>
                  <a:lnTo>
                    <a:pt x="208" y="563"/>
                  </a:lnTo>
                  <a:lnTo>
                    <a:pt x="206" y="557"/>
                  </a:lnTo>
                  <a:lnTo>
                    <a:pt x="211" y="551"/>
                  </a:lnTo>
                  <a:lnTo>
                    <a:pt x="218" y="550"/>
                  </a:lnTo>
                  <a:lnTo>
                    <a:pt x="227" y="550"/>
                  </a:lnTo>
                  <a:lnTo>
                    <a:pt x="235" y="551"/>
                  </a:lnTo>
                  <a:lnTo>
                    <a:pt x="237" y="543"/>
                  </a:lnTo>
                  <a:lnTo>
                    <a:pt x="236" y="535"/>
                  </a:lnTo>
                  <a:lnTo>
                    <a:pt x="227" y="533"/>
                  </a:lnTo>
                  <a:lnTo>
                    <a:pt x="219" y="528"/>
                  </a:lnTo>
                  <a:lnTo>
                    <a:pt x="210" y="519"/>
                  </a:lnTo>
                  <a:lnTo>
                    <a:pt x="207" y="508"/>
                  </a:lnTo>
                  <a:lnTo>
                    <a:pt x="216" y="505"/>
                  </a:lnTo>
                  <a:lnTo>
                    <a:pt x="225" y="499"/>
                  </a:lnTo>
                  <a:lnTo>
                    <a:pt x="233" y="494"/>
                  </a:lnTo>
                  <a:lnTo>
                    <a:pt x="238" y="493"/>
                  </a:lnTo>
                  <a:lnTo>
                    <a:pt x="242" y="493"/>
                  </a:lnTo>
                  <a:lnTo>
                    <a:pt x="249" y="492"/>
                  </a:lnTo>
                  <a:lnTo>
                    <a:pt x="258" y="492"/>
                  </a:lnTo>
                  <a:lnTo>
                    <a:pt x="263" y="489"/>
                  </a:lnTo>
                  <a:lnTo>
                    <a:pt x="266" y="492"/>
                  </a:lnTo>
                  <a:lnTo>
                    <a:pt x="269" y="505"/>
                  </a:lnTo>
                  <a:lnTo>
                    <a:pt x="277" y="500"/>
                  </a:lnTo>
                  <a:lnTo>
                    <a:pt x="284" y="502"/>
                  </a:lnTo>
                  <a:lnTo>
                    <a:pt x="289" y="503"/>
                  </a:lnTo>
                  <a:lnTo>
                    <a:pt x="292" y="503"/>
                  </a:lnTo>
                  <a:lnTo>
                    <a:pt x="293" y="502"/>
                  </a:lnTo>
                  <a:lnTo>
                    <a:pt x="300" y="498"/>
                  </a:lnTo>
                  <a:lnTo>
                    <a:pt x="308" y="503"/>
                  </a:lnTo>
                  <a:lnTo>
                    <a:pt x="311" y="502"/>
                  </a:lnTo>
                  <a:lnTo>
                    <a:pt x="314" y="506"/>
                  </a:lnTo>
                  <a:lnTo>
                    <a:pt x="317" y="513"/>
                  </a:lnTo>
                  <a:lnTo>
                    <a:pt x="315" y="522"/>
                  </a:lnTo>
                  <a:lnTo>
                    <a:pt x="311" y="529"/>
                  </a:lnTo>
                  <a:lnTo>
                    <a:pt x="315" y="534"/>
                  </a:lnTo>
                  <a:lnTo>
                    <a:pt x="318" y="532"/>
                  </a:lnTo>
                  <a:lnTo>
                    <a:pt x="326" y="532"/>
                  </a:lnTo>
                  <a:lnTo>
                    <a:pt x="333" y="540"/>
                  </a:lnTo>
                  <a:lnTo>
                    <a:pt x="338" y="532"/>
                  </a:lnTo>
                  <a:lnTo>
                    <a:pt x="338" y="526"/>
                  </a:lnTo>
                  <a:lnTo>
                    <a:pt x="341" y="521"/>
                  </a:lnTo>
                  <a:lnTo>
                    <a:pt x="343" y="517"/>
                  </a:lnTo>
                  <a:lnTo>
                    <a:pt x="345" y="511"/>
                  </a:lnTo>
                  <a:lnTo>
                    <a:pt x="344" y="502"/>
                  </a:lnTo>
                  <a:lnTo>
                    <a:pt x="341" y="494"/>
                  </a:lnTo>
                  <a:lnTo>
                    <a:pt x="338" y="487"/>
                  </a:lnTo>
                  <a:lnTo>
                    <a:pt x="338" y="481"/>
                  </a:lnTo>
                  <a:lnTo>
                    <a:pt x="339" y="472"/>
                  </a:lnTo>
                  <a:lnTo>
                    <a:pt x="338" y="463"/>
                  </a:lnTo>
                  <a:lnTo>
                    <a:pt x="344" y="458"/>
                  </a:lnTo>
                  <a:lnTo>
                    <a:pt x="350" y="455"/>
                  </a:lnTo>
                  <a:lnTo>
                    <a:pt x="359" y="458"/>
                  </a:lnTo>
                  <a:lnTo>
                    <a:pt x="355" y="448"/>
                  </a:lnTo>
                  <a:lnTo>
                    <a:pt x="358" y="445"/>
                  </a:lnTo>
                  <a:lnTo>
                    <a:pt x="364" y="442"/>
                  </a:lnTo>
                  <a:lnTo>
                    <a:pt x="371" y="438"/>
                  </a:lnTo>
                  <a:lnTo>
                    <a:pt x="378" y="447"/>
                  </a:lnTo>
                  <a:lnTo>
                    <a:pt x="383" y="453"/>
                  </a:lnTo>
                  <a:lnTo>
                    <a:pt x="383" y="463"/>
                  </a:lnTo>
                  <a:lnTo>
                    <a:pt x="386" y="467"/>
                  </a:lnTo>
                  <a:lnTo>
                    <a:pt x="389" y="473"/>
                  </a:lnTo>
                  <a:lnTo>
                    <a:pt x="394" y="476"/>
                  </a:lnTo>
                  <a:lnTo>
                    <a:pt x="397" y="481"/>
                  </a:lnTo>
                  <a:lnTo>
                    <a:pt x="401" y="478"/>
                  </a:lnTo>
                  <a:lnTo>
                    <a:pt x="397" y="484"/>
                  </a:lnTo>
                  <a:lnTo>
                    <a:pt x="403" y="487"/>
                  </a:lnTo>
                  <a:lnTo>
                    <a:pt x="407" y="493"/>
                  </a:lnTo>
                  <a:lnTo>
                    <a:pt x="408" y="495"/>
                  </a:lnTo>
                  <a:lnTo>
                    <a:pt x="419" y="489"/>
                  </a:lnTo>
                  <a:lnTo>
                    <a:pt x="428" y="487"/>
                  </a:lnTo>
                  <a:lnTo>
                    <a:pt x="438" y="492"/>
                  </a:lnTo>
                  <a:lnTo>
                    <a:pt x="445" y="491"/>
                  </a:lnTo>
                  <a:lnTo>
                    <a:pt x="448" y="493"/>
                  </a:lnTo>
                  <a:lnTo>
                    <a:pt x="453" y="489"/>
                  </a:lnTo>
                  <a:lnTo>
                    <a:pt x="459" y="489"/>
                  </a:lnTo>
                  <a:lnTo>
                    <a:pt x="467" y="483"/>
                  </a:lnTo>
                  <a:lnTo>
                    <a:pt x="476" y="480"/>
                  </a:lnTo>
                  <a:lnTo>
                    <a:pt x="480" y="483"/>
                  </a:lnTo>
                  <a:lnTo>
                    <a:pt x="483" y="487"/>
                  </a:lnTo>
                  <a:lnTo>
                    <a:pt x="489" y="492"/>
                  </a:lnTo>
                  <a:lnTo>
                    <a:pt x="497" y="489"/>
                  </a:lnTo>
                  <a:lnTo>
                    <a:pt x="507" y="487"/>
                  </a:lnTo>
                  <a:lnTo>
                    <a:pt x="514" y="487"/>
                  </a:lnTo>
                  <a:lnTo>
                    <a:pt x="514" y="492"/>
                  </a:lnTo>
                  <a:lnTo>
                    <a:pt x="526" y="498"/>
                  </a:lnTo>
                  <a:lnTo>
                    <a:pt x="531" y="502"/>
                  </a:lnTo>
                  <a:lnTo>
                    <a:pt x="530" y="508"/>
                  </a:lnTo>
                  <a:lnTo>
                    <a:pt x="541" y="511"/>
                  </a:lnTo>
                  <a:lnTo>
                    <a:pt x="546" y="515"/>
                  </a:lnTo>
                  <a:lnTo>
                    <a:pt x="556" y="515"/>
                  </a:lnTo>
                  <a:lnTo>
                    <a:pt x="563" y="519"/>
                  </a:lnTo>
                  <a:lnTo>
                    <a:pt x="568" y="524"/>
                  </a:lnTo>
                  <a:lnTo>
                    <a:pt x="575" y="517"/>
                  </a:lnTo>
                  <a:lnTo>
                    <a:pt x="579" y="517"/>
                  </a:lnTo>
                  <a:lnTo>
                    <a:pt x="583" y="525"/>
                  </a:lnTo>
                  <a:lnTo>
                    <a:pt x="586" y="536"/>
                  </a:lnTo>
                  <a:lnTo>
                    <a:pt x="598" y="534"/>
                  </a:lnTo>
                  <a:lnTo>
                    <a:pt x="598" y="546"/>
                  </a:lnTo>
                  <a:lnTo>
                    <a:pt x="600" y="550"/>
                  </a:lnTo>
                  <a:lnTo>
                    <a:pt x="602" y="560"/>
                  </a:lnTo>
                  <a:lnTo>
                    <a:pt x="605" y="565"/>
                  </a:lnTo>
                  <a:lnTo>
                    <a:pt x="610" y="568"/>
                  </a:lnTo>
                  <a:lnTo>
                    <a:pt x="615" y="574"/>
                  </a:lnTo>
                  <a:lnTo>
                    <a:pt x="620" y="564"/>
                  </a:lnTo>
                  <a:lnTo>
                    <a:pt x="615" y="552"/>
                  </a:lnTo>
                  <a:lnTo>
                    <a:pt x="615" y="546"/>
                  </a:lnTo>
                  <a:lnTo>
                    <a:pt x="620" y="545"/>
                  </a:lnTo>
                  <a:lnTo>
                    <a:pt x="622" y="537"/>
                  </a:lnTo>
                  <a:lnTo>
                    <a:pt x="624" y="534"/>
                  </a:lnTo>
                  <a:lnTo>
                    <a:pt x="633" y="527"/>
                  </a:lnTo>
                  <a:lnTo>
                    <a:pt x="634" y="515"/>
                  </a:lnTo>
                  <a:lnTo>
                    <a:pt x="640" y="516"/>
                  </a:lnTo>
                  <a:lnTo>
                    <a:pt x="645" y="510"/>
                  </a:lnTo>
                  <a:lnTo>
                    <a:pt x="646" y="505"/>
                  </a:lnTo>
                  <a:lnTo>
                    <a:pt x="655" y="504"/>
                  </a:lnTo>
                  <a:lnTo>
                    <a:pt x="656" y="494"/>
                  </a:lnTo>
                  <a:lnTo>
                    <a:pt x="660" y="488"/>
                  </a:lnTo>
                  <a:lnTo>
                    <a:pt x="664" y="484"/>
                  </a:lnTo>
                  <a:lnTo>
                    <a:pt x="677" y="481"/>
                  </a:lnTo>
                  <a:lnTo>
                    <a:pt x="685" y="481"/>
                  </a:lnTo>
                  <a:lnTo>
                    <a:pt x="692" y="478"/>
                  </a:lnTo>
                  <a:lnTo>
                    <a:pt x="698" y="480"/>
                  </a:lnTo>
                  <a:lnTo>
                    <a:pt x="707" y="482"/>
                  </a:lnTo>
                  <a:lnTo>
                    <a:pt x="717" y="469"/>
                  </a:lnTo>
                  <a:lnTo>
                    <a:pt x="725" y="465"/>
                  </a:lnTo>
                  <a:lnTo>
                    <a:pt x="733" y="467"/>
                  </a:lnTo>
                  <a:lnTo>
                    <a:pt x="738" y="458"/>
                  </a:lnTo>
                  <a:lnTo>
                    <a:pt x="743" y="468"/>
                  </a:lnTo>
                  <a:lnTo>
                    <a:pt x="757" y="474"/>
                  </a:lnTo>
                  <a:lnTo>
                    <a:pt x="770" y="475"/>
                  </a:lnTo>
                  <a:lnTo>
                    <a:pt x="779" y="470"/>
                  </a:lnTo>
                  <a:lnTo>
                    <a:pt x="791" y="444"/>
                  </a:lnTo>
                  <a:lnTo>
                    <a:pt x="790" y="437"/>
                  </a:lnTo>
                  <a:lnTo>
                    <a:pt x="801" y="440"/>
                  </a:lnTo>
                  <a:lnTo>
                    <a:pt x="803" y="435"/>
                  </a:lnTo>
                  <a:lnTo>
                    <a:pt x="807" y="436"/>
                  </a:lnTo>
                  <a:lnTo>
                    <a:pt x="816" y="436"/>
                  </a:lnTo>
                  <a:lnTo>
                    <a:pt x="838" y="424"/>
                  </a:lnTo>
                  <a:lnTo>
                    <a:pt x="845" y="403"/>
                  </a:lnTo>
                  <a:lnTo>
                    <a:pt x="863" y="406"/>
                  </a:lnTo>
                  <a:lnTo>
                    <a:pt x="864" y="397"/>
                  </a:lnTo>
                  <a:lnTo>
                    <a:pt x="871" y="389"/>
                  </a:lnTo>
                  <a:lnTo>
                    <a:pt x="895" y="399"/>
                  </a:lnTo>
                  <a:lnTo>
                    <a:pt x="902" y="397"/>
                  </a:lnTo>
                  <a:lnTo>
                    <a:pt x="902" y="393"/>
                  </a:lnTo>
                  <a:lnTo>
                    <a:pt x="909" y="397"/>
                  </a:lnTo>
                  <a:lnTo>
                    <a:pt x="907" y="388"/>
                  </a:lnTo>
                  <a:lnTo>
                    <a:pt x="911" y="379"/>
                  </a:lnTo>
                  <a:lnTo>
                    <a:pt x="910" y="360"/>
                  </a:lnTo>
                  <a:lnTo>
                    <a:pt x="917" y="355"/>
                  </a:lnTo>
                  <a:lnTo>
                    <a:pt x="941" y="345"/>
                  </a:lnTo>
                  <a:lnTo>
                    <a:pt x="944" y="348"/>
                  </a:lnTo>
                  <a:lnTo>
                    <a:pt x="953" y="348"/>
                  </a:lnTo>
                  <a:lnTo>
                    <a:pt x="959" y="346"/>
                  </a:lnTo>
                  <a:lnTo>
                    <a:pt x="982" y="345"/>
                  </a:lnTo>
                  <a:lnTo>
                    <a:pt x="986" y="341"/>
                  </a:lnTo>
                  <a:lnTo>
                    <a:pt x="992" y="341"/>
                  </a:lnTo>
                  <a:lnTo>
                    <a:pt x="1001" y="334"/>
                  </a:lnTo>
                  <a:lnTo>
                    <a:pt x="1014" y="325"/>
                  </a:lnTo>
                  <a:lnTo>
                    <a:pt x="1015" y="316"/>
                  </a:lnTo>
                  <a:lnTo>
                    <a:pt x="1022" y="307"/>
                  </a:lnTo>
                  <a:lnTo>
                    <a:pt x="1029" y="308"/>
                  </a:lnTo>
                  <a:lnTo>
                    <a:pt x="1036" y="300"/>
                  </a:lnTo>
                  <a:lnTo>
                    <a:pt x="1045" y="302"/>
                  </a:lnTo>
                  <a:lnTo>
                    <a:pt x="1071" y="295"/>
                  </a:lnTo>
                  <a:lnTo>
                    <a:pt x="1081" y="280"/>
                  </a:lnTo>
                  <a:lnTo>
                    <a:pt x="1094" y="276"/>
                  </a:lnTo>
                  <a:lnTo>
                    <a:pt x="1110" y="271"/>
                  </a:lnTo>
                  <a:lnTo>
                    <a:pt x="1120" y="263"/>
                  </a:lnTo>
                  <a:lnTo>
                    <a:pt x="1121" y="256"/>
                  </a:lnTo>
                  <a:lnTo>
                    <a:pt x="1106" y="249"/>
                  </a:lnTo>
                  <a:lnTo>
                    <a:pt x="1095" y="249"/>
                  </a:lnTo>
                  <a:lnTo>
                    <a:pt x="1093" y="246"/>
                  </a:lnTo>
                  <a:lnTo>
                    <a:pt x="1096" y="241"/>
                  </a:lnTo>
                  <a:lnTo>
                    <a:pt x="1084" y="239"/>
                  </a:lnTo>
                  <a:lnTo>
                    <a:pt x="1082" y="235"/>
                  </a:lnTo>
                  <a:lnTo>
                    <a:pt x="1086" y="222"/>
                  </a:lnTo>
                  <a:lnTo>
                    <a:pt x="1094" y="211"/>
                  </a:lnTo>
                  <a:lnTo>
                    <a:pt x="1096" y="214"/>
                  </a:lnTo>
                  <a:lnTo>
                    <a:pt x="1103" y="215"/>
                  </a:lnTo>
                  <a:lnTo>
                    <a:pt x="1118" y="225"/>
                  </a:lnTo>
                  <a:lnTo>
                    <a:pt x="1147" y="222"/>
                  </a:lnTo>
                  <a:lnTo>
                    <a:pt x="1154" y="228"/>
                  </a:lnTo>
                  <a:lnTo>
                    <a:pt x="1166" y="233"/>
                  </a:lnTo>
                  <a:lnTo>
                    <a:pt x="1166" y="240"/>
                  </a:lnTo>
                  <a:lnTo>
                    <a:pt x="1165" y="248"/>
                  </a:lnTo>
                  <a:lnTo>
                    <a:pt x="1161" y="257"/>
                  </a:lnTo>
                  <a:lnTo>
                    <a:pt x="1181" y="256"/>
                  </a:lnTo>
                  <a:lnTo>
                    <a:pt x="1175" y="274"/>
                  </a:lnTo>
                  <a:lnTo>
                    <a:pt x="1175" y="281"/>
                  </a:lnTo>
                  <a:lnTo>
                    <a:pt x="1199" y="314"/>
                  </a:lnTo>
                  <a:lnTo>
                    <a:pt x="1209" y="312"/>
                  </a:lnTo>
                  <a:lnTo>
                    <a:pt x="1213" y="302"/>
                  </a:lnTo>
                  <a:lnTo>
                    <a:pt x="1221" y="294"/>
                  </a:lnTo>
                  <a:lnTo>
                    <a:pt x="1222" y="288"/>
                  </a:lnTo>
                  <a:lnTo>
                    <a:pt x="1222" y="284"/>
                  </a:lnTo>
                  <a:lnTo>
                    <a:pt x="1226" y="284"/>
                  </a:lnTo>
                  <a:lnTo>
                    <a:pt x="1224" y="280"/>
                  </a:lnTo>
                  <a:lnTo>
                    <a:pt x="1234" y="265"/>
                  </a:lnTo>
                  <a:lnTo>
                    <a:pt x="1249" y="234"/>
                  </a:lnTo>
                  <a:lnTo>
                    <a:pt x="1249" y="225"/>
                  </a:lnTo>
                  <a:lnTo>
                    <a:pt x="1251" y="208"/>
                  </a:lnTo>
                  <a:lnTo>
                    <a:pt x="1256" y="187"/>
                  </a:lnTo>
                  <a:lnTo>
                    <a:pt x="1257" y="173"/>
                  </a:lnTo>
                  <a:lnTo>
                    <a:pt x="1259" y="170"/>
                  </a:lnTo>
                  <a:lnTo>
                    <a:pt x="1260" y="161"/>
                  </a:lnTo>
                  <a:lnTo>
                    <a:pt x="1268" y="130"/>
                  </a:lnTo>
                  <a:lnTo>
                    <a:pt x="1270" y="116"/>
                  </a:lnTo>
                  <a:lnTo>
                    <a:pt x="1267" y="113"/>
                  </a:lnTo>
                  <a:lnTo>
                    <a:pt x="1247" y="94"/>
                  </a:lnTo>
                  <a:lnTo>
                    <a:pt x="1246" y="88"/>
                  </a:lnTo>
                  <a:lnTo>
                    <a:pt x="1250" y="83"/>
                  </a:lnTo>
                  <a:lnTo>
                    <a:pt x="1249" y="73"/>
                  </a:lnTo>
                  <a:lnTo>
                    <a:pt x="1242" y="46"/>
                  </a:lnTo>
                  <a:lnTo>
                    <a:pt x="1215" y="35"/>
                  </a:lnTo>
                  <a:lnTo>
                    <a:pt x="1195" y="24"/>
                  </a:lnTo>
                  <a:lnTo>
                    <a:pt x="1187" y="26"/>
                  </a:lnTo>
                  <a:lnTo>
                    <a:pt x="1184" y="19"/>
                  </a:lnTo>
                  <a:lnTo>
                    <a:pt x="1181" y="17"/>
                  </a:lnTo>
                  <a:lnTo>
                    <a:pt x="1182" y="4"/>
                  </a:lnTo>
                  <a:lnTo>
                    <a:pt x="1172" y="1"/>
                  </a:lnTo>
                  <a:lnTo>
                    <a:pt x="1169" y="11"/>
                  </a:lnTo>
                  <a:lnTo>
                    <a:pt x="1168" y="22"/>
                  </a:lnTo>
                  <a:lnTo>
                    <a:pt x="1166" y="29"/>
                  </a:lnTo>
                  <a:lnTo>
                    <a:pt x="1161" y="33"/>
                  </a:lnTo>
                  <a:lnTo>
                    <a:pt x="1157" y="31"/>
                  </a:lnTo>
                  <a:lnTo>
                    <a:pt x="1157" y="22"/>
                  </a:lnTo>
                  <a:lnTo>
                    <a:pt x="1153" y="25"/>
                  </a:lnTo>
                  <a:lnTo>
                    <a:pt x="1150" y="22"/>
                  </a:lnTo>
                  <a:lnTo>
                    <a:pt x="1147" y="26"/>
                  </a:lnTo>
                  <a:lnTo>
                    <a:pt x="1143" y="28"/>
                  </a:lnTo>
                  <a:lnTo>
                    <a:pt x="1139" y="32"/>
                  </a:lnTo>
                  <a:lnTo>
                    <a:pt x="1128" y="36"/>
                  </a:lnTo>
                  <a:lnTo>
                    <a:pt x="1127" y="40"/>
                  </a:lnTo>
                  <a:lnTo>
                    <a:pt x="1122" y="40"/>
                  </a:lnTo>
                  <a:lnTo>
                    <a:pt x="1119" y="43"/>
                  </a:lnTo>
                  <a:lnTo>
                    <a:pt x="1113" y="39"/>
                  </a:lnTo>
                  <a:lnTo>
                    <a:pt x="1099" y="53"/>
                  </a:lnTo>
                  <a:lnTo>
                    <a:pt x="1092" y="47"/>
                  </a:lnTo>
                  <a:lnTo>
                    <a:pt x="1068" y="47"/>
                  </a:lnTo>
                  <a:lnTo>
                    <a:pt x="1064" y="45"/>
                  </a:lnTo>
                  <a:lnTo>
                    <a:pt x="1054" y="46"/>
                  </a:lnTo>
                  <a:lnTo>
                    <a:pt x="1051" y="44"/>
                  </a:lnTo>
                  <a:lnTo>
                    <a:pt x="1043" y="44"/>
                  </a:lnTo>
                  <a:lnTo>
                    <a:pt x="1037" y="53"/>
                  </a:lnTo>
                  <a:lnTo>
                    <a:pt x="1045" y="51"/>
                  </a:lnTo>
                  <a:lnTo>
                    <a:pt x="1040" y="54"/>
                  </a:lnTo>
                  <a:lnTo>
                    <a:pt x="1037" y="61"/>
                  </a:lnTo>
                  <a:lnTo>
                    <a:pt x="1036" y="67"/>
                  </a:lnTo>
                  <a:lnTo>
                    <a:pt x="1039" y="67"/>
                  </a:lnTo>
                  <a:lnTo>
                    <a:pt x="1034" y="70"/>
                  </a:lnTo>
                  <a:lnTo>
                    <a:pt x="1025" y="68"/>
                  </a:lnTo>
                  <a:lnTo>
                    <a:pt x="1023" y="71"/>
                  </a:lnTo>
                  <a:lnTo>
                    <a:pt x="1028" y="85"/>
                  </a:lnTo>
                  <a:lnTo>
                    <a:pt x="1025" y="80"/>
                  </a:lnTo>
                  <a:lnTo>
                    <a:pt x="1030" y="85"/>
                  </a:lnTo>
                  <a:lnTo>
                    <a:pt x="1025" y="92"/>
                  </a:lnTo>
                  <a:lnTo>
                    <a:pt x="1028" y="93"/>
                  </a:lnTo>
                  <a:lnTo>
                    <a:pt x="1022" y="95"/>
                  </a:lnTo>
                  <a:lnTo>
                    <a:pt x="1026" y="99"/>
                  </a:lnTo>
                  <a:lnTo>
                    <a:pt x="1019" y="109"/>
                  </a:lnTo>
                  <a:lnTo>
                    <a:pt x="1015" y="107"/>
                  </a:lnTo>
                  <a:lnTo>
                    <a:pt x="1014" y="101"/>
                  </a:lnTo>
                  <a:lnTo>
                    <a:pt x="1002" y="106"/>
                  </a:lnTo>
                  <a:lnTo>
                    <a:pt x="995" y="106"/>
                  </a:lnTo>
                  <a:lnTo>
                    <a:pt x="995" y="109"/>
                  </a:lnTo>
                  <a:lnTo>
                    <a:pt x="979" y="106"/>
                  </a:lnTo>
                  <a:lnTo>
                    <a:pt x="979" y="112"/>
                  </a:lnTo>
                  <a:lnTo>
                    <a:pt x="972" y="113"/>
                  </a:lnTo>
                  <a:lnTo>
                    <a:pt x="964" y="118"/>
                  </a:lnTo>
                  <a:lnTo>
                    <a:pt x="964" y="116"/>
                  </a:lnTo>
                  <a:lnTo>
                    <a:pt x="962" y="115"/>
                  </a:lnTo>
                  <a:lnTo>
                    <a:pt x="960" y="118"/>
                  </a:lnTo>
                  <a:lnTo>
                    <a:pt x="954" y="117"/>
                  </a:lnTo>
                  <a:lnTo>
                    <a:pt x="948" y="118"/>
                  </a:lnTo>
                  <a:lnTo>
                    <a:pt x="942" y="115"/>
                  </a:lnTo>
                  <a:lnTo>
                    <a:pt x="936" y="116"/>
                  </a:lnTo>
                  <a:lnTo>
                    <a:pt x="925" y="113"/>
                  </a:lnTo>
                  <a:lnTo>
                    <a:pt x="925" y="108"/>
                  </a:lnTo>
                  <a:lnTo>
                    <a:pt x="921" y="109"/>
                  </a:lnTo>
                  <a:lnTo>
                    <a:pt x="914" y="113"/>
                  </a:lnTo>
                  <a:lnTo>
                    <a:pt x="914" y="110"/>
                  </a:lnTo>
                  <a:lnTo>
                    <a:pt x="913" y="110"/>
                  </a:lnTo>
                  <a:lnTo>
                    <a:pt x="909" y="102"/>
                  </a:lnTo>
                  <a:lnTo>
                    <a:pt x="897" y="100"/>
                  </a:lnTo>
                  <a:lnTo>
                    <a:pt x="898" y="96"/>
                  </a:lnTo>
                  <a:lnTo>
                    <a:pt x="892" y="96"/>
                  </a:lnTo>
                  <a:lnTo>
                    <a:pt x="897" y="95"/>
                  </a:lnTo>
                  <a:lnTo>
                    <a:pt x="892" y="90"/>
                  </a:lnTo>
                  <a:lnTo>
                    <a:pt x="888" y="89"/>
                  </a:lnTo>
                  <a:lnTo>
                    <a:pt x="885" y="88"/>
                  </a:lnTo>
                  <a:lnTo>
                    <a:pt x="882" y="94"/>
                  </a:lnTo>
                  <a:lnTo>
                    <a:pt x="877" y="95"/>
                  </a:lnTo>
                  <a:lnTo>
                    <a:pt x="875" y="83"/>
                  </a:lnTo>
                  <a:lnTo>
                    <a:pt x="871" y="83"/>
                  </a:lnTo>
                  <a:lnTo>
                    <a:pt x="866" y="95"/>
                  </a:lnTo>
                  <a:lnTo>
                    <a:pt x="859" y="100"/>
                  </a:lnTo>
                  <a:lnTo>
                    <a:pt x="857" y="91"/>
                  </a:lnTo>
                  <a:lnTo>
                    <a:pt x="853" y="92"/>
                  </a:lnTo>
                  <a:lnTo>
                    <a:pt x="851" y="100"/>
                  </a:lnTo>
                  <a:lnTo>
                    <a:pt x="847" y="101"/>
                  </a:lnTo>
                  <a:lnTo>
                    <a:pt x="844" y="106"/>
                  </a:lnTo>
                  <a:lnTo>
                    <a:pt x="842" y="115"/>
                  </a:lnTo>
                  <a:lnTo>
                    <a:pt x="836" y="108"/>
                  </a:lnTo>
                  <a:lnTo>
                    <a:pt x="827" y="105"/>
                  </a:lnTo>
                  <a:lnTo>
                    <a:pt x="827" y="100"/>
                  </a:lnTo>
                  <a:lnTo>
                    <a:pt x="824" y="92"/>
                  </a:lnTo>
                  <a:lnTo>
                    <a:pt x="821" y="97"/>
                  </a:lnTo>
                  <a:lnTo>
                    <a:pt x="818" y="96"/>
                  </a:lnTo>
                  <a:lnTo>
                    <a:pt x="820" y="90"/>
                  </a:lnTo>
                  <a:lnTo>
                    <a:pt x="825" y="86"/>
                  </a:lnTo>
                  <a:lnTo>
                    <a:pt x="822" y="81"/>
                  </a:lnTo>
                  <a:lnTo>
                    <a:pt x="820" y="48"/>
                  </a:lnTo>
                  <a:lnTo>
                    <a:pt x="810" y="44"/>
                  </a:lnTo>
                  <a:lnTo>
                    <a:pt x="811" y="29"/>
                  </a:lnTo>
                  <a:lnTo>
                    <a:pt x="803" y="26"/>
                  </a:lnTo>
                  <a:lnTo>
                    <a:pt x="800" y="22"/>
                  </a:lnTo>
                  <a:lnTo>
                    <a:pt x="800" y="27"/>
                  </a:lnTo>
                  <a:lnTo>
                    <a:pt x="795" y="22"/>
                  </a:lnTo>
                  <a:lnTo>
                    <a:pt x="797" y="28"/>
                  </a:lnTo>
                  <a:lnTo>
                    <a:pt x="791" y="26"/>
                  </a:lnTo>
                  <a:lnTo>
                    <a:pt x="785" y="11"/>
                  </a:lnTo>
                  <a:lnTo>
                    <a:pt x="779" y="13"/>
                  </a:lnTo>
                  <a:lnTo>
                    <a:pt x="779" y="7"/>
                  </a:lnTo>
                  <a:lnTo>
                    <a:pt x="774" y="8"/>
                  </a:lnTo>
                  <a:lnTo>
                    <a:pt x="775" y="1"/>
                  </a:lnTo>
                  <a:lnTo>
                    <a:pt x="769" y="2"/>
                  </a:lnTo>
                  <a:lnTo>
                    <a:pt x="768" y="5"/>
                  </a:lnTo>
                  <a:lnTo>
                    <a:pt x="763" y="4"/>
                  </a:lnTo>
                  <a:lnTo>
                    <a:pt x="764" y="9"/>
                  </a:lnTo>
                  <a:lnTo>
                    <a:pt x="761" y="11"/>
                  </a:lnTo>
                  <a:lnTo>
                    <a:pt x="757" y="16"/>
                  </a:lnTo>
                  <a:lnTo>
                    <a:pt x="753" y="13"/>
                  </a:lnTo>
                  <a:lnTo>
                    <a:pt x="744" y="12"/>
                  </a:lnTo>
                  <a:lnTo>
                    <a:pt x="745" y="6"/>
                  </a:lnTo>
                  <a:lnTo>
                    <a:pt x="739" y="7"/>
                  </a:lnTo>
                  <a:lnTo>
                    <a:pt x="738" y="1"/>
                  </a:lnTo>
                  <a:lnTo>
                    <a:pt x="730" y="0"/>
                  </a:lnTo>
                  <a:lnTo>
                    <a:pt x="725" y="4"/>
                  </a:lnTo>
                  <a:lnTo>
                    <a:pt x="720" y="5"/>
                  </a:lnTo>
                  <a:lnTo>
                    <a:pt x="718" y="10"/>
                  </a:lnTo>
                  <a:lnTo>
                    <a:pt x="713" y="14"/>
                  </a:lnTo>
                  <a:lnTo>
                    <a:pt x="708" y="12"/>
                  </a:lnTo>
                  <a:lnTo>
                    <a:pt x="704" y="11"/>
                  </a:lnTo>
                  <a:lnTo>
                    <a:pt x="699" y="11"/>
                  </a:lnTo>
                  <a:lnTo>
                    <a:pt x="694" y="11"/>
                  </a:lnTo>
                  <a:lnTo>
                    <a:pt x="683" y="26"/>
                  </a:lnTo>
                  <a:lnTo>
                    <a:pt x="677" y="28"/>
                  </a:lnTo>
                  <a:lnTo>
                    <a:pt x="678" y="22"/>
                  </a:lnTo>
                  <a:lnTo>
                    <a:pt x="672" y="25"/>
                  </a:lnTo>
                  <a:lnTo>
                    <a:pt x="670" y="20"/>
                  </a:lnTo>
                  <a:lnTo>
                    <a:pt x="658" y="31"/>
                  </a:lnTo>
                  <a:lnTo>
                    <a:pt x="648" y="35"/>
                  </a:lnTo>
                  <a:lnTo>
                    <a:pt x="646" y="31"/>
                  </a:lnTo>
                  <a:lnTo>
                    <a:pt x="639" y="29"/>
                  </a:lnTo>
                  <a:lnTo>
                    <a:pt x="632" y="37"/>
                  </a:lnTo>
                  <a:lnTo>
                    <a:pt x="621" y="34"/>
                  </a:lnTo>
                  <a:lnTo>
                    <a:pt x="620" y="37"/>
                  </a:lnTo>
                  <a:lnTo>
                    <a:pt x="614" y="35"/>
                  </a:lnTo>
                  <a:lnTo>
                    <a:pt x="611" y="42"/>
                  </a:lnTo>
                  <a:lnTo>
                    <a:pt x="595" y="47"/>
                  </a:lnTo>
                  <a:lnTo>
                    <a:pt x="586" y="41"/>
                  </a:lnTo>
                  <a:lnTo>
                    <a:pt x="581" y="53"/>
                  </a:lnTo>
                  <a:lnTo>
                    <a:pt x="574" y="58"/>
                  </a:lnTo>
                  <a:lnTo>
                    <a:pt x="570" y="60"/>
                  </a:lnTo>
                  <a:lnTo>
                    <a:pt x="574" y="67"/>
                  </a:lnTo>
                  <a:lnTo>
                    <a:pt x="578" y="71"/>
                  </a:lnTo>
                  <a:lnTo>
                    <a:pt x="576" y="74"/>
                  </a:lnTo>
                  <a:lnTo>
                    <a:pt x="570" y="76"/>
                  </a:lnTo>
                  <a:lnTo>
                    <a:pt x="568" y="82"/>
                  </a:lnTo>
                  <a:lnTo>
                    <a:pt x="564" y="85"/>
                  </a:lnTo>
                  <a:lnTo>
                    <a:pt x="568" y="92"/>
                  </a:lnTo>
                  <a:lnTo>
                    <a:pt x="567" y="98"/>
                  </a:lnTo>
                  <a:lnTo>
                    <a:pt x="572" y="103"/>
                  </a:lnTo>
                  <a:lnTo>
                    <a:pt x="571" y="107"/>
                  </a:lnTo>
                  <a:lnTo>
                    <a:pt x="572" y="121"/>
                  </a:lnTo>
                  <a:lnTo>
                    <a:pt x="577" y="126"/>
                  </a:lnTo>
                  <a:lnTo>
                    <a:pt x="575" y="137"/>
                  </a:lnTo>
                  <a:lnTo>
                    <a:pt x="567" y="141"/>
                  </a:lnTo>
                  <a:lnTo>
                    <a:pt x="567" y="150"/>
                  </a:lnTo>
                  <a:lnTo>
                    <a:pt x="569" y="155"/>
                  </a:lnTo>
                  <a:lnTo>
                    <a:pt x="572" y="163"/>
                  </a:lnTo>
                  <a:lnTo>
                    <a:pt x="580" y="167"/>
                  </a:lnTo>
                  <a:lnTo>
                    <a:pt x="578" y="178"/>
                  </a:lnTo>
                  <a:lnTo>
                    <a:pt x="582" y="180"/>
                  </a:lnTo>
                  <a:lnTo>
                    <a:pt x="581" y="186"/>
                  </a:lnTo>
                  <a:lnTo>
                    <a:pt x="577" y="190"/>
                  </a:lnTo>
                  <a:lnTo>
                    <a:pt x="576" y="193"/>
                  </a:lnTo>
                  <a:lnTo>
                    <a:pt x="584" y="194"/>
                  </a:lnTo>
                  <a:lnTo>
                    <a:pt x="580" y="206"/>
                  </a:lnTo>
                  <a:lnTo>
                    <a:pt x="581" y="211"/>
                  </a:lnTo>
                  <a:lnTo>
                    <a:pt x="589" y="215"/>
                  </a:lnTo>
                  <a:lnTo>
                    <a:pt x="585" y="224"/>
                  </a:lnTo>
                  <a:lnTo>
                    <a:pt x="593" y="227"/>
                  </a:lnTo>
                  <a:lnTo>
                    <a:pt x="600" y="228"/>
                  </a:lnTo>
                  <a:lnTo>
                    <a:pt x="599" y="234"/>
                  </a:lnTo>
                  <a:lnTo>
                    <a:pt x="595" y="236"/>
                  </a:lnTo>
                  <a:lnTo>
                    <a:pt x="589" y="239"/>
                  </a:lnTo>
                  <a:lnTo>
                    <a:pt x="587" y="247"/>
                  </a:lnTo>
                  <a:lnTo>
                    <a:pt x="594" y="249"/>
                  </a:lnTo>
                  <a:lnTo>
                    <a:pt x="599" y="253"/>
                  </a:lnTo>
                  <a:lnTo>
                    <a:pt x="599" y="261"/>
                  </a:lnTo>
                  <a:lnTo>
                    <a:pt x="597" y="268"/>
                  </a:lnTo>
                  <a:lnTo>
                    <a:pt x="592" y="275"/>
                  </a:lnTo>
                  <a:lnTo>
                    <a:pt x="587" y="281"/>
                  </a:lnTo>
                  <a:lnTo>
                    <a:pt x="576" y="271"/>
                  </a:lnTo>
                  <a:lnTo>
                    <a:pt x="570" y="279"/>
                  </a:lnTo>
                  <a:lnTo>
                    <a:pt x="560" y="274"/>
                  </a:lnTo>
                  <a:lnTo>
                    <a:pt x="551" y="274"/>
                  </a:lnTo>
                  <a:lnTo>
                    <a:pt x="536" y="277"/>
                  </a:lnTo>
                  <a:lnTo>
                    <a:pt x="531" y="265"/>
                  </a:lnTo>
                  <a:lnTo>
                    <a:pt x="524" y="268"/>
                  </a:lnTo>
                  <a:lnTo>
                    <a:pt x="524" y="256"/>
                  </a:lnTo>
                  <a:lnTo>
                    <a:pt x="519" y="252"/>
                  </a:lnTo>
                  <a:lnTo>
                    <a:pt x="507" y="244"/>
                  </a:lnTo>
                  <a:close/>
                </a:path>
              </a:pathLst>
            </a:custGeom>
            <a:grpFill/>
            <a:ln w="1651" cap="flat" cmpd="sng">
              <a:solidFill>
                <a:schemeClr val="bg2"/>
              </a:solidFill>
              <a:prstDash val="solid"/>
              <a:round/>
              <a:headEnd type="none" w="med" len="med"/>
              <a:tailEnd type="none" w="med" len="med"/>
            </a:ln>
          </p:spPr>
          <p:txBody>
            <a:bodyPr/>
            <a:lstStyle/>
            <a:p>
              <a:endParaRPr lang="de-DE" dirty="0"/>
            </a:p>
          </p:txBody>
        </p:sp>
        <p:sp>
          <p:nvSpPr>
            <p:cNvPr id="13" name="AOK NordWest2">
              <a:extLst>
                <a:ext uri="{FF2B5EF4-FFF2-40B4-BE49-F238E27FC236}">
                  <a16:creationId xmlns:a16="http://schemas.microsoft.com/office/drawing/2014/main" id="{FE382585-CB50-BA0C-9462-160E0C9F5DBA}"/>
                </a:ext>
              </a:extLst>
            </p:cNvPr>
            <p:cNvSpPr>
              <a:spLocks/>
            </p:cNvSpPr>
            <p:nvPr/>
          </p:nvSpPr>
          <p:spPr bwMode="auto">
            <a:xfrm>
              <a:off x="5244617" y="2404194"/>
              <a:ext cx="840236" cy="827098"/>
            </a:xfrm>
            <a:custGeom>
              <a:avLst/>
              <a:gdLst>
                <a:gd name="T0" fmla="*/ 2147483647 w 662"/>
                <a:gd name="T1" fmla="*/ 2147483647 h 637"/>
                <a:gd name="T2" fmla="*/ 2147483647 w 662"/>
                <a:gd name="T3" fmla="*/ 2147483647 h 637"/>
                <a:gd name="T4" fmla="*/ 2147483647 w 662"/>
                <a:gd name="T5" fmla="*/ 2147483647 h 637"/>
                <a:gd name="T6" fmla="*/ 2147483647 w 662"/>
                <a:gd name="T7" fmla="*/ 2147483647 h 637"/>
                <a:gd name="T8" fmla="*/ 2147483647 w 662"/>
                <a:gd name="T9" fmla="*/ 2147483647 h 637"/>
                <a:gd name="T10" fmla="*/ 2147483647 w 662"/>
                <a:gd name="T11" fmla="*/ 2147483647 h 637"/>
                <a:gd name="T12" fmla="*/ 2147483647 w 662"/>
                <a:gd name="T13" fmla="*/ 2147483647 h 637"/>
                <a:gd name="T14" fmla="*/ 2147483647 w 662"/>
                <a:gd name="T15" fmla="*/ 2147483647 h 637"/>
                <a:gd name="T16" fmla="*/ 2147483647 w 662"/>
                <a:gd name="T17" fmla="*/ 2147483647 h 637"/>
                <a:gd name="T18" fmla="*/ 2147483647 w 662"/>
                <a:gd name="T19" fmla="*/ 2147483647 h 637"/>
                <a:gd name="T20" fmla="*/ 2147483647 w 662"/>
                <a:gd name="T21" fmla="*/ 2147483647 h 637"/>
                <a:gd name="T22" fmla="*/ 2147483647 w 662"/>
                <a:gd name="T23" fmla="*/ 2147483647 h 637"/>
                <a:gd name="T24" fmla="*/ 2147483647 w 662"/>
                <a:gd name="T25" fmla="*/ 2147483647 h 637"/>
                <a:gd name="T26" fmla="*/ 2147483647 w 662"/>
                <a:gd name="T27" fmla="*/ 2147483647 h 637"/>
                <a:gd name="T28" fmla="*/ 2147483647 w 662"/>
                <a:gd name="T29" fmla="*/ 2147483647 h 637"/>
                <a:gd name="T30" fmla="*/ 2147483647 w 662"/>
                <a:gd name="T31" fmla="*/ 2147483647 h 637"/>
                <a:gd name="T32" fmla="*/ 2147483647 w 662"/>
                <a:gd name="T33" fmla="*/ 2147483647 h 637"/>
                <a:gd name="T34" fmla="*/ 2147483647 w 662"/>
                <a:gd name="T35" fmla="*/ 2147483647 h 637"/>
                <a:gd name="T36" fmla="*/ 2147483647 w 662"/>
                <a:gd name="T37" fmla="*/ 2147483647 h 637"/>
                <a:gd name="T38" fmla="*/ 2147483647 w 662"/>
                <a:gd name="T39" fmla="*/ 2147483647 h 637"/>
                <a:gd name="T40" fmla="*/ 2147483647 w 662"/>
                <a:gd name="T41" fmla="*/ 2147483647 h 637"/>
                <a:gd name="T42" fmla="*/ 2147483647 w 662"/>
                <a:gd name="T43" fmla="*/ 2147483647 h 637"/>
                <a:gd name="T44" fmla="*/ 2147483647 w 662"/>
                <a:gd name="T45" fmla="*/ 2147483647 h 637"/>
                <a:gd name="T46" fmla="*/ 2147483647 w 662"/>
                <a:gd name="T47" fmla="*/ 2147483647 h 637"/>
                <a:gd name="T48" fmla="*/ 2147483647 w 662"/>
                <a:gd name="T49" fmla="*/ 2147483647 h 637"/>
                <a:gd name="T50" fmla="*/ 2147483647 w 662"/>
                <a:gd name="T51" fmla="*/ 2147483647 h 637"/>
                <a:gd name="T52" fmla="*/ 2147483647 w 662"/>
                <a:gd name="T53" fmla="*/ 2147483647 h 637"/>
                <a:gd name="T54" fmla="*/ 2147483647 w 662"/>
                <a:gd name="T55" fmla="*/ 2147483647 h 637"/>
                <a:gd name="T56" fmla="*/ 2147483647 w 662"/>
                <a:gd name="T57" fmla="*/ 2147483647 h 637"/>
                <a:gd name="T58" fmla="*/ 2147483647 w 662"/>
                <a:gd name="T59" fmla="*/ 2147483647 h 637"/>
                <a:gd name="T60" fmla="*/ 2147483647 w 662"/>
                <a:gd name="T61" fmla="*/ 2147483647 h 637"/>
                <a:gd name="T62" fmla="*/ 2147483647 w 662"/>
                <a:gd name="T63" fmla="*/ 2147483647 h 637"/>
                <a:gd name="T64" fmla="*/ 2147483647 w 662"/>
                <a:gd name="T65" fmla="*/ 2147483647 h 637"/>
                <a:gd name="T66" fmla="*/ 2147483647 w 662"/>
                <a:gd name="T67" fmla="*/ 2147483647 h 637"/>
                <a:gd name="T68" fmla="*/ 2147483647 w 662"/>
                <a:gd name="T69" fmla="*/ 2147483647 h 637"/>
                <a:gd name="T70" fmla="*/ 2147483647 w 662"/>
                <a:gd name="T71" fmla="*/ 2147483647 h 637"/>
                <a:gd name="T72" fmla="*/ 2147483647 w 662"/>
                <a:gd name="T73" fmla="*/ 2147483647 h 637"/>
                <a:gd name="T74" fmla="*/ 2147483647 w 662"/>
                <a:gd name="T75" fmla="*/ 2147483647 h 637"/>
                <a:gd name="T76" fmla="*/ 2147483647 w 662"/>
                <a:gd name="T77" fmla="*/ 2147483647 h 637"/>
                <a:gd name="T78" fmla="*/ 2147483647 w 662"/>
                <a:gd name="T79" fmla="*/ 2147483647 h 637"/>
                <a:gd name="T80" fmla="*/ 2147483647 w 662"/>
                <a:gd name="T81" fmla="*/ 2147483647 h 637"/>
                <a:gd name="T82" fmla="*/ 2147483647 w 662"/>
                <a:gd name="T83" fmla="*/ 2147483647 h 637"/>
                <a:gd name="T84" fmla="*/ 2147483647 w 662"/>
                <a:gd name="T85" fmla="*/ 2147483647 h 637"/>
                <a:gd name="T86" fmla="*/ 2147483647 w 662"/>
                <a:gd name="T87" fmla="*/ 2147483647 h 637"/>
                <a:gd name="T88" fmla="*/ 2147483647 w 662"/>
                <a:gd name="T89" fmla="*/ 2147483647 h 637"/>
                <a:gd name="T90" fmla="*/ 2147483647 w 662"/>
                <a:gd name="T91" fmla="*/ 2147483647 h 637"/>
                <a:gd name="T92" fmla="*/ 2147483647 w 662"/>
                <a:gd name="T93" fmla="*/ 2147483647 h 637"/>
                <a:gd name="T94" fmla="*/ 2147483647 w 662"/>
                <a:gd name="T95" fmla="*/ 2147483647 h 637"/>
                <a:gd name="T96" fmla="*/ 2147483647 w 662"/>
                <a:gd name="T97" fmla="*/ 2147483647 h 637"/>
                <a:gd name="T98" fmla="*/ 2147483647 w 662"/>
                <a:gd name="T99" fmla="*/ 2147483647 h 637"/>
                <a:gd name="T100" fmla="*/ 2147483647 w 662"/>
                <a:gd name="T101" fmla="*/ 2147483647 h 637"/>
                <a:gd name="T102" fmla="*/ 2147483647 w 662"/>
                <a:gd name="T103" fmla="*/ 2147483647 h 637"/>
                <a:gd name="T104" fmla="*/ 2147483647 w 662"/>
                <a:gd name="T105" fmla="*/ 2147483647 h 637"/>
                <a:gd name="T106" fmla="*/ 2147483647 w 662"/>
                <a:gd name="T107" fmla="*/ 2147483647 h 637"/>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662"/>
                <a:gd name="T163" fmla="*/ 0 h 637"/>
                <a:gd name="T164" fmla="*/ 662 w 662"/>
                <a:gd name="T165" fmla="*/ 637 h 637"/>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662" h="637">
                  <a:moveTo>
                    <a:pt x="379" y="637"/>
                  </a:moveTo>
                  <a:lnTo>
                    <a:pt x="396" y="637"/>
                  </a:lnTo>
                  <a:lnTo>
                    <a:pt x="407" y="629"/>
                  </a:lnTo>
                  <a:lnTo>
                    <a:pt x="421" y="616"/>
                  </a:lnTo>
                  <a:lnTo>
                    <a:pt x="418" y="608"/>
                  </a:lnTo>
                  <a:lnTo>
                    <a:pt x="426" y="596"/>
                  </a:lnTo>
                  <a:lnTo>
                    <a:pt x="439" y="582"/>
                  </a:lnTo>
                  <a:lnTo>
                    <a:pt x="433" y="571"/>
                  </a:lnTo>
                  <a:lnTo>
                    <a:pt x="437" y="567"/>
                  </a:lnTo>
                  <a:lnTo>
                    <a:pt x="432" y="556"/>
                  </a:lnTo>
                  <a:lnTo>
                    <a:pt x="437" y="554"/>
                  </a:lnTo>
                  <a:lnTo>
                    <a:pt x="461" y="554"/>
                  </a:lnTo>
                  <a:lnTo>
                    <a:pt x="473" y="548"/>
                  </a:lnTo>
                  <a:lnTo>
                    <a:pt x="484" y="547"/>
                  </a:lnTo>
                  <a:lnTo>
                    <a:pt x="473" y="539"/>
                  </a:lnTo>
                  <a:lnTo>
                    <a:pt x="489" y="525"/>
                  </a:lnTo>
                  <a:lnTo>
                    <a:pt x="492" y="511"/>
                  </a:lnTo>
                  <a:lnTo>
                    <a:pt x="485" y="503"/>
                  </a:lnTo>
                  <a:lnTo>
                    <a:pt x="486" y="488"/>
                  </a:lnTo>
                  <a:lnTo>
                    <a:pt x="476" y="481"/>
                  </a:lnTo>
                  <a:lnTo>
                    <a:pt x="461" y="483"/>
                  </a:lnTo>
                  <a:lnTo>
                    <a:pt x="454" y="490"/>
                  </a:lnTo>
                  <a:lnTo>
                    <a:pt x="448" y="482"/>
                  </a:lnTo>
                  <a:lnTo>
                    <a:pt x="441" y="479"/>
                  </a:lnTo>
                  <a:lnTo>
                    <a:pt x="452" y="469"/>
                  </a:lnTo>
                  <a:lnTo>
                    <a:pt x="457" y="459"/>
                  </a:lnTo>
                  <a:lnTo>
                    <a:pt x="465" y="458"/>
                  </a:lnTo>
                  <a:lnTo>
                    <a:pt x="471" y="446"/>
                  </a:lnTo>
                  <a:lnTo>
                    <a:pt x="493" y="448"/>
                  </a:lnTo>
                  <a:lnTo>
                    <a:pt x="501" y="444"/>
                  </a:lnTo>
                  <a:lnTo>
                    <a:pt x="511" y="447"/>
                  </a:lnTo>
                  <a:lnTo>
                    <a:pt x="523" y="441"/>
                  </a:lnTo>
                  <a:lnTo>
                    <a:pt x="530" y="443"/>
                  </a:lnTo>
                  <a:lnTo>
                    <a:pt x="530" y="426"/>
                  </a:lnTo>
                  <a:lnTo>
                    <a:pt x="525" y="424"/>
                  </a:lnTo>
                  <a:lnTo>
                    <a:pt x="523" y="409"/>
                  </a:lnTo>
                  <a:lnTo>
                    <a:pt x="539" y="399"/>
                  </a:lnTo>
                  <a:lnTo>
                    <a:pt x="572" y="401"/>
                  </a:lnTo>
                  <a:lnTo>
                    <a:pt x="569" y="420"/>
                  </a:lnTo>
                  <a:lnTo>
                    <a:pt x="575" y="427"/>
                  </a:lnTo>
                  <a:lnTo>
                    <a:pt x="591" y="423"/>
                  </a:lnTo>
                  <a:lnTo>
                    <a:pt x="596" y="419"/>
                  </a:lnTo>
                  <a:lnTo>
                    <a:pt x="604" y="417"/>
                  </a:lnTo>
                  <a:lnTo>
                    <a:pt x="607" y="407"/>
                  </a:lnTo>
                  <a:lnTo>
                    <a:pt x="623" y="398"/>
                  </a:lnTo>
                  <a:lnTo>
                    <a:pt x="629" y="384"/>
                  </a:lnTo>
                  <a:lnTo>
                    <a:pt x="644" y="365"/>
                  </a:lnTo>
                  <a:lnTo>
                    <a:pt x="633" y="355"/>
                  </a:lnTo>
                  <a:lnTo>
                    <a:pt x="651" y="352"/>
                  </a:lnTo>
                  <a:lnTo>
                    <a:pt x="662" y="342"/>
                  </a:lnTo>
                  <a:lnTo>
                    <a:pt x="644" y="341"/>
                  </a:lnTo>
                  <a:lnTo>
                    <a:pt x="645" y="298"/>
                  </a:lnTo>
                  <a:lnTo>
                    <a:pt x="655" y="288"/>
                  </a:lnTo>
                  <a:lnTo>
                    <a:pt x="655" y="274"/>
                  </a:lnTo>
                  <a:lnTo>
                    <a:pt x="662" y="260"/>
                  </a:lnTo>
                  <a:lnTo>
                    <a:pt x="648" y="260"/>
                  </a:lnTo>
                  <a:lnTo>
                    <a:pt x="630" y="264"/>
                  </a:lnTo>
                  <a:lnTo>
                    <a:pt x="632" y="246"/>
                  </a:lnTo>
                  <a:lnTo>
                    <a:pt x="626" y="239"/>
                  </a:lnTo>
                  <a:lnTo>
                    <a:pt x="614" y="241"/>
                  </a:lnTo>
                  <a:lnTo>
                    <a:pt x="619" y="221"/>
                  </a:lnTo>
                  <a:lnTo>
                    <a:pt x="611" y="218"/>
                  </a:lnTo>
                  <a:lnTo>
                    <a:pt x="599" y="225"/>
                  </a:lnTo>
                  <a:lnTo>
                    <a:pt x="598" y="208"/>
                  </a:lnTo>
                  <a:lnTo>
                    <a:pt x="594" y="194"/>
                  </a:lnTo>
                  <a:lnTo>
                    <a:pt x="599" y="191"/>
                  </a:lnTo>
                  <a:lnTo>
                    <a:pt x="601" y="185"/>
                  </a:lnTo>
                  <a:lnTo>
                    <a:pt x="598" y="178"/>
                  </a:lnTo>
                  <a:lnTo>
                    <a:pt x="592" y="175"/>
                  </a:lnTo>
                  <a:lnTo>
                    <a:pt x="586" y="174"/>
                  </a:lnTo>
                  <a:lnTo>
                    <a:pt x="588" y="159"/>
                  </a:lnTo>
                  <a:lnTo>
                    <a:pt x="582" y="156"/>
                  </a:lnTo>
                  <a:lnTo>
                    <a:pt x="568" y="158"/>
                  </a:lnTo>
                  <a:lnTo>
                    <a:pt x="555" y="157"/>
                  </a:lnTo>
                  <a:lnTo>
                    <a:pt x="557" y="142"/>
                  </a:lnTo>
                  <a:lnTo>
                    <a:pt x="562" y="146"/>
                  </a:lnTo>
                  <a:lnTo>
                    <a:pt x="568" y="143"/>
                  </a:lnTo>
                  <a:lnTo>
                    <a:pt x="571" y="140"/>
                  </a:lnTo>
                  <a:lnTo>
                    <a:pt x="567" y="137"/>
                  </a:lnTo>
                  <a:lnTo>
                    <a:pt x="570" y="133"/>
                  </a:lnTo>
                  <a:lnTo>
                    <a:pt x="576" y="127"/>
                  </a:lnTo>
                  <a:lnTo>
                    <a:pt x="569" y="119"/>
                  </a:lnTo>
                  <a:lnTo>
                    <a:pt x="551" y="107"/>
                  </a:lnTo>
                  <a:lnTo>
                    <a:pt x="554" y="101"/>
                  </a:lnTo>
                  <a:lnTo>
                    <a:pt x="551" y="85"/>
                  </a:lnTo>
                  <a:lnTo>
                    <a:pt x="557" y="85"/>
                  </a:lnTo>
                  <a:lnTo>
                    <a:pt x="571" y="85"/>
                  </a:lnTo>
                  <a:lnTo>
                    <a:pt x="580" y="76"/>
                  </a:lnTo>
                  <a:lnTo>
                    <a:pt x="580" y="67"/>
                  </a:lnTo>
                  <a:lnTo>
                    <a:pt x="586" y="57"/>
                  </a:lnTo>
                  <a:lnTo>
                    <a:pt x="583" y="40"/>
                  </a:lnTo>
                  <a:lnTo>
                    <a:pt x="591" y="30"/>
                  </a:lnTo>
                  <a:lnTo>
                    <a:pt x="580" y="22"/>
                  </a:lnTo>
                  <a:lnTo>
                    <a:pt x="574" y="20"/>
                  </a:lnTo>
                  <a:lnTo>
                    <a:pt x="569" y="23"/>
                  </a:lnTo>
                  <a:lnTo>
                    <a:pt x="564" y="29"/>
                  </a:lnTo>
                  <a:lnTo>
                    <a:pt x="554" y="31"/>
                  </a:lnTo>
                  <a:lnTo>
                    <a:pt x="553" y="46"/>
                  </a:lnTo>
                  <a:lnTo>
                    <a:pt x="542" y="48"/>
                  </a:lnTo>
                  <a:lnTo>
                    <a:pt x="539" y="54"/>
                  </a:lnTo>
                  <a:lnTo>
                    <a:pt x="523" y="57"/>
                  </a:lnTo>
                  <a:lnTo>
                    <a:pt x="507" y="54"/>
                  </a:lnTo>
                  <a:lnTo>
                    <a:pt x="498" y="55"/>
                  </a:lnTo>
                  <a:lnTo>
                    <a:pt x="484" y="50"/>
                  </a:lnTo>
                  <a:lnTo>
                    <a:pt x="491" y="43"/>
                  </a:lnTo>
                  <a:lnTo>
                    <a:pt x="491" y="27"/>
                  </a:lnTo>
                  <a:lnTo>
                    <a:pt x="485" y="14"/>
                  </a:lnTo>
                  <a:lnTo>
                    <a:pt x="480" y="2"/>
                  </a:lnTo>
                  <a:lnTo>
                    <a:pt x="469" y="0"/>
                  </a:lnTo>
                  <a:lnTo>
                    <a:pt x="451" y="11"/>
                  </a:lnTo>
                  <a:lnTo>
                    <a:pt x="444" y="4"/>
                  </a:lnTo>
                  <a:lnTo>
                    <a:pt x="424" y="12"/>
                  </a:lnTo>
                  <a:lnTo>
                    <a:pt x="423" y="23"/>
                  </a:lnTo>
                  <a:lnTo>
                    <a:pt x="420" y="29"/>
                  </a:lnTo>
                  <a:lnTo>
                    <a:pt x="400" y="27"/>
                  </a:lnTo>
                  <a:lnTo>
                    <a:pt x="387" y="23"/>
                  </a:lnTo>
                  <a:lnTo>
                    <a:pt x="383" y="35"/>
                  </a:lnTo>
                  <a:lnTo>
                    <a:pt x="389" y="37"/>
                  </a:lnTo>
                  <a:lnTo>
                    <a:pt x="389" y="49"/>
                  </a:lnTo>
                  <a:lnTo>
                    <a:pt x="420" y="63"/>
                  </a:lnTo>
                  <a:lnTo>
                    <a:pt x="426" y="78"/>
                  </a:lnTo>
                  <a:lnTo>
                    <a:pt x="426" y="99"/>
                  </a:lnTo>
                  <a:lnTo>
                    <a:pt x="420" y="122"/>
                  </a:lnTo>
                  <a:lnTo>
                    <a:pt x="430" y="132"/>
                  </a:lnTo>
                  <a:lnTo>
                    <a:pt x="415" y="140"/>
                  </a:lnTo>
                  <a:lnTo>
                    <a:pt x="412" y="145"/>
                  </a:lnTo>
                  <a:lnTo>
                    <a:pt x="411" y="151"/>
                  </a:lnTo>
                  <a:lnTo>
                    <a:pt x="398" y="149"/>
                  </a:lnTo>
                  <a:lnTo>
                    <a:pt x="383" y="152"/>
                  </a:lnTo>
                  <a:lnTo>
                    <a:pt x="380" y="145"/>
                  </a:lnTo>
                  <a:lnTo>
                    <a:pt x="364" y="157"/>
                  </a:lnTo>
                  <a:lnTo>
                    <a:pt x="359" y="167"/>
                  </a:lnTo>
                  <a:lnTo>
                    <a:pt x="347" y="166"/>
                  </a:lnTo>
                  <a:lnTo>
                    <a:pt x="339" y="170"/>
                  </a:lnTo>
                  <a:lnTo>
                    <a:pt x="329" y="169"/>
                  </a:lnTo>
                  <a:lnTo>
                    <a:pt x="318" y="171"/>
                  </a:lnTo>
                  <a:lnTo>
                    <a:pt x="308" y="186"/>
                  </a:lnTo>
                  <a:lnTo>
                    <a:pt x="297" y="178"/>
                  </a:lnTo>
                  <a:lnTo>
                    <a:pt x="287" y="166"/>
                  </a:lnTo>
                  <a:lnTo>
                    <a:pt x="299" y="158"/>
                  </a:lnTo>
                  <a:lnTo>
                    <a:pt x="310" y="149"/>
                  </a:lnTo>
                  <a:lnTo>
                    <a:pt x="305" y="154"/>
                  </a:lnTo>
                  <a:lnTo>
                    <a:pt x="318" y="149"/>
                  </a:lnTo>
                  <a:lnTo>
                    <a:pt x="315" y="140"/>
                  </a:lnTo>
                  <a:lnTo>
                    <a:pt x="321" y="136"/>
                  </a:lnTo>
                  <a:lnTo>
                    <a:pt x="316" y="128"/>
                  </a:lnTo>
                  <a:lnTo>
                    <a:pt x="298" y="127"/>
                  </a:lnTo>
                  <a:lnTo>
                    <a:pt x="291" y="117"/>
                  </a:lnTo>
                  <a:lnTo>
                    <a:pt x="298" y="106"/>
                  </a:lnTo>
                  <a:lnTo>
                    <a:pt x="295" y="103"/>
                  </a:lnTo>
                  <a:lnTo>
                    <a:pt x="300" y="96"/>
                  </a:lnTo>
                  <a:lnTo>
                    <a:pt x="302" y="85"/>
                  </a:lnTo>
                  <a:lnTo>
                    <a:pt x="312" y="80"/>
                  </a:lnTo>
                  <a:lnTo>
                    <a:pt x="304" y="75"/>
                  </a:lnTo>
                  <a:lnTo>
                    <a:pt x="301" y="68"/>
                  </a:lnTo>
                  <a:lnTo>
                    <a:pt x="301" y="56"/>
                  </a:lnTo>
                  <a:lnTo>
                    <a:pt x="290" y="56"/>
                  </a:lnTo>
                  <a:lnTo>
                    <a:pt x="278" y="61"/>
                  </a:lnTo>
                  <a:lnTo>
                    <a:pt x="261" y="56"/>
                  </a:lnTo>
                  <a:lnTo>
                    <a:pt x="249" y="53"/>
                  </a:lnTo>
                  <a:lnTo>
                    <a:pt x="247" y="36"/>
                  </a:lnTo>
                  <a:lnTo>
                    <a:pt x="237" y="28"/>
                  </a:lnTo>
                  <a:lnTo>
                    <a:pt x="228" y="22"/>
                  </a:lnTo>
                  <a:lnTo>
                    <a:pt x="220" y="31"/>
                  </a:lnTo>
                  <a:lnTo>
                    <a:pt x="214" y="35"/>
                  </a:lnTo>
                  <a:lnTo>
                    <a:pt x="219" y="45"/>
                  </a:lnTo>
                  <a:lnTo>
                    <a:pt x="214" y="53"/>
                  </a:lnTo>
                  <a:lnTo>
                    <a:pt x="214" y="61"/>
                  </a:lnTo>
                  <a:lnTo>
                    <a:pt x="203" y="64"/>
                  </a:lnTo>
                  <a:lnTo>
                    <a:pt x="180" y="78"/>
                  </a:lnTo>
                  <a:lnTo>
                    <a:pt x="178" y="87"/>
                  </a:lnTo>
                  <a:lnTo>
                    <a:pt x="171" y="86"/>
                  </a:lnTo>
                  <a:lnTo>
                    <a:pt x="166" y="95"/>
                  </a:lnTo>
                  <a:lnTo>
                    <a:pt x="152" y="96"/>
                  </a:lnTo>
                  <a:lnTo>
                    <a:pt x="142" y="100"/>
                  </a:lnTo>
                  <a:lnTo>
                    <a:pt x="123" y="98"/>
                  </a:lnTo>
                  <a:lnTo>
                    <a:pt x="109" y="92"/>
                  </a:lnTo>
                  <a:lnTo>
                    <a:pt x="100" y="92"/>
                  </a:lnTo>
                  <a:lnTo>
                    <a:pt x="93" y="99"/>
                  </a:lnTo>
                  <a:lnTo>
                    <a:pt x="82" y="106"/>
                  </a:lnTo>
                  <a:lnTo>
                    <a:pt x="76" y="107"/>
                  </a:lnTo>
                  <a:lnTo>
                    <a:pt x="69" y="116"/>
                  </a:lnTo>
                  <a:lnTo>
                    <a:pt x="62" y="125"/>
                  </a:lnTo>
                  <a:lnTo>
                    <a:pt x="57" y="125"/>
                  </a:lnTo>
                  <a:lnTo>
                    <a:pt x="48" y="132"/>
                  </a:lnTo>
                  <a:lnTo>
                    <a:pt x="44" y="143"/>
                  </a:lnTo>
                  <a:lnTo>
                    <a:pt x="40" y="147"/>
                  </a:lnTo>
                  <a:lnTo>
                    <a:pt x="28" y="146"/>
                  </a:lnTo>
                  <a:lnTo>
                    <a:pt x="18" y="145"/>
                  </a:lnTo>
                  <a:lnTo>
                    <a:pt x="18" y="153"/>
                  </a:lnTo>
                  <a:lnTo>
                    <a:pt x="12" y="162"/>
                  </a:lnTo>
                  <a:lnTo>
                    <a:pt x="3" y="163"/>
                  </a:lnTo>
                  <a:lnTo>
                    <a:pt x="0" y="175"/>
                  </a:lnTo>
                  <a:lnTo>
                    <a:pt x="7" y="176"/>
                  </a:lnTo>
                  <a:lnTo>
                    <a:pt x="15" y="182"/>
                  </a:lnTo>
                  <a:lnTo>
                    <a:pt x="22" y="188"/>
                  </a:lnTo>
                  <a:lnTo>
                    <a:pt x="34" y="196"/>
                  </a:lnTo>
                  <a:lnTo>
                    <a:pt x="49" y="193"/>
                  </a:lnTo>
                  <a:lnTo>
                    <a:pt x="58" y="199"/>
                  </a:lnTo>
                  <a:lnTo>
                    <a:pt x="67" y="205"/>
                  </a:lnTo>
                  <a:lnTo>
                    <a:pt x="75" y="209"/>
                  </a:lnTo>
                  <a:lnTo>
                    <a:pt x="76" y="214"/>
                  </a:lnTo>
                  <a:lnTo>
                    <a:pt x="76" y="218"/>
                  </a:lnTo>
                  <a:lnTo>
                    <a:pt x="78" y="224"/>
                  </a:lnTo>
                  <a:lnTo>
                    <a:pt x="79" y="227"/>
                  </a:lnTo>
                  <a:lnTo>
                    <a:pt x="84" y="230"/>
                  </a:lnTo>
                  <a:lnTo>
                    <a:pt x="88" y="236"/>
                  </a:lnTo>
                  <a:lnTo>
                    <a:pt x="91" y="238"/>
                  </a:lnTo>
                  <a:lnTo>
                    <a:pt x="94" y="242"/>
                  </a:lnTo>
                  <a:lnTo>
                    <a:pt x="102" y="250"/>
                  </a:lnTo>
                  <a:lnTo>
                    <a:pt x="105" y="254"/>
                  </a:lnTo>
                  <a:lnTo>
                    <a:pt x="111" y="263"/>
                  </a:lnTo>
                  <a:lnTo>
                    <a:pt x="115" y="274"/>
                  </a:lnTo>
                  <a:lnTo>
                    <a:pt x="118" y="280"/>
                  </a:lnTo>
                  <a:lnTo>
                    <a:pt x="120" y="284"/>
                  </a:lnTo>
                  <a:lnTo>
                    <a:pt x="124" y="290"/>
                  </a:lnTo>
                  <a:lnTo>
                    <a:pt x="129" y="299"/>
                  </a:lnTo>
                  <a:lnTo>
                    <a:pt x="129" y="302"/>
                  </a:lnTo>
                  <a:lnTo>
                    <a:pt x="130" y="308"/>
                  </a:lnTo>
                  <a:lnTo>
                    <a:pt x="133" y="316"/>
                  </a:lnTo>
                  <a:lnTo>
                    <a:pt x="135" y="325"/>
                  </a:lnTo>
                  <a:lnTo>
                    <a:pt x="138" y="331"/>
                  </a:lnTo>
                  <a:lnTo>
                    <a:pt x="139" y="340"/>
                  </a:lnTo>
                  <a:lnTo>
                    <a:pt x="141" y="349"/>
                  </a:lnTo>
                  <a:lnTo>
                    <a:pt x="145" y="355"/>
                  </a:lnTo>
                  <a:lnTo>
                    <a:pt x="154" y="359"/>
                  </a:lnTo>
                  <a:lnTo>
                    <a:pt x="160" y="361"/>
                  </a:lnTo>
                  <a:lnTo>
                    <a:pt x="169" y="365"/>
                  </a:lnTo>
                  <a:lnTo>
                    <a:pt x="178" y="370"/>
                  </a:lnTo>
                  <a:lnTo>
                    <a:pt x="184" y="379"/>
                  </a:lnTo>
                  <a:lnTo>
                    <a:pt x="189" y="386"/>
                  </a:lnTo>
                  <a:lnTo>
                    <a:pt x="193" y="392"/>
                  </a:lnTo>
                  <a:lnTo>
                    <a:pt x="193" y="401"/>
                  </a:lnTo>
                  <a:lnTo>
                    <a:pt x="202" y="409"/>
                  </a:lnTo>
                  <a:lnTo>
                    <a:pt x="208" y="416"/>
                  </a:lnTo>
                  <a:lnTo>
                    <a:pt x="214" y="427"/>
                  </a:lnTo>
                  <a:lnTo>
                    <a:pt x="219" y="436"/>
                  </a:lnTo>
                  <a:lnTo>
                    <a:pt x="223" y="446"/>
                  </a:lnTo>
                  <a:lnTo>
                    <a:pt x="229" y="452"/>
                  </a:lnTo>
                  <a:lnTo>
                    <a:pt x="234" y="455"/>
                  </a:lnTo>
                  <a:lnTo>
                    <a:pt x="238" y="455"/>
                  </a:lnTo>
                  <a:lnTo>
                    <a:pt x="244" y="460"/>
                  </a:lnTo>
                  <a:lnTo>
                    <a:pt x="250" y="466"/>
                  </a:lnTo>
                  <a:lnTo>
                    <a:pt x="255" y="476"/>
                  </a:lnTo>
                  <a:lnTo>
                    <a:pt x="259" y="482"/>
                  </a:lnTo>
                  <a:lnTo>
                    <a:pt x="264" y="488"/>
                  </a:lnTo>
                  <a:lnTo>
                    <a:pt x="265" y="497"/>
                  </a:lnTo>
                  <a:lnTo>
                    <a:pt x="265" y="505"/>
                  </a:lnTo>
                  <a:lnTo>
                    <a:pt x="271" y="512"/>
                  </a:lnTo>
                  <a:lnTo>
                    <a:pt x="276" y="512"/>
                  </a:lnTo>
                  <a:lnTo>
                    <a:pt x="280" y="515"/>
                  </a:lnTo>
                  <a:lnTo>
                    <a:pt x="285" y="518"/>
                  </a:lnTo>
                  <a:lnTo>
                    <a:pt x="291" y="527"/>
                  </a:lnTo>
                  <a:lnTo>
                    <a:pt x="297" y="535"/>
                  </a:lnTo>
                  <a:lnTo>
                    <a:pt x="300" y="544"/>
                  </a:lnTo>
                  <a:lnTo>
                    <a:pt x="307" y="553"/>
                  </a:lnTo>
                  <a:lnTo>
                    <a:pt x="309" y="559"/>
                  </a:lnTo>
                  <a:lnTo>
                    <a:pt x="316" y="568"/>
                  </a:lnTo>
                  <a:lnTo>
                    <a:pt x="321" y="577"/>
                  </a:lnTo>
                  <a:lnTo>
                    <a:pt x="327" y="581"/>
                  </a:lnTo>
                  <a:lnTo>
                    <a:pt x="336" y="583"/>
                  </a:lnTo>
                  <a:lnTo>
                    <a:pt x="346" y="590"/>
                  </a:lnTo>
                  <a:lnTo>
                    <a:pt x="351" y="598"/>
                  </a:lnTo>
                  <a:lnTo>
                    <a:pt x="358" y="599"/>
                  </a:lnTo>
                  <a:lnTo>
                    <a:pt x="367" y="605"/>
                  </a:lnTo>
                  <a:lnTo>
                    <a:pt x="375" y="608"/>
                  </a:lnTo>
                  <a:lnTo>
                    <a:pt x="382" y="611"/>
                  </a:lnTo>
                  <a:lnTo>
                    <a:pt x="388" y="617"/>
                  </a:lnTo>
                  <a:lnTo>
                    <a:pt x="387" y="625"/>
                  </a:lnTo>
                  <a:lnTo>
                    <a:pt x="382" y="631"/>
                  </a:lnTo>
                  <a:lnTo>
                    <a:pt x="379" y="637"/>
                  </a:lnTo>
                  <a:close/>
                </a:path>
              </a:pathLst>
            </a:custGeom>
            <a:grpFill/>
            <a:ln w="1651" cap="flat" cmpd="sng">
              <a:solidFill>
                <a:schemeClr val="bg2"/>
              </a:solidFill>
              <a:prstDash val="solid"/>
              <a:round/>
              <a:headEnd type="none" w="med" len="med"/>
              <a:tailEnd type="none" w="med" len="med"/>
            </a:ln>
          </p:spPr>
          <p:txBody>
            <a:bodyPr/>
            <a:lstStyle/>
            <a:p>
              <a:endParaRPr lang="de-DE" dirty="0">
                <a:solidFill>
                  <a:schemeClr val="bg1"/>
                </a:solidFill>
              </a:endParaRPr>
            </a:p>
          </p:txBody>
        </p:sp>
        <p:sp>
          <p:nvSpPr>
            <p:cNvPr id="14" name="AOK Sachsen-Anhalt">
              <a:extLst>
                <a:ext uri="{FF2B5EF4-FFF2-40B4-BE49-F238E27FC236}">
                  <a16:creationId xmlns:a16="http://schemas.microsoft.com/office/drawing/2014/main" id="{71BE5740-527E-1766-7585-05EC2A615A36}"/>
                </a:ext>
              </a:extLst>
            </p:cNvPr>
            <p:cNvSpPr>
              <a:spLocks/>
            </p:cNvSpPr>
            <p:nvPr/>
          </p:nvSpPr>
          <p:spPr bwMode="auto">
            <a:xfrm>
              <a:off x="6427547" y="2144508"/>
              <a:ext cx="828813" cy="1051727"/>
            </a:xfrm>
            <a:custGeom>
              <a:avLst/>
              <a:gdLst>
                <a:gd name="T0" fmla="*/ 2147483647 w 653"/>
                <a:gd name="T1" fmla="*/ 2147483647 h 810"/>
                <a:gd name="T2" fmla="*/ 2147483647 w 653"/>
                <a:gd name="T3" fmla="*/ 2147483647 h 810"/>
                <a:gd name="T4" fmla="*/ 2147483647 w 653"/>
                <a:gd name="T5" fmla="*/ 2147483647 h 810"/>
                <a:gd name="T6" fmla="*/ 2147483647 w 653"/>
                <a:gd name="T7" fmla="*/ 2147483647 h 810"/>
                <a:gd name="T8" fmla="*/ 2147483647 w 653"/>
                <a:gd name="T9" fmla="*/ 2147483647 h 810"/>
                <a:gd name="T10" fmla="*/ 2147483647 w 653"/>
                <a:gd name="T11" fmla="*/ 2147483647 h 810"/>
                <a:gd name="T12" fmla="*/ 2147483647 w 653"/>
                <a:gd name="T13" fmla="*/ 2147483647 h 810"/>
                <a:gd name="T14" fmla="*/ 2147483647 w 653"/>
                <a:gd name="T15" fmla="*/ 2147483647 h 810"/>
                <a:gd name="T16" fmla="*/ 2147483647 w 653"/>
                <a:gd name="T17" fmla="*/ 2147483647 h 810"/>
                <a:gd name="T18" fmla="*/ 2147483647 w 653"/>
                <a:gd name="T19" fmla="*/ 2147483647 h 810"/>
                <a:gd name="T20" fmla="*/ 2147483647 w 653"/>
                <a:gd name="T21" fmla="*/ 0 h 810"/>
                <a:gd name="T22" fmla="*/ 2147483647 w 653"/>
                <a:gd name="T23" fmla="*/ 2147483647 h 810"/>
                <a:gd name="T24" fmla="*/ 2147483647 w 653"/>
                <a:gd name="T25" fmla="*/ 2147483647 h 810"/>
                <a:gd name="T26" fmla="*/ 2147483647 w 653"/>
                <a:gd name="T27" fmla="*/ 2147483647 h 810"/>
                <a:gd name="T28" fmla="*/ 2147483647 w 653"/>
                <a:gd name="T29" fmla="*/ 2147483647 h 810"/>
                <a:gd name="T30" fmla="*/ 2147483647 w 653"/>
                <a:gd name="T31" fmla="*/ 2147483647 h 810"/>
                <a:gd name="T32" fmla="*/ 2147483647 w 653"/>
                <a:gd name="T33" fmla="*/ 2147483647 h 810"/>
                <a:gd name="T34" fmla="*/ 2147483647 w 653"/>
                <a:gd name="T35" fmla="*/ 2147483647 h 810"/>
                <a:gd name="T36" fmla="*/ 2147483647 w 653"/>
                <a:gd name="T37" fmla="*/ 2147483647 h 810"/>
                <a:gd name="T38" fmla="*/ 2147483647 w 653"/>
                <a:gd name="T39" fmla="*/ 2147483647 h 810"/>
                <a:gd name="T40" fmla="*/ 2147483647 w 653"/>
                <a:gd name="T41" fmla="*/ 2147483647 h 810"/>
                <a:gd name="T42" fmla="*/ 2147483647 w 653"/>
                <a:gd name="T43" fmla="*/ 2147483647 h 810"/>
                <a:gd name="T44" fmla="*/ 2147483647 w 653"/>
                <a:gd name="T45" fmla="*/ 2147483647 h 810"/>
                <a:gd name="T46" fmla="*/ 2147483647 w 653"/>
                <a:gd name="T47" fmla="*/ 2147483647 h 810"/>
                <a:gd name="T48" fmla="*/ 2147483647 w 653"/>
                <a:gd name="T49" fmla="*/ 2147483647 h 810"/>
                <a:gd name="T50" fmla="*/ 2147483647 w 653"/>
                <a:gd name="T51" fmla="*/ 2147483647 h 810"/>
                <a:gd name="T52" fmla="*/ 2147483647 w 653"/>
                <a:gd name="T53" fmla="*/ 2147483647 h 810"/>
                <a:gd name="T54" fmla="*/ 2147483647 w 653"/>
                <a:gd name="T55" fmla="*/ 2147483647 h 810"/>
                <a:gd name="T56" fmla="*/ 2147483647 w 653"/>
                <a:gd name="T57" fmla="*/ 2147483647 h 810"/>
                <a:gd name="T58" fmla="*/ 2147483647 w 653"/>
                <a:gd name="T59" fmla="*/ 2147483647 h 810"/>
                <a:gd name="T60" fmla="*/ 2147483647 w 653"/>
                <a:gd name="T61" fmla="*/ 2147483647 h 810"/>
                <a:gd name="T62" fmla="*/ 2147483647 w 653"/>
                <a:gd name="T63" fmla="*/ 2147483647 h 810"/>
                <a:gd name="T64" fmla="*/ 2147483647 w 653"/>
                <a:gd name="T65" fmla="*/ 2147483647 h 810"/>
                <a:gd name="T66" fmla="*/ 2147483647 w 653"/>
                <a:gd name="T67" fmla="*/ 2147483647 h 810"/>
                <a:gd name="T68" fmla="*/ 2147483647 w 653"/>
                <a:gd name="T69" fmla="*/ 2147483647 h 810"/>
                <a:gd name="T70" fmla="*/ 2147483647 w 653"/>
                <a:gd name="T71" fmla="*/ 2147483647 h 810"/>
                <a:gd name="T72" fmla="*/ 2147483647 w 653"/>
                <a:gd name="T73" fmla="*/ 2147483647 h 810"/>
                <a:gd name="T74" fmla="*/ 2147483647 w 653"/>
                <a:gd name="T75" fmla="*/ 2147483647 h 810"/>
                <a:gd name="T76" fmla="*/ 2147483647 w 653"/>
                <a:gd name="T77" fmla="*/ 2147483647 h 810"/>
                <a:gd name="T78" fmla="*/ 2147483647 w 653"/>
                <a:gd name="T79" fmla="*/ 2147483647 h 810"/>
                <a:gd name="T80" fmla="*/ 2147483647 w 653"/>
                <a:gd name="T81" fmla="*/ 2147483647 h 810"/>
                <a:gd name="T82" fmla="*/ 2147483647 w 653"/>
                <a:gd name="T83" fmla="*/ 2147483647 h 810"/>
                <a:gd name="T84" fmla="*/ 2147483647 w 653"/>
                <a:gd name="T85" fmla="*/ 2147483647 h 810"/>
                <a:gd name="T86" fmla="*/ 2147483647 w 653"/>
                <a:gd name="T87" fmla="*/ 2147483647 h 810"/>
                <a:gd name="T88" fmla="*/ 2147483647 w 653"/>
                <a:gd name="T89" fmla="*/ 2147483647 h 810"/>
                <a:gd name="T90" fmla="*/ 2147483647 w 653"/>
                <a:gd name="T91" fmla="*/ 2147483647 h 810"/>
                <a:gd name="T92" fmla="*/ 2147483647 w 653"/>
                <a:gd name="T93" fmla="*/ 2147483647 h 810"/>
                <a:gd name="T94" fmla="*/ 2147483647 w 653"/>
                <a:gd name="T95" fmla="*/ 2147483647 h 810"/>
                <a:gd name="T96" fmla="*/ 2147483647 w 653"/>
                <a:gd name="T97" fmla="*/ 2147483647 h 810"/>
                <a:gd name="T98" fmla="*/ 2147483647 w 653"/>
                <a:gd name="T99" fmla="*/ 2147483647 h 810"/>
                <a:gd name="T100" fmla="*/ 2147483647 w 653"/>
                <a:gd name="T101" fmla="*/ 2147483647 h 810"/>
                <a:gd name="T102" fmla="*/ 2147483647 w 653"/>
                <a:gd name="T103" fmla="*/ 2147483647 h 810"/>
                <a:gd name="T104" fmla="*/ 2147483647 w 653"/>
                <a:gd name="T105" fmla="*/ 2147483647 h 810"/>
                <a:gd name="T106" fmla="*/ 2147483647 w 653"/>
                <a:gd name="T107" fmla="*/ 2147483647 h 810"/>
                <a:gd name="T108" fmla="*/ 2147483647 w 653"/>
                <a:gd name="T109" fmla="*/ 2147483647 h 810"/>
                <a:gd name="T110" fmla="*/ 2147483647 w 653"/>
                <a:gd name="T111" fmla="*/ 2147483647 h 810"/>
                <a:gd name="T112" fmla="*/ 2147483647 w 653"/>
                <a:gd name="T113" fmla="*/ 2147483647 h 810"/>
                <a:gd name="T114" fmla="*/ 2147483647 w 653"/>
                <a:gd name="T115" fmla="*/ 2147483647 h 81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53"/>
                <a:gd name="T175" fmla="*/ 0 h 810"/>
                <a:gd name="T176" fmla="*/ 653 w 653"/>
                <a:gd name="T177" fmla="*/ 810 h 81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53" h="810">
                  <a:moveTo>
                    <a:pt x="16" y="427"/>
                  </a:moveTo>
                  <a:lnTo>
                    <a:pt x="14" y="420"/>
                  </a:lnTo>
                  <a:lnTo>
                    <a:pt x="11" y="413"/>
                  </a:lnTo>
                  <a:lnTo>
                    <a:pt x="0" y="401"/>
                  </a:lnTo>
                  <a:lnTo>
                    <a:pt x="16" y="399"/>
                  </a:lnTo>
                  <a:lnTo>
                    <a:pt x="21" y="390"/>
                  </a:lnTo>
                  <a:lnTo>
                    <a:pt x="29" y="388"/>
                  </a:lnTo>
                  <a:lnTo>
                    <a:pt x="55" y="388"/>
                  </a:lnTo>
                  <a:lnTo>
                    <a:pt x="63" y="388"/>
                  </a:lnTo>
                  <a:lnTo>
                    <a:pt x="75" y="383"/>
                  </a:lnTo>
                  <a:lnTo>
                    <a:pt x="97" y="386"/>
                  </a:lnTo>
                  <a:lnTo>
                    <a:pt x="104" y="378"/>
                  </a:lnTo>
                  <a:lnTo>
                    <a:pt x="95" y="364"/>
                  </a:lnTo>
                  <a:lnTo>
                    <a:pt x="120" y="351"/>
                  </a:lnTo>
                  <a:lnTo>
                    <a:pt x="125" y="340"/>
                  </a:lnTo>
                  <a:lnTo>
                    <a:pt x="116" y="334"/>
                  </a:lnTo>
                  <a:lnTo>
                    <a:pt x="125" y="322"/>
                  </a:lnTo>
                  <a:lnTo>
                    <a:pt x="128" y="319"/>
                  </a:lnTo>
                  <a:lnTo>
                    <a:pt x="127" y="312"/>
                  </a:lnTo>
                  <a:lnTo>
                    <a:pt x="118" y="308"/>
                  </a:lnTo>
                  <a:lnTo>
                    <a:pt x="113" y="297"/>
                  </a:lnTo>
                  <a:lnTo>
                    <a:pt x="116" y="287"/>
                  </a:lnTo>
                  <a:lnTo>
                    <a:pt x="104" y="276"/>
                  </a:lnTo>
                  <a:lnTo>
                    <a:pt x="119" y="273"/>
                  </a:lnTo>
                  <a:lnTo>
                    <a:pt x="118" y="263"/>
                  </a:lnTo>
                  <a:lnTo>
                    <a:pt x="115" y="259"/>
                  </a:lnTo>
                  <a:lnTo>
                    <a:pt x="110" y="256"/>
                  </a:lnTo>
                  <a:lnTo>
                    <a:pt x="98" y="242"/>
                  </a:lnTo>
                  <a:lnTo>
                    <a:pt x="93" y="228"/>
                  </a:lnTo>
                  <a:lnTo>
                    <a:pt x="104" y="219"/>
                  </a:lnTo>
                  <a:lnTo>
                    <a:pt x="104" y="215"/>
                  </a:lnTo>
                  <a:lnTo>
                    <a:pt x="83" y="189"/>
                  </a:lnTo>
                  <a:lnTo>
                    <a:pt x="84" y="181"/>
                  </a:lnTo>
                  <a:lnTo>
                    <a:pt x="93" y="173"/>
                  </a:lnTo>
                  <a:lnTo>
                    <a:pt x="77" y="168"/>
                  </a:lnTo>
                  <a:lnTo>
                    <a:pt x="67" y="154"/>
                  </a:lnTo>
                  <a:lnTo>
                    <a:pt x="58" y="137"/>
                  </a:lnTo>
                  <a:lnTo>
                    <a:pt x="55" y="133"/>
                  </a:lnTo>
                  <a:lnTo>
                    <a:pt x="40" y="129"/>
                  </a:lnTo>
                  <a:lnTo>
                    <a:pt x="45" y="120"/>
                  </a:lnTo>
                  <a:lnTo>
                    <a:pt x="39" y="96"/>
                  </a:lnTo>
                  <a:lnTo>
                    <a:pt x="44" y="86"/>
                  </a:lnTo>
                  <a:lnTo>
                    <a:pt x="41" y="82"/>
                  </a:lnTo>
                  <a:lnTo>
                    <a:pt x="50" y="80"/>
                  </a:lnTo>
                  <a:lnTo>
                    <a:pt x="63" y="81"/>
                  </a:lnTo>
                  <a:lnTo>
                    <a:pt x="76" y="85"/>
                  </a:lnTo>
                  <a:lnTo>
                    <a:pt x="82" y="83"/>
                  </a:lnTo>
                  <a:lnTo>
                    <a:pt x="94" y="67"/>
                  </a:lnTo>
                  <a:lnTo>
                    <a:pt x="94" y="61"/>
                  </a:lnTo>
                  <a:lnTo>
                    <a:pt x="109" y="60"/>
                  </a:lnTo>
                  <a:lnTo>
                    <a:pt x="116" y="60"/>
                  </a:lnTo>
                  <a:lnTo>
                    <a:pt x="121" y="58"/>
                  </a:lnTo>
                  <a:lnTo>
                    <a:pt x="130" y="60"/>
                  </a:lnTo>
                  <a:lnTo>
                    <a:pt x="143" y="68"/>
                  </a:lnTo>
                  <a:lnTo>
                    <a:pt x="158" y="67"/>
                  </a:lnTo>
                  <a:lnTo>
                    <a:pt x="168" y="67"/>
                  </a:lnTo>
                  <a:lnTo>
                    <a:pt x="176" y="60"/>
                  </a:lnTo>
                  <a:lnTo>
                    <a:pt x="187" y="58"/>
                  </a:lnTo>
                  <a:lnTo>
                    <a:pt x="201" y="52"/>
                  </a:lnTo>
                  <a:lnTo>
                    <a:pt x="208" y="45"/>
                  </a:lnTo>
                  <a:lnTo>
                    <a:pt x="216" y="42"/>
                  </a:lnTo>
                  <a:lnTo>
                    <a:pt x="211" y="33"/>
                  </a:lnTo>
                  <a:lnTo>
                    <a:pt x="211" y="27"/>
                  </a:lnTo>
                  <a:lnTo>
                    <a:pt x="212" y="18"/>
                  </a:lnTo>
                  <a:lnTo>
                    <a:pt x="222" y="19"/>
                  </a:lnTo>
                  <a:lnTo>
                    <a:pt x="227" y="11"/>
                  </a:lnTo>
                  <a:lnTo>
                    <a:pt x="226" y="2"/>
                  </a:lnTo>
                  <a:lnTo>
                    <a:pt x="234" y="1"/>
                  </a:lnTo>
                  <a:lnTo>
                    <a:pt x="240" y="0"/>
                  </a:lnTo>
                  <a:lnTo>
                    <a:pt x="244" y="4"/>
                  </a:lnTo>
                  <a:lnTo>
                    <a:pt x="236" y="11"/>
                  </a:lnTo>
                  <a:lnTo>
                    <a:pt x="243" y="13"/>
                  </a:lnTo>
                  <a:lnTo>
                    <a:pt x="251" y="12"/>
                  </a:lnTo>
                  <a:lnTo>
                    <a:pt x="261" y="14"/>
                  </a:lnTo>
                  <a:lnTo>
                    <a:pt x="259" y="19"/>
                  </a:lnTo>
                  <a:lnTo>
                    <a:pt x="260" y="25"/>
                  </a:lnTo>
                  <a:lnTo>
                    <a:pt x="272" y="22"/>
                  </a:lnTo>
                  <a:lnTo>
                    <a:pt x="285" y="22"/>
                  </a:lnTo>
                  <a:lnTo>
                    <a:pt x="292" y="32"/>
                  </a:lnTo>
                  <a:lnTo>
                    <a:pt x="310" y="37"/>
                  </a:lnTo>
                  <a:lnTo>
                    <a:pt x="313" y="43"/>
                  </a:lnTo>
                  <a:lnTo>
                    <a:pt x="309" y="48"/>
                  </a:lnTo>
                  <a:lnTo>
                    <a:pt x="311" y="54"/>
                  </a:lnTo>
                  <a:lnTo>
                    <a:pt x="317" y="57"/>
                  </a:lnTo>
                  <a:lnTo>
                    <a:pt x="326" y="65"/>
                  </a:lnTo>
                  <a:lnTo>
                    <a:pt x="334" y="64"/>
                  </a:lnTo>
                  <a:lnTo>
                    <a:pt x="338" y="67"/>
                  </a:lnTo>
                  <a:lnTo>
                    <a:pt x="342" y="73"/>
                  </a:lnTo>
                  <a:lnTo>
                    <a:pt x="356" y="71"/>
                  </a:lnTo>
                  <a:lnTo>
                    <a:pt x="361" y="68"/>
                  </a:lnTo>
                  <a:lnTo>
                    <a:pt x="367" y="71"/>
                  </a:lnTo>
                  <a:lnTo>
                    <a:pt x="377" y="75"/>
                  </a:lnTo>
                  <a:lnTo>
                    <a:pt x="383" y="77"/>
                  </a:lnTo>
                  <a:lnTo>
                    <a:pt x="381" y="85"/>
                  </a:lnTo>
                  <a:lnTo>
                    <a:pt x="387" y="82"/>
                  </a:lnTo>
                  <a:lnTo>
                    <a:pt x="396" y="74"/>
                  </a:lnTo>
                  <a:lnTo>
                    <a:pt x="399" y="78"/>
                  </a:lnTo>
                  <a:lnTo>
                    <a:pt x="403" y="77"/>
                  </a:lnTo>
                  <a:lnTo>
                    <a:pt x="406" y="80"/>
                  </a:lnTo>
                  <a:lnTo>
                    <a:pt x="406" y="92"/>
                  </a:lnTo>
                  <a:lnTo>
                    <a:pt x="408" y="96"/>
                  </a:lnTo>
                  <a:lnTo>
                    <a:pt x="406" y="106"/>
                  </a:lnTo>
                  <a:lnTo>
                    <a:pt x="402" y="120"/>
                  </a:lnTo>
                  <a:lnTo>
                    <a:pt x="405" y="122"/>
                  </a:lnTo>
                  <a:lnTo>
                    <a:pt x="406" y="128"/>
                  </a:lnTo>
                  <a:lnTo>
                    <a:pt x="402" y="127"/>
                  </a:lnTo>
                  <a:lnTo>
                    <a:pt x="405" y="133"/>
                  </a:lnTo>
                  <a:lnTo>
                    <a:pt x="403" y="139"/>
                  </a:lnTo>
                  <a:lnTo>
                    <a:pt x="408" y="144"/>
                  </a:lnTo>
                  <a:lnTo>
                    <a:pt x="412" y="165"/>
                  </a:lnTo>
                  <a:lnTo>
                    <a:pt x="405" y="170"/>
                  </a:lnTo>
                  <a:lnTo>
                    <a:pt x="401" y="171"/>
                  </a:lnTo>
                  <a:lnTo>
                    <a:pt x="395" y="167"/>
                  </a:lnTo>
                  <a:lnTo>
                    <a:pt x="397" y="177"/>
                  </a:lnTo>
                  <a:lnTo>
                    <a:pt x="389" y="204"/>
                  </a:lnTo>
                  <a:lnTo>
                    <a:pt x="390" y="207"/>
                  </a:lnTo>
                  <a:lnTo>
                    <a:pt x="398" y="204"/>
                  </a:lnTo>
                  <a:lnTo>
                    <a:pt x="395" y="211"/>
                  </a:lnTo>
                  <a:lnTo>
                    <a:pt x="398" y="215"/>
                  </a:lnTo>
                  <a:lnTo>
                    <a:pt x="408" y="213"/>
                  </a:lnTo>
                  <a:lnTo>
                    <a:pt x="408" y="210"/>
                  </a:lnTo>
                  <a:lnTo>
                    <a:pt x="415" y="211"/>
                  </a:lnTo>
                  <a:lnTo>
                    <a:pt x="420" y="217"/>
                  </a:lnTo>
                  <a:lnTo>
                    <a:pt x="415" y="218"/>
                  </a:lnTo>
                  <a:lnTo>
                    <a:pt x="418" y="224"/>
                  </a:lnTo>
                  <a:lnTo>
                    <a:pt x="421" y="221"/>
                  </a:lnTo>
                  <a:lnTo>
                    <a:pt x="435" y="218"/>
                  </a:lnTo>
                  <a:lnTo>
                    <a:pt x="434" y="221"/>
                  </a:lnTo>
                  <a:lnTo>
                    <a:pt x="430" y="222"/>
                  </a:lnTo>
                  <a:lnTo>
                    <a:pt x="429" y="225"/>
                  </a:lnTo>
                  <a:lnTo>
                    <a:pt x="433" y="229"/>
                  </a:lnTo>
                  <a:lnTo>
                    <a:pt x="431" y="234"/>
                  </a:lnTo>
                  <a:lnTo>
                    <a:pt x="429" y="242"/>
                  </a:lnTo>
                  <a:lnTo>
                    <a:pt x="421" y="247"/>
                  </a:lnTo>
                  <a:lnTo>
                    <a:pt x="423" y="252"/>
                  </a:lnTo>
                  <a:lnTo>
                    <a:pt x="426" y="253"/>
                  </a:lnTo>
                  <a:lnTo>
                    <a:pt x="424" y="259"/>
                  </a:lnTo>
                  <a:lnTo>
                    <a:pt x="429" y="261"/>
                  </a:lnTo>
                  <a:lnTo>
                    <a:pt x="423" y="266"/>
                  </a:lnTo>
                  <a:lnTo>
                    <a:pt x="427" y="277"/>
                  </a:lnTo>
                  <a:lnTo>
                    <a:pt x="426" y="287"/>
                  </a:lnTo>
                  <a:lnTo>
                    <a:pt x="422" y="292"/>
                  </a:lnTo>
                  <a:lnTo>
                    <a:pt x="417" y="312"/>
                  </a:lnTo>
                  <a:lnTo>
                    <a:pt x="418" y="315"/>
                  </a:lnTo>
                  <a:lnTo>
                    <a:pt x="419" y="322"/>
                  </a:lnTo>
                  <a:lnTo>
                    <a:pt x="418" y="329"/>
                  </a:lnTo>
                  <a:lnTo>
                    <a:pt x="413" y="343"/>
                  </a:lnTo>
                  <a:lnTo>
                    <a:pt x="418" y="345"/>
                  </a:lnTo>
                  <a:lnTo>
                    <a:pt x="417" y="351"/>
                  </a:lnTo>
                  <a:lnTo>
                    <a:pt x="421" y="353"/>
                  </a:lnTo>
                  <a:lnTo>
                    <a:pt x="420" y="362"/>
                  </a:lnTo>
                  <a:lnTo>
                    <a:pt x="433" y="369"/>
                  </a:lnTo>
                  <a:lnTo>
                    <a:pt x="442" y="382"/>
                  </a:lnTo>
                  <a:lnTo>
                    <a:pt x="453" y="389"/>
                  </a:lnTo>
                  <a:lnTo>
                    <a:pt x="459" y="392"/>
                  </a:lnTo>
                  <a:lnTo>
                    <a:pt x="470" y="406"/>
                  </a:lnTo>
                  <a:lnTo>
                    <a:pt x="478" y="397"/>
                  </a:lnTo>
                  <a:lnTo>
                    <a:pt x="480" y="404"/>
                  </a:lnTo>
                  <a:lnTo>
                    <a:pt x="485" y="407"/>
                  </a:lnTo>
                  <a:lnTo>
                    <a:pt x="485" y="413"/>
                  </a:lnTo>
                  <a:lnTo>
                    <a:pt x="499" y="417"/>
                  </a:lnTo>
                  <a:lnTo>
                    <a:pt x="506" y="415"/>
                  </a:lnTo>
                  <a:lnTo>
                    <a:pt x="509" y="410"/>
                  </a:lnTo>
                  <a:lnTo>
                    <a:pt x="514" y="410"/>
                  </a:lnTo>
                  <a:lnTo>
                    <a:pt x="517" y="404"/>
                  </a:lnTo>
                  <a:lnTo>
                    <a:pt x="523" y="403"/>
                  </a:lnTo>
                  <a:lnTo>
                    <a:pt x="529" y="406"/>
                  </a:lnTo>
                  <a:lnTo>
                    <a:pt x="541" y="411"/>
                  </a:lnTo>
                  <a:lnTo>
                    <a:pt x="546" y="420"/>
                  </a:lnTo>
                  <a:lnTo>
                    <a:pt x="553" y="421"/>
                  </a:lnTo>
                  <a:lnTo>
                    <a:pt x="559" y="420"/>
                  </a:lnTo>
                  <a:lnTo>
                    <a:pt x="564" y="420"/>
                  </a:lnTo>
                  <a:lnTo>
                    <a:pt x="566" y="430"/>
                  </a:lnTo>
                  <a:lnTo>
                    <a:pt x="573" y="429"/>
                  </a:lnTo>
                  <a:lnTo>
                    <a:pt x="573" y="435"/>
                  </a:lnTo>
                  <a:lnTo>
                    <a:pt x="581" y="434"/>
                  </a:lnTo>
                  <a:lnTo>
                    <a:pt x="584" y="430"/>
                  </a:lnTo>
                  <a:lnTo>
                    <a:pt x="591" y="431"/>
                  </a:lnTo>
                  <a:lnTo>
                    <a:pt x="590" y="435"/>
                  </a:lnTo>
                  <a:lnTo>
                    <a:pt x="596" y="436"/>
                  </a:lnTo>
                  <a:lnTo>
                    <a:pt x="596" y="445"/>
                  </a:lnTo>
                  <a:lnTo>
                    <a:pt x="600" y="439"/>
                  </a:lnTo>
                  <a:lnTo>
                    <a:pt x="606" y="442"/>
                  </a:lnTo>
                  <a:lnTo>
                    <a:pt x="613" y="441"/>
                  </a:lnTo>
                  <a:lnTo>
                    <a:pt x="614" y="453"/>
                  </a:lnTo>
                  <a:lnTo>
                    <a:pt x="620" y="452"/>
                  </a:lnTo>
                  <a:lnTo>
                    <a:pt x="625" y="452"/>
                  </a:lnTo>
                  <a:lnTo>
                    <a:pt x="632" y="450"/>
                  </a:lnTo>
                  <a:lnTo>
                    <a:pt x="634" y="446"/>
                  </a:lnTo>
                  <a:lnTo>
                    <a:pt x="642" y="455"/>
                  </a:lnTo>
                  <a:lnTo>
                    <a:pt x="634" y="456"/>
                  </a:lnTo>
                  <a:lnTo>
                    <a:pt x="636" y="473"/>
                  </a:lnTo>
                  <a:lnTo>
                    <a:pt x="644" y="473"/>
                  </a:lnTo>
                  <a:lnTo>
                    <a:pt x="648" y="498"/>
                  </a:lnTo>
                  <a:lnTo>
                    <a:pt x="641" y="500"/>
                  </a:lnTo>
                  <a:lnTo>
                    <a:pt x="653" y="507"/>
                  </a:lnTo>
                  <a:lnTo>
                    <a:pt x="649" y="512"/>
                  </a:lnTo>
                  <a:lnTo>
                    <a:pt x="646" y="509"/>
                  </a:lnTo>
                  <a:lnTo>
                    <a:pt x="643" y="519"/>
                  </a:lnTo>
                  <a:lnTo>
                    <a:pt x="620" y="536"/>
                  </a:lnTo>
                  <a:lnTo>
                    <a:pt x="614" y="539"/>
                  </a:lnTo>
                  <a:lnTo>
                    <a:pt x="614" y="532"/>
                  </a:lnTo>
                  <a:lnTo>
                    <a:pt x="609" y="533"/>
                  </a:lnTo>
                  <a:lnTo>
                    <a:pt x="610" y="526"/>
                  </a:lnTo>
                  <a:lnTo>
                    <a:pt x="603" y="527"/>
                  </a:lnTo>
                  <a:lnTo>
                    <a:pt x="603" y="530"/>
                  </a:lnTo>
                  <a:lnTo>
                    <a:pt x="598" y="529"/>
                  </a:lnTo>
                  <a:lnTo>
                    <a:pt x="599" y="534"/>
                  </a:lnTo>
                  <a:lnTo>
                    <a:pt x="596" y="536"/>
                  </a:lnTo>
                  <a:lnTo>
                    <a:pt x="592" y="541"/>
                  </a:lnTo>
                  <a:lnTo>
                    <a:pt x="588" y="539"/>
                  </a:lnTo>
                  <a:lnTo>
                    <a:pt x="578" y="537"/>
                  </a:lnTo>
                  <a:lnTo>
                    <a:pt x="580" y="532"/>
                  </a:lnTo>
                  <a:lnTo>
                    <a:pt x="574" y="532"/>
                  </a:lnTo>
                  <a:lnTo>
                    <a:pt x="572" y="526"/>
                  </a:lnTo>
                  <a:lnTo>
                    <a:pt x="565" y="525"/>
                  </a:lnTo>
                  <a:lnTo>
                    <a:pt x="560" y="529"/>
                  </a:lnTo>
                  <a:lnTo>
                    <a:pt x="555" y="530"/>
                  </a:lnTo>
                  <a:lnTo>
                    <a:pt x="553" y="535"/>
                  </a:lnTo>
                  <a:lnTo>
                    <a:pt x="548" y="539"/>
                  </a:lnTo>
                  <a:lnTo>
                    <a:pt x="543" y="537"/>
                  </a:lnTo>
                  <a:lnTo>
                    <a:pt x="538" y="536"/>
                  </a:lnTo>
                  <a:lnTo>
                    <a:pt x="534" y="536"/>
                  </a:lnTo>
                  <a:lnTo>
                    <a:pt x="528" y="536"/>
                  </a:lnTo>
                  <a:lnTo>
                    <a:pt x="518" y="551"/>
                  </a:lnTo>
                  <a:lnTo>
                    <a:pt x="512" y="553"/>
                  </a:lnTo>
                  <a:lnTo>
                    <a:pt x="513" y="547"/>
                  </a:lnTo>
                  <a:lnTo>
                    <a:pt x="507" y="550"/>
                  </a:lnTo>
                  <a:lnTo>
                    <a:pt x="505" y="546"/>
                  </a:lnTo>
                  <a:lnTo>
                    <a:pt x="492" y="556"/>
                  </a:lnTo>
                  <a:lnTo>
                    <a:pt x="483" y="560"/>
                  </a:lnTo>
                  <a:lnTo>
                    <a:pt x="480" y="556"/>
                  </a:lnTo>
                  <a:lnTo>
                    <a:pt x="474" y="554"/>
                  </a:lnTo>
                  <a:lnTo>
                    <a:pt x="467" y="562"/>
                  </a:lnTo>
                  <a:lnTo>
                    <a:pt x="456" y="560"/>
                  </a:lnTo>
                  <a:lnTo>
                    <a:pt x="454" y="562"/>
                  </a:lnTo>
                  <a:lnTo>
                    <a:pt x="449" y="560"/>
                  </a:lnTo>
                  <a:lnTo>
                    <a:pt x="445" y="567"/>
                  </a:lnTo>
                  <a:lnTo>
                    <a:pt x="430" y="572"/>
                  </a:lnTo>
                  <a:lnTo>
                    <a:pt x="421" y="567"/>
                  </a:lnTo>
                  <a:lnTo>
                    <a:pt x="415" y="578"/>
                  </a:lnTo>
                  <a:lnTo>
                    <a:pt x="408" y="583"/>
                  </a:lnTo>
                  <a:lnTo>
                    <a:pt x="405" y="585"/>
                  </a:lnTo>
                  <a:lnTo>
                    <a:pt x="408" y="592"/>
                  </a:lnTo>
                  <a:lnTo>
                    <a:pt x="412" y="596"/>
                  </a:lnTo>
                  <a:lnTo>
                    <a:pt x="410" y="599"/>
                  </a:lnTo>
                  <a:lnTo>
                    <a:pt x="404" y="602"/>
                  </a:lnTo>
                  <a:lnTo>
                    <a:pt x="403" y="607"/>
                  </a:lnTo>
                  <a:lnTo>
                    <a:pt x="398" y="610"/>
                  </a:lnTo>
                  <a:lnTo>
                    <a:pt x="402" y="617"/>
                  </a:lnTo>
                  <a:lnTo>
                    <a:pt x="402" y="623"/>
                  </a:lnTo>
                  <a:lnTo>
                    <a:pt x="406" y="628"/>
                  </a:lnTo>
                  <a:lnTo>
                    <a:pt x="406" y="632"/>
                  </a:lnTo>
                  <a:lnTo>
                    <a:pt x="406" y="646"/>
                  </a:lnTo>
                  <a:lnTo>
                    <a:pt x="411" y="651"/>
                  </a:lnTo>
                  <a:lnTo>
                    <a:pt x="409" y="662"/>
                  </a:lnTo>
                  <a:lnTo>
                    <a:pt x="401" y="666"/>
                  </a:lnTo>
                  <a:lnTo>
                    <a:pt x="402" y="675"/>
                  </a:lnTo>
                  <a:lnTo>
                    <a:pt x="405" y="680"/>
                  </a:lnTo>
                  <a:lnTo>
                    <a:pt x="404" y="686"/>
                  </a:lnTo>
                  <a:lnTo>
                    <a:pt x="415" y="693"/>
                  </a:lnTo>
                  <a:lnTo>
                    <a:pt x="412" y="703"/>
                  </a:lnTo>
                  <a:lnTo>
                    <a:pt x="416" y="705"/>
                  </a:lnTo>
                  <a:lnTo>
                    <a:pt x="415" y="711"/>
                  </a:lnTo>
                  <a:lnTo>
                    <a:pt x="412" y="715"/>
                  </a:lnTo>
                  <a:lnTo>
                    <a:pt x="410" y="718"/>
                  </a:lnTo>
                  <a:lnTo>
                    <a:pt x="418" y="719"/>
                  </a:lnTo>
                  <a:lnTo>
                    <a:pt x="415" y="731"/>
                  </a:lnTo>
                  <a:lnTo>
                    <a:pt x="415" y="736"/>
                  </a:lnTo>
                  <a:lnTo>
                    <a:pt x="424" y="741"/>
                  </a:lnTo>
                  <a:lnTo>
                    <a:pt x="420" y="749"/>
                  </a:lnTo>
                  <a:lnTo>
                    <a:pt x="427" y="752"/>
                  </a:lnTo>
                  <a:lnTo>
                    <a:pt x="435" y="753"/>
                  </a:lnTo>
                  <a:lnTo>
                    <a:pt x="424" y="769"/>
                  </a:lnTo>
                  <a:lnTo>
                    <a:pt x="426" y="774"/>
                  </a:lnTo>
                  <a:lnTo>
                    <a:pt x="430" y="774"/>
                  </a:lnTo>
                  <a:lnTo>
                    <a:pt x="435" y="778"/>
                  </a:lnTo>
                  <a:lnTo>
                    <a:pt x="433" y="788"/>
                  </a:lnTo>
                  <a:lnTo>
                    <a:pt x="426" y="804"/>
                  </a:lnTo>
                  <a:lnTo>
                    <a:pt x="423" y="810"/>
                  </a:lnTo>
                  <a:lnTo>
                    <a:pt x="421" y="805"/>
                  </a:lnTo>
                  <a:lnTo>
                    <a:pt x="415" y="803"/>
                  </a:lnTo>
                  <a:lnTo>
                    <a:pt x="411" y="797"/>
                  </a:lnTo>
                  <a:lnTo>
                    <a:pt x="405" y="804"/>
                  </a:lnTo>
                  <a:lnTo>
                    <a:pt x="389" y="798"/>
                  </a:lnTo>
                  <a:lnTo>
                    <a:pt x="370" y="802"/>
                  </a:lnTo>
                  <a:lnTo>
                    <a:pt x="367" y="791"/>
                  </a:lnTo>
                  <a:lnTo>
                    <a:pt x="356" y="790"/>
                  </a:lnTo>
                  <a:lnTo>
                    <a:pt x="359" y="781"/>
                  </a:lnTo>
                  <a:lnTo>
                    <a:pt x="353" y="777"/>
                  </a:lnTo>
                  <a:lnTo>
                    <a:pt x="344" y="778"/>
                  </a:lnTo>
                  <a:lnTo>
                    <a:pt x="341" y="771"/>
                  </a:lnTo>
                  <a:lnTo>
                    <a:pt x="334" y="769"/>
                  </a:lnTo>
                  <a:lnTo>
                    <a:pt x="317" y="771"/>
                  </a:lnTo>
                  <a:lnTo>
                    <a:pt x="310" y="769"/>
                  </a:lnTo>
                  <a:lnTo>
                    <a:pt x="303" y="771"/>
                  </a:lnTo>
                  <a:lnTo>
                    <a:pt x="303" y="764"/>
                  </a:lnTo>
                  <a:lnTo>
                    <a:pt x="291" y="763"/>
                  </a:lnTo>
                  <a:lnTo>
                    <a:pt x="288" y="754"/>
                  </a:lnTo>
                  <a:lnTo>
                    <a:pt x="281" y="749"/>
                  </a:lnTo>
                  <a:lnTo>
                    <a:pt x="269" y="750"/>
                  </a:lnTo>
                  <a:lnTo>
                    <a:pt x="255" y="745"/>
                  </a:lnTo>
                  <a:lnTo>
                    <a:pt x="248" y="749"/>
                  </a:lnTo>
                  <a:lnTo>
                    <a:pt x="240" y="748"/>
                  </a:lnTo>
                  <a:lnTo>
                    <a:pt x="233" y="749"/>
                  </a:lnTo>
                  <a:lnTo>
                    <a:pt x="229" y="745"/>
                  </a:lnTo>
                  <a:lnTo>
                    <a:pt x="229" y="735"/>
                  </a:lnTo>
                  <a:lnTo>
                    <a:pt x="234" y="730"/>
                  </a:lnTo>
                  <a:lnTo>
                    <a:pt x="233" y="725"/>
                  </a:lnTo>
                  <a:lnTo>
                    <a:pt x="223" y="709"/>
                  </a:lnTo>
                  <a:lnTo>
                    <a:pt x="214" y="711"/>
                  </a:lnTo>
                  <a:lnTo>
                    <a:pt x="205" y="704"/>
                  </a:lnTo>
                  <a:lnTo>
                    <a:pt x="209" y="692"/>
                  </a:lnTo>
                  <a:lnTo>
                    <a:pt x="218" y="693"/>
                  </a:lnTo>
                  <a:lnTo>
                    <a:pt x="221" y="684"/>
                  </a:lnTo>
                  <a:lnTo>
                    <a:pt x="227" y="679"/>
                  </a:lnTo>
                  <a:lnTo>
                    <a:pt x="233" y="676"/>
                  </a:lnTo>
                  <a:lnTo>
                    <a:pt x="220" y="665"/>
                  </a:lnTo>
                  <a:lnTo>
                    <a:pt x="212" y="656"/>
                  </a:lnTo>
                  <a:lnTo>
                    <a:pt x="208" y="643"/>
                  </a:lnTo>
                  <a:lnTo>
                    <a:pt x="197" y="643"/>
                  </a:lnTo>
                  <a:lnTo>
                    <a:pt x="194" y="631"/>
                  </a:lnTo>
                  <a:lnTo>
                    <a:pt x="175" y="637"/>
                  </a:lnTo>
                  <a:lnTo>
                    <a:pt x="166" y="630"/>
                  </a:lnTo>
                  <a:lnTo>
                    <a:pt x="157" y="632"/>
                  </a:lnTo>
                  <a:lnTo>
                    <a:pt x="133" y="623"/>
                  </a:lnTo>
                  <a:lnTo>
                    <a:pt x="124" y="626"/>
                  </a:lnTo>
                  <a:lnTo>
                    <a:pt x="116" y="624"/>
                  </a:lnTo>
                  <a:lnTo>
                    <a:pt x="112" y="623"/>
                  </a:lnTo>
                  <a:lnTo>
                    <a:pt x="107" y="623"/>
                  </a:lnTo>
                  <a:lnTo>
                    <a:pt x="107" y="613"/>
                  </a:lnTo>
                  <a:lnTo>
                    <a:pt x="104" y="610"/>
                  </a:lnTo>
                  <a:lnTo>
                    <a:pt x="106" y="603"/>
                  </a:lnTo>
                  <a:lnTo>
                    <a:pt x="102" y="598"/>
                  </a:lnTo>
                  <a:lnTo>
                    <a:pt x="95" y="596"/>
                  </a:lnTo>
                  <a:lnTo>
                    <a:pt x="98" y="593"/>
                  </a:lnTo>
                  <a:lnTo>
                    <a:pt x="98" y="579"/>
                  </a:lnTo>
                  <a:lnTo>
                    <a:pt x="91" y="577"/>
                  </a:lnTo>
                  <a:lnTo>
                    <a:pt x="90" y="572"/>
                  </a:lnTo>
                  <a:lnTo>
                    <a:pt x="83" y="574"/>
                  </a:lnTo>
                  <a:lnTo>
                    <a:pt x="87" y="565"/>
                  </a:lnTo>
                  <a:lnTo>
                    <a:pt x="82" y="564"/>
                  </a:lnTo>
                  <a:lnTo>
                    <a:pt x="84" y="558"/>
                  </a:lnTo>
                  <a:lnTo>
                    <a:pt x="91" y="562"/>
                  </a:lnTo>
                  <a:lnTo>
                    <a:pt x="93" y="548"/>
                  </a:lnTo>
                  <a:lnTo>
                    <a:pt x="84" y="551"/>
                  </a:lnTo>
                  <a:lnTo>
                    <a:pt x="75" y="548"/>
                  </a:lnTo>
                  <a:lnTo>
                    <a:pt x="69" y="551"/>
                  </a:lnTo>
                  <a:lnTo>
                    <a:pt x="67" y="543"/>
                  </a:lnTo>
                  <a:lnTo>
                    <a:pt x="51" y="539"/>
                  </a:lnTo>
                  <a:lnTo>
                    <a:pt x="32" y="536"/>
                  </a:lnTo>
                  <a:lnTo>
                    <a:pt x="23" y="508"/>
                  </a:lnTo>
                  <a:lnTo>
                    <a:pt x="11" y="490"/>
                  </a:lnTo>
                  <a:lnTo>
                    <a:pt x="9" y="460"/>
                  </a:lnTo>
                  <a:lnTo>
                    <a:pt x="17" y="445"/>
                  </a:lnTo>
                  <a:lnTo>
                    <a:pt x="16" y="427"/>
                  </a:lnTo>
                  <a:close/>
                </a:path>
              </a:pathLst>
            </a:custGeom>
            <a:grpFill/>
            <a:ln w="1651" cap="flat" cmpd="sng">
              <a:solidFill>
                <a:schemeClr val="bg2"/>
              </a:solidFill>
              <a:prstDash val="solid"/>
              <a:round/>
              <a:headEnd type="none" w="med" len="med"/>
              <a:tailEnd type="none" w="med" len="med"/>
            </a:ln>
          </p:spPr>
          <p:txBody>
            <a:bodyPr/>
            <a:lstStyle/>
            <a:p>
              <a:endParaRPr lang="de-DE" dirty="0"/>
            </a:p>
          </p:txBody>
        </p:sp>
        <p:sp>
          <p:nvSpPr>
            <p:cNvPr id="15" name="AOK Baden-Württemberg">
              <a:extLst>
                <a:ext uri="{FF2B5EF4-FFF2-40B4-BE49-F238E27FC236}">
                  <a16:creationId xmlns:a16="http://schemas.microsoft.com/office/drawing/2014/main" id="{C6AD35BE-9218-EE46-3060-627492B43166}"/>
                </a:ext>
              </a:extLst>
            </p:cNvPr>
            <p:cNvSpPr>
              <a:spLocks/>
            </p:cNvSpPr>
            <p:nvPr/>
          </p:nvSpPr>
          <p:spPr bwMode="auto">
            <a:xfrm>
              <a:off x="5428656" y="3774035"/>
              <a:ext cx="988737" cy="1108858"/>
            </a:xfrm>
            <a:custGeom>
              <a:avLst/>
              <a:gdLst>
                <a:gd name="T0" fmla="*/ 2147483647 w 1307"/>
                <a:gd name="T1" fmla="*/ 2147483647 h 1465"/>
                <a:gd name="T2" fmla="*/ 2147483647 w 1307"/>
                <a:gd name="T3" fmla="*/ 2147483647 h 1465"/>
                <a:gd name="T4" fmla="*/ 2147483647 w 1307"/>
                <a:gd name="T5" fmla="*/ 2147483647 h 1465"/>
                <a:gd name="T6" fmla="*/ 2147483647 w 1307"/>
                <a:gd name="T7" fmla="*/ 2147483647 h 1465"/>
                <a:gd name="T8" fmla="*/ 2147483647 w 1307"/>
                <a:gd name="T9" fmla="*/ 2147483647 h 1465"/>
                <a:gd name="T10" fmla="*/ 2147483647 w 1307"/>
                <a:gd name="T11" fmla="*/ 2147483647 h 1465"/>
                <a:gd name="T12" fmla="*/ 2147483647 w 1307"/>
                <a:gd name="T13" fmla="*/ 2147483647 h 1465"/>
                <a:gd name="T14" fmla="*/ 2147483647 w 1307"/>
                <a:gd name="T15" fmla="*/ 2147483647 h 1465"/>
                <a:gd name="T16" fmla="*/ 2147483647 w 1307"/>
                <a:gd name="T17" fmla="*/ 2147483647 h 1465"/>
                <a:gd name="T18" fmla="*/ 2147483647 w 1307"/>
                <a:gd name="T19" fmla="*/ 2147483647 h 1465"/>
                <a:gd name="T20" fmla="*/ 2147483647 w 1307"/>
                <a:gd name="T21" fmla="*/ 2147483647 h 1465"/>
                <a:gd name="T22" fmla="*/ 2147483647 w 1307"/>
                <a:gd name="T23" fmla="*/ 2147483647 h 1465"/>
                <a:gd name="T24" fmla="*/ 2147483647 w 1307"/>
                <a:gd name="T25" fmla="*/ 2147483647 h 1465"/>
                <a:gd name="T26" fmla="*/ 2147483647 w 1307"/>
                <a:gd name="T27" fmla="*/ 2147483647 h 1465"/>
                <a:gd name="T28" fmla="*/ 2147483647 w 1307"/>
                <a:gd name="T29" fmla="*/ 2147483647 h 1465"/>
                <a:gd name="T30" fmla="*/ 2147483647 w 1307"/>
                <a:gd name="T31" fmla="*/ 2147483647 h 1465"/>
                <a:gd name="T32" fmla="*/ 2147483647 w 1307"/>
                <a:gd name="T33" fmla="*/ 2147483647 h 1465"/>
                <a:gd name="T34" fmla="*/ 2147483647 w 1307"/>
                <a:gd name="T35" fmla="*/ 2147483647 h 1465"/>
                <a:gd name="T36" fmla="*/ 2147483647 w 1307"/>
                <a:gd name="T37" fmla="*/ 2147483647 h 1465"/>
                <a:gd name="T38" fmla="*/ 2147483647 w 1307"/>
                <a:gd name="T39" fmla="*/ 2147483647 h 1465"/>
                <a:gd name="T40" fmla="*/ 2147483647 w 1307"/>
                <a:gd name="T41" fmla="*/ 2147483647 h 1465"/>
                <a:gd name="T42" fmla="*/ 2147483647 w 1307"/>
                <a:gd name="T43" fmla="*/ 2147483647 h 1465"/>
                <a:gd name="T44" fmla="*/ 2147483647 w 1307"/>
                <a:gd name="T45" fmla="*/ 2147483647 h 1465"/>
                <a:gd name="T46" fmla="*/ 2147483647 w 1307"/>
                <a:gd name="T47" fmla="*/ 2147483647 h 1465"/>
                <a:gd name="T48" fmla="*/ 2147483647 w 1307"/>
                <a:gd name="T49" fmla="*/ 2147483647 h 1465"/>
                <a:gd name="T50" fmla="*/ 2147483647 w 1307"/>
                <a:gd name="T51" fmla="*/ 2147483647 h 1465"/>
                <a:gd name="T52" fmla="*/ 2147483647 w 1307"/>
                <a:gd name="T53" fmla="*/ 2147483647 h 1465"/>
                <a:gd name="T54" fmla="*/ 2147483647 w 1307"/>
                <a:gd name="T55" fmla="*/ 2147483647 h 1465"/>
                <a:gd name="T56" fmla="*/ 2147483647 w 1307"/>
                <a:gd name="T57" fmla="*/ 2147483647 h 1465"/>
                <a:gd name="T58" fmla="*/ 2147483647 w 1307"/>
                <a:gd name="T59" fmla="*/ 2147483647 h 1465"/>
                <a:gd name="T60" fmla="*/ 2147483647 w 1307"/>
                <a:gd name="T61" fmla="*/ 2147483647 h 1465"/>
                <a:gd name="T62" fmla="*/ 2147483647 w 1307"/>
                <a:gd name="T63" fmla="*/ 2147483647 h 1465"/>
                <a:gd name="T64" fmla="*/ 2147483647 w 1307"/>
                <a:gd name="T65" fmla="*/ 2147483647 h 1465"/>
                <a:gd name="T66" fmla="*/ 2147483647 w 1307"/>
                <a:gd name="T67" fmla="*/ 2147483647 h 1465"/>
                <a:gd name="T68" fmla="*/ 2147483647 w 1307"/>
                <a:gd name="T69" fmla="*/ 2147483647 h 1465"/>
                <a:gd name="T70" fmla="*/ 2147483647 w 1307"/>
                <a:gd name="T71" fmla="*/ 2147483647 h 1465"/>
                <a:gd name="T72" fmla="*/ 2147483647 w 1307"/>
                <a:gd name="T73" fmla="*/ 2147483647 h 1465"/>
                <a:gd name="T74" fmla="*/ 2147483647 w 1307"/>
                <a:gd name="T75" fmla="*/ 2147483647 h 1465"/>
                <a:gd name="T76" fmla="*/ 2147483647 w 1307"/>
                <a:gd name="T77" fmla="*/ 2147483647 h 1465"/>
                <a:gd name="T78" fmla="*/ 2147483647 w 1307"/>
                <a:gd name="T79" fmla="*/ 2147483647 h 1465"/>
                <a:gd name="T80" fmla="*/ 2147483647 w 1307"/>
                <a:gd name="T81" fmla="*/ 2147483647 h 1465"/>
                <a:gd name="T82" fmla="*/ 2147483647 w 1307"/>
                <a:gd name="T83" fmla="*/ 2147483647 h 1465"/>
                <a:gd name="T84" fmla="*/ 2147483647 w 1307"/>
                <a:gd name="T85" fmla="*/ 2147483647 h 1465"/>
                <a:gd name="T86" fmla="*/ 2147483647 w 1307"/>
                <a:gd name="T87" fmla="*/ 2147483647 h 1465"/>
                <a:gd name="T88" fmla="*/ 2147483647 w 1307"/>
                <a:gd name="T89" fmla="*/ 2147483647 h 1465"/>
                <a:gd name="T90" fmla="*/ 2147483647 w 1307"/>
                <a:gd name="T91" fmla="*/ 2147483647 h 1465"/>
                <a:gd name="T92" fmla="*/ 2147483647 w 1307"/>
                <a:gd name="T93" fmla="*/ 2147483647 h 1465"/>
                <a:gd name="T94" fmla="*/ 2147483647 w 1307"/>
                <a:gd name="T95" fmla="*/ 2147483647 h 1465"/>
                <a:gd name="T96" fmla="*/ 2147483647 w 1307"/>
                <a:gd name="T97" fmla="*/ 2147483647 h 1465"/>
                <a:gd name="T98" fmla="*/ 2147483647 w 1307"/>
                <a:gd name="T99" fmla="*/ 2147483647 h 1465"/>
                <a:gd name="T100" fmla="*/ 2147483647 w 1307"/>
                <a:gd name="T101" fmla="*/ 2147483647 h 1465"/>
                <a:gd name="T102" fmla="*/ 2147483647 w 1307"/>
                <a:gd name="T103" fmla="*/ 2147483647 h 1465"/>
                <a:gd name="T104" fmla="*/ 2147483647 w 1307"/>
                <a:gd name="T105" fmla="*/ 2147483647 h 1465"/>
                <a:gd name="T106" fmla="*/ 2147483647 w 1307"/>
                <a:gd name="T107" fmla="*/ 2147483647 h 1465"/>
                <a:gd name="T108" fmla="*/ 2147483647 w 1307"/>
                <a:gd name="T109" fmla="*/ 2147483647 h 1465"/>
                <a:gd name="T110" fmla="*/ 2147483647 w 1307"/>
                <a:gd name="T111" fmla="*/ 2147483647 h 146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307"/>
                <a:gd name="T169" fmla="*/ 0 h 1465"/>
                <a:gd name="T170" fmla="*/ 1307 w 1307"/>
                <a:gd name="T171" fmla="*/ 1465 h 1465"/>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307" h="1465">
                  <a:moveTo>
                    <a:pt x="964" y="1424"/>
                  </a:moveTo>
                  <a:lnTo>
                    <a:pt x="924" y="1423"/>
                  </a:lnTo>
                  <a:lnTo>
                    <a:pt x="918" y="1441"/>
                  </a:lnTo>
                  <a:lnTo>
                    <a:pt x="903" y="1440"/>
                  </a:lnTo>
                  <a:lnTo>
                    <a:pt x="894" y="1429"/>
                  </a:lnTo>
                  <a:lnTo>
                    <a:pt x="881" y="1396"/>
                  </a:lnTo>
                  <a:lnTo>
                    <a:pt x="863" y="1394"/>
                  </a:lnTo>
                  <a:lnTo>
                    <a:pt x="837" y="1382"/>
                  </a:lnTo>
                  <a:lnTo>
                    <a:pt x="809" y="1383"/>
                  </a:lnTo>
                  <a:lnTo>
                    <a:pt x="780" y="1370"/>
                  </a:lnTo>
                  <a:lnTo>
                    <a:pt x="752" y="1344"/>
                  </a:lnTo>
                  <a:lnTo>
                    <a:pt x="748" y="1332"/>
                  </a:lnTo>
                  <a:lnTo>
                    <a:pt x="687" y="1310"/>
                  </a:lnTo>
                  <a:lnTo>
                    <a:pt x="674" y="1311"/>
                  </a:lnTo>
                  <a:lnTo>
                    <a:pt x="683" y="1324"/>
                  </a:lnTo>
                  <a:lnTo>
                    <a:pt x="728" y="1341"/>
                  </a:lnTo>
                  <a:lnTo>
                    <a:pt x="743" y="1366"/>
                  </a:lnTo>
                  <a:lnTo>
                    <a:pt x="747" y="1382"/>
                  </a:lnTo>
                  <a:lnTo>
                    <a:pt x="728" y="1378"/>
                  </a:lnTo>
                  <a:lnTo>
                    <a:pt x="729" y="1388"/>
                  </a:lnTo>
                  <a:lnTo>
                    <a:pt x="706" y="1375"/>
                  </a:lnTo>
                  <a:lnTo>
                    <a:pt x="657" y="1357"/>
                  </a:lnTo>
                  <a:lnTo>
                    <a:pt x="646" y="1356"/>
                  </a:lnTo>
                  <a:lnTo>
                    <a:pt x="626" y="1376"/>
                  </a:lnTo>
                  <a:lnTo>
                    <a:pt x="617" y="1395"/>
                  </a:lnTo>
                  <a:lnTo>
                    <a:pt x="604" y="1401"/>
                  </a:lnTo>
                  <a:lnTo>
                    <a:pt x="593" y="1393"/>
                  </a:lnTo>
                  <a:lnTo>
                    <a:pt x="584" y="1369"/>
                  </a:lnTo>
                  <a:lnTo>
                    <a:pt x="563" y="1375"/>
                  </a:lnTo>
                  <a:lnTo>
                    <a:pt x="563" y="1384"/>
                  </a:lnTo>
                  <a:lnTo>
                    <a:pt x="538" y="1374"/>
                  </a:lnTo>
                  <a:lnTo>
                    <a:pt x="531" y="1350"/>
                  </a:lnTo>
                  <a:lnTo>
                    <a:pt x="543" y="1338"/>
                  </a:lnTo>
                  <a:lnTo>
                    <a:pt x="510" y="1309"/>
                  </a:lnTo>
                  <a:lnTo>
                    <a:pt x="501" y="1321"/>
                  </a:lnTo>
                  <a:lnTo>
                    <a:pt x="495" y="1309"/>
                  </a:lnTo>
                  <a:lnTo>
                    <a:pt x="485" y="1302"/>
                  </a:lnTo>
                  <a:lnTo>
                    <a:pt x="467" y="1302"/>
                  </a:lnTo>
                  <a:lnTo>
                    <a:pt x="471" y="1317"/>
                  </a:lnTo>
                  <a:lnTo>
                    <a:pt x="450" y="1318"/>
                  </a:lnTo>
                  <a:lnTo>
                    <a:pt x="434" y="1323"/>
                  </a:lnTo>
                  <a:lnTo>
                    <a:pt x="422" y="1340"/>
                  </a:lnTo>
                  <a:lnTo>
                    <a:pt x="424" y="1350"/>
                  </a:lnTo>
                  <a:lnTo>
                    <a:pt x="400" y="1368"/>
                  </a:lnTo>
                  <a:lnTo>
                    <a:pt x="402" y="1384"/>
                  </a:lnTo>
                  <a:lnTo>
                    <a:pt x="425" y="1399"/>
                  </a:lnTo>
                  <a:lnTo>
                    <a:pt x="444" y="1396"/>
                  </a:lnTo>
                  <a:lnTo>
                    <a:pt x="455" y="1387"/>
                  </a:lnTo>
                  <a:lnTo>
                    <a:pt x="480" y="1386"/>
                  </a:lnTo>
                  <a:lnTo>
                    <a:pt x="494" y="1404"/>
                  </a:lnTo>
                  <a:lnTo>
                    <a:pt x="480" y="1425"/>
                  </a:lnTo>
                  <a:lnTo>
                    <a:pt x="470" y="1436"/>
                  </a:lnTo>
                  <a:lnTo>
                    <a:pt x="461" y="1432"/>
                  </a:lnTo>
                  <a:lnTo>
                    <a:pt x="456" y="1417"/>
                  </a:lnTo>
                  <a:lnTo>
                    <a:pt x="422" y="1429"/>
                  </a:lnTo>
                  <a:lnTo>
                    <a:pt x="431" y="1441"/>
                  </a:lnTo>
                  <a:lnTo>
                    <a:pt x="420" y="1449"/>
                  </a:lnTo>
                  <a:lnTo>
                    <a:pt x="372" y="1454"/>
                  </a:lnTo>
                  <a:lnTo>
                    <a:pt x="351" y="1449"/>
                  </a:lnTo>
                  <a:lnTo>
                    <a:pt x="339" y="1429"/>
                  </a:lnTo>
                  <a:lnTo>
                    <a:pt x="297" y="1422"/>
                  </a:lnTo>
                  <a:lnTo>
                    <a:pt x="246" y="1448"/>
                  </a:lnTo>
                  <a:lnTo>
                    <a:pt x="220" y="1458"/>
                  </a:lnTo>
                  <a:lnTo>
                    <a:pt x="170" y="1465"/>
                  </a:lnTo>
                  <a:lnTo>
                    <a:pt x="162" y="1450"/>
                  </a:lnTo>
                  <a:lnTo>
                    <a:pt x="159" y="1434"/>
                  </a:lnTo>
                  <a:lnTo>
                    <a:pt x="124" y="1429"/>
                  </a:lnTo>
                  <a:lnTo>
                    <a:pt x="117" y="1441"/>
                  </a:lnTo>
                  <a:lnTo>
                    <a:pt x="101" y="1448"/>
                  </a:lnTo>
                  <a:lnTo>
                    <a:pt x="70" y="1450"/>
                  </a:lnTo>
                  <a:lnTo>
                    <a:pt x="56" y="1446"/>
                  </a:lnTo>
                  <a:lnTo>
                    <a:pt x="24" y="1424"/>
                  </a:lnTo>
                  <a:lnTo>
                    <a:pt x="0" y="1370"/>
                  </a:lnTo>
                  <a:lnTo>
                    <a:pt x="2" y="1351"/>
                  </a:lnTo>
                  <a:lnTo>
                    <a:pt x="10" y="1321"/>
                  </a:lnTo>
                  <a:lnTo>
                    <a:pt x="16" y="1311"/>
                  </a:lnTo>
                  <a:lnTo>
                    <a:pt x="14" y="1278"/>
                  </a:lnTo>
                  <a:lnTo>
                    <a:pt x="28" y="1251"/>
                  </a:lnTo>
                  <a:lnTo>
                    <a:pt x="28" y="1231"/>
                  </a:lnTo>
                  <a:lnTo>
                    <a:pt x="38" y="1215"/>
                  </a:lnTo>
                  <a:lnTo>
                    <a:pt x="38" y="1197"/>
                  </a:lnTo>
                  <a:lnTo>
                    <a:pt x="47" y="1179"/>
                  </a:lnTo>
                  <a:lnTo>
                    <a:pt x="45" y="1158"/>
                  </a:lnTo>
                  <a:lnTo>
                    <a:pt x="26" y="1136"/>
                  </a:lnTo>
                  <a:lnTo>
                    <a:pt x="21" y="1111"/>
                  </a:lnTo>
                  <a:lnTo>
                    <a:pt x="28" y="1078"/>
                  </a:lnTo>
                  <a:lnTo>
                    <a:pt x="75" y="1003"/>
                  </a:lnTo>
                  <a:lnTo>
                    <a:pt x="80" y="976"/>
                  </a:lnTo>
                  <a:lnTo>
                    <a:pt x="86" y="961"/>
                  </a:lnTo>
                  <a:lnTo>
                    <a:pt x="104" y="948"/>
                  </a:lnTo>
                  <a:lnTo>
                    <a:pt x="108" y="877"/>
                  </a:lnTo>
                  <a:lnTo>
                    <a:pt x="136" y="807"/>
                  </a:lnTo>
                  <a:lnTo>
                    <a:pt x="150" y="740"/>
                  </a:lnTo>
                  <a:lnTo>
                    <a:pt x="179" y="728"/>
                  </a:lnTo>
                  <a:lnTo>
                    <a:pt x="203" y="704"/>
                  </a:lnTo>
                  <a:lnTo>
                    <a:pt x="215" y="676"/>
                  </a:lnTo>
                  <a:lnTo>
                    <a:pt x="218" y="668"/>
                  </a:lnTo>
                  <a:lnTo>
                    <a:pt x="268" y="648"/>
                  </a:lnTo>
                  <a:lnTo>
                    <a:pt x="302" y="560"/>
                  </a:lnTo>
                  <a:lnTo>
                    <a:pt x="328" y="543"/>
                  </a:lnTo>
                  <a:lnTo>
                    <a:pt x="314" y="536"/>
                  </a:lnTo>
                  <a:lnTo>
                    <a:pt x="318" y="528"/>
                  </a:lnTo>
                  <a:lnTo>
                    <a:pt x="332" y="522"/>
                  </a:lnTo>
                  <a:lnTo>
                    <a:pt x="344" y="518"/>
                  </a:lnTo>
                  <a:lnTo>
                    <a:pt x="353" y="510"/>
                  </a:lnTo>
                  <a:lnTo>
                    <a:pt x="359" y="505"/>
                  </a:lnTo>
                  <a:lnTo>
                    <a:pt x="368" y="472"/>
                  </a:lnTo>
                  <a:lnTo>
                    <a:pt x="381" y="453"/>
                  </a:lnTo>
                  <a:lnTo>
                    <a:pt x="392" y="417"/>
                  </a:lnTo>
                  <a:lnTo>
                    <a:pt x="389" y="400"/>
                  </a:lnTo>
                  <a:lnTo>
                    <a:pt x="399" y="381"/>
                  </a:lnTo>
                  <a:lnTo>
                    <a:pt x="400" y="357"/>
                  </a:lnTo>
                  <a:lnTo>
                    <a:pt x="418" y="334"/>
                  </a:lnTo>
                  <a:lnTo>
                    <a:pt x="437" y="315"/>
                  </a:lnTo>
                  <a:lnTo>
                    <a:pt x="448" y="303"/>
                  </a:lnTo>
                  <a:lnTo>
                    <a:pt x="432" y="298"/>
                  </a:lnTo>
                  <a:lnTo>
                    <a:pt x="430" y="290"/>
                  </a:lnTo>
                  <a:lnTo>
                    <a:pt x="443" y="276"/>
                  </a:lnTo>
                  <a:lnTo>
                    <a:pt x="453" y="255"/>
                  </a:lnTo>
                  <a:lnTo>
                    <a:pt x="448" y="249"/>
                  </a:lnTo>
                  <a:lnTo>
                    <a:pt x="437" y="255"/>
                  </a:lnTo>
                  <a:lnTo>
                    <a:pt x="434" y="242"/>
                  </a:lnTo>
                  <a:lnTo>
                    <a:pt x="449" y="237"/>
                  </a:lnTo>
                  <a:lnTo>
                    <a:pt x="450" y="232"/>
                  </a:lnTo>
                  <a:lnTo>
                    <a:pt x="454" y="214"/>
                  </a:lnTo>
                  <a:lnTo>
                    <a:pt x="436" y="212"/>
                  </a:lnTo>
                  <a:lnTo>
                    <a:pt x="424" y="199"/>
                  </a:lnTo>
                  <a:lnTo>
                    <a:pt x="431" y="184"/>
                  </a:lnTo>
                  <a:lnTo>
                    <a:pt x="418" y="141"/>
                  </a:lnTo>
                  <a:lnTo>
                    <a:pt x="416" y="133"/>
                  </a:lnTo>
                  <a:lnTo>
                    <a:pt x="424" y="122"/>
                  </a:lnTo>
                  <a:lnTo>
                    <a:pt x="419" y="110"/>
                  </a:lnTo>
                  <a:lnTo>
                    <a:pt x="434" y="105"/>
                  </a:lnTo>
                  <a:lnTo>
                    <a:pt x="453" y="120"/>
                  </a:lnTo>
                  <a:lnTo>
                    <a:pt x="479" y="158"/>
                  </a:lnTo>
                  <a:lnTo>
                    <a:pt x="486" y="162"/>
                  </a:lnTo>
                  <a:lnTo>
                    <a:pt x="489" y="154"/>
                  </a:lnTo>
                  <a:lnTo>
                    <a:pt x="497" y="147"/>
                  </a:lnTo>
                  <a:lnTo>
                    <a:pt x="500" y="126"/>
                  </a:lnTo>
                  <a:lnTo>
                    <a:pt x="491" y="106"/>
                  </a:lnTo>
                  <a:lnTo>
                    <a:pt x="506" y="93"/>
                  </a:lnTo>
                  <a:lnTo>
                    <a:pt x="524" y="87"/>
                  </a:lnTo>
                  <a:lnTo>
                    <a:pt x="545" y="97"/>
                  </a:lnTo>
                  <a:lnTo>
                    <a:pt x="534" y="111"/>
                  </a:lnTo>
                  <a:lnTo>
                    <a:pt x="537" y="139"/>
                  </a:lnTo>
                  <a:lnTo>
                    <a:pt x="568" y="159"/>
                  </a:lnTo>
                  <a:lnTo>
                    <a:pt x="580" y="151"/>
                  </a:lnTo>
                  <a:lnTo>
                    <a:pt x="590" y="153"/>
                  </a:lnTo>
                  <a:lnTo>
                    <a:pt x="587" y="165"/>
                  </a:lnTo>
                  <a:lnTo>
                    <a:pt x="611" y="163"/>
                  </a:lnTo>
                  <a:lnTo>
                    <a:pt x="606" y="187"/>
                  </a:lnTo>
                  <a:lnTo>
                    <a:pt x="596" y="188"/>
                  </a:lnTo>
                  <a:lnTo>
                    <a:pt x="591" y="200"/>
                  </a:lnTo>
                  <a:lnTo>
                    <a:pt x="600" y="210"/>
                  </a:lnTo>
                  <a:lnTo>
                    <a:pt x="599" y="220"/>
                  </a:lnTo>
                  <a:lnTo>
                    <a:pt x="590" y="228"/>
                  </a:lnTo>
                  <a:lnTo>
                    <a:pt x="591" y="241"/>
                  </a:lnTo>
                  <a:lnTo>
                    <a:pt x="603" y="244"/>
                  </a:lnTo>
                  <a:lnTo>
                    <a:pt x="612" y="237"/>
                  </a:lnTo>
                  <a:lnTo>
                    <a:pt x="621" y="217"/>
                  </a:lnTo>
                  <a:lnTo>
                    <a:pt x="633" y="220"/>
                  </a:lnTo>
                  <a:lnTo>
                    <a:pt x="640" y="214"/>
                  </a:lnTo>
                  <a:lnTo>
                    <a:pt x="634" y="198"/>
                  </a:lnTo>
                  <a:lnTo>
                    <a:pt x="639" y="190"/>
                  </a:lnTo>
                  <a:lnTo>
                    <a:pt x="644" y="174"/>
                  </a:lnTo>
                  <a:lnTo>
                    <a:pt x="659" y="168"/>
                  </a:lnTo>
                  <a:lnTo>
                    <a:pt x="676" y="180"/>
                  </a:lnTo>
                  <a:lnTo>
                    <a:pt x="686" y="163"/>
                  </a:lnTo>
                  <a:lnTo>
                    <a:pt x="702" y="163"/>
                  </a:lnTo>
                  <a:lnTo>
                    <a:pt x="704" y="145"/>
                  </a:lnTo>
                  <a:lnTo>
                    <a:pt x="724" y="141"/>
                  </a:lnTo>
                  <a:lnTo>
                    <a:pt x="741" y="144"/>
                  </a:lnTo>
                  <a:lnTo>
                    <a:pt x="767" y="134"/>
                  </a:lnTo>
                  <a:lnTo>
                    <a:pt x="783" y="116"/>
                  </a:lnTo>
                  <a:lnTo>
                    <a:pt x="779" y="108"/>
                  </a:lnTo>
                  <a:lnTo>
                    <a:pt x="792" y="96"/>
                  </a:lnTo>
                  <a:lnTo>
                    <a:pt x="801" y="102"/>
                  </a:lnTo>
                  <a:lnTo>
                    <a:pt x="810" y="96"/>
                  </a:lnTo>
                  <a:lnTo>
                    <a:pt x="826" y="97"/>
                  </a:lnTo>
                  <a:lnTo>
                    <a:pt x="845" y="82"/>
                  </a:lnTo>
                  <a:lnTo>
                    <a:pt x="831" y="74"/>
                  </a:lnTo>
                  <a:lnTo>
                    <a:pt x="842" y="58"/>
                  </a:lnTo>
                  <a:lnTo>
                    <a:pt x="836" y="34"/>
                  </a:lnTo>
                  <a:lnTo>
                    <a:pt x="792" y="33"/>
                  </a:lnTo>
                  <a:lnTo>
                    <a:pt x="808" y="10"/>
                  </a:lnTo>
                  <a:lnTo>
                    <a:pt x="848" y="3"/>
                  </a:lnTo>
                  <a:lnTo>
                    <a:pt x="856" y="18"/>
                  </a:lnTo>
                  <a:lnTo>
                    <a:pt x="866" y="9"/>
                  </a:lnTo>
                  <a:lnTo>
                    <a:pt x="879" y="3"/>
                  </a:lnTo>
                  <a:lnTo>
                    <a:pt x="882" y="19"/>
                  </a:lnTo>
                  <a:lnTo>
                    <a:pt x="894" y="18"/>
                  </a:lnTo>
                  <a:lnTo>
                    <a:pt x="899" y="31"/>
                  </a:lnTo>
                  <a:lnTo>
                    <a:pt x="910" y="28"/>
                  </a:lnTo>
                  <a:lnTo>
                    <a:pt x="904" y="8"/>
                  </a:lnTo>
                  <a:lnTo>
                    <a:pt x="936" y="0"/>
                  </a:lnTo>
                  <a:lnTo>
                    <a:pt x="933" y="55"/>
                  </a:lnTo>
                  <a:lnTo>
                    <a:pt x="941" y="66"/>
                  </a:lnTo>
                  <a:lnTo>
                    <a:pt x="953" y="67"/>
                  </a:lnTo>
                  <a:lnTo>
                    <a:pt x="956" y="50"/>
                  </a:lnTo>
                  <a:lnTo>
                    <a:pt x="970" y="45"/>
                  </a:lnTo>
                  <a:lnTo>
                    <a:pt x="972" y="68"/>
                  </a:lnTo>
                  <a:lnTo>
                    <a:pt x="987" y="66"/>
                  </a:lnTo>
                  <a:lnTo>
                    <a:pt x="994" y="49"/>
                  </a:lnTo>
                  <a:lnTo>
                    <a:pt x="1005" y="42"/>
                  </a:lnTo>
                  <a:lnTo>
                    <a:pt x="1022" y="68"/>
                  </a:lnTo>
                  <a:lnTo>
                    <a:pt x="1013" y="76"/>
                  </a:lnTo>
                  <a:lnTo>
                    <a:pt x="1034" y="109"/>
                  </a:lnTo>
                  <a:lnTo>
                    <a:pt x="1019" y="122"/>
                  </a:lnTo>
                  <a:lnTo>
                    <a:pt x="1008" y="153"/>
                  </a:lnTo>
                  <a:lnTo>
                    <a:pt x="1030" y="160"/>
                  </a:lnTo>
                  <a:lnTo>
                    <a:pt x="1036" y="144"/>
                  </a:lnTo>
                  <a:lnTo>
                    <a:pt x="1048" y="136"/>
                  </a:lnTo>
                  <a:lnTo>
                    <a:pt x="1048" y="151"/>
                  </a:lnTo>
                  <a:lnTo>
                    <a:pt x="1058" y="154"/>
                  </a:lnTo>
                  <a:lnTo>
                    <a:pt x="1061" y="178"/>
                  </a:lnTo>
                  <a:lnTo>
                    <a:pt x="1053" y="194"/>
                  </a:lnTo>
                  <a:lnTo>
                    <a:pt x="1064" y="206"/>
                  </a:lnTo>
                  <a:lnTo>
                    <a:pt x="1091" y="196"/>
                  </a:lnTo>
                  <a:lnTo>
                    <a:pt x="1110" y="180"/>
                  </a:lnTo>
                  <a:lnTo>
                    <a:pt x="1110" y="168"/>
                  </a:lnTo>
                  <a:lnTo>
                    <a:pt x="1127" y="160"/>
                  </a:lnTo>
                  <a:lnTo>
                    <a:pt x="1125" y="178"/>
                  </a:lnTo>
                  <a:lnTo>
                    <a:pt x="1140" y="188"/>
                  </a:lnTo>
                  <a:lnTo>
                    <a:pt x="1127" y="193"/>
                  </a:lnTo>
                  <a:lnTo>
                    <a:pt x="1136" y="211"/>
                  </a:lnTo>
                  <a:lnTo>
                    <a:pt x="1125" y="225"/>
                  </a:lnTo>
                  <a:lnTo>
                    <a:pt x="1142" y="235"/>
                  </a:lnTo>
                  <a:lnTo>
                    <a:pt x="1154" y="265"/>
                  </a:lnTo>
                  <a:lnTo>
                    <a:pt x="1139" y="259"/>
                  </a:lnTo>
                  <a:lnTo>
                    <a:pt x="1138" y="276"/>
                  </a:lnTo>
                  <a:lnTo>
                    <a:pt x="1144" y="280"/>
                  </a:lnTo>
                  <a:lnTo>
                    <a:pt x="1136" y="295"/>
                  </a:lnTo>
                  <a:lnTo>
                    <a:pt x="1149" y="303"/>
                  </a:lnTo>
                  <a:lnTo>
                    <a:pt x="1146" y="316"/>
                  </a:lnTo>
                  <a:lnTo>
                    <a:pt x="1155" y="331"/>
                  </a:lnTo>
                  <a:lnTo>
                    <a:pt x="1137" y="332"/>
                  </a:lnTo>
                  <a:lnTo>
                    <a:pt x="1142" y="364"/>
                  </a:lnTo>
                  <a:lnTo>
                    <a:pt x="1150" y="372"/>
                  </a:lnTo>
                  <a:lnTo>
                    <a:pt x="1139" y="381"/>
                  </a:lnTo>
                  <a:lnTo>
                    <a:pt x="1152" y="396"/>
                  </a:lnTo>
                  <a:lnTo>
                    <a:pt x="1172" y="400"/>
                  </a:lnTo>
                  <a:lnTo>
                    <a:pt x="1168" y="414"/>
                  </a:lnTo>
                  <a:lnTo>
                    <a:pt x="1184" y="409"/>
                  </a:lnTo>
                  <a:lnTo>
                    <a:pt x="1194" y="415"/>
                  </a:lnTo>
                  <a:lnTo>
                    <a:pt x="1196" y="433"/>
                  </a:lnTo>
                  <a:lnTo>
                    <a:pt x="1179" y="444"/>
                  </a:lnTo>
                  <a:lnTo>
                    <a:pt x="1191" y="452"/>
                  </a:lnTo>
                  <a:lnTo>
                    <a:pt x="1186" y="460"/>
                  </a:lnTo>
                  <a:lnTo>
                    <a:pt x="1198" y="464"/>
                  </a:lnTo>
                  <a:lnTo>
                    <a:pt x="1199" y="476"/>
                  </a:lnTo>
                  <a:lnTo>
                    <a:pt x="1203" y="494"/>
                  </a:lnTo>
                  <a:lnTo>
                    <a:pt x="1220" y="499"/>
                  </a:lnTo>
                  <a:lnTo>
                    <a:pt x="1230" y="496"/>
                  </a:lnTo>
                  <a:lnTo>
                    <a:pt x="1263" y="529"/>
                  </a:lnTo>
                  <a:lnTo>
                    <a:pt x="1262" y="540"/>
                  </a:lnTo>
                  <a:lnTo>
                    <a:pt x="1288" y="567"/>
                  </a:lnTo>
                  <a:lnTo>
                    <a:pt x="1277" y="574"/>
                  </a:lnTo>
                  <a:lnTo>
                    <a:pt x="1288" y="582"/>
                  </a:lnTo>
                  <a:lnTo>
                    <a:pt x="1287" y="632"/>
                  </a:lnTo>
                  <a:lnTo>
                    <a:pt x="1277" y="645"/>
                  </a:lnTo>
                  <a:lnTo>
                    <a:pt x="1282" y="658"/>
                  </a:lnTo>
                  <a:lnTo>
                    <a:pt x="1272" y="664"/>
                  </a:lnTo>
                  <a:lnTo>
                    <a:pt x="1276" y="679"/>
                  </a:lnTo>
                  <a:lnTo>
                    <a:pt x="1281" y="692"/>
                  </a:lnTo>
                  <a:lnTo>
                    <a:pt x="1298" y="694"/>
                  </a:lnTo>
                  <a:lnTo>
                    <a:pt x="1299" y="709"/>
                  </a:lnTo>
                  <a:lnTo>
                    <a:pt x="1307" y="715"/>
                  </a:lnTo>
                  <a:lnTo>
                    <a:pt x="1295" y="730"/>
                  </a:lnTo>
                  <a:lnTo>
                    <a:pt x="1282" y="735"/>
                  </a:lnTo>
                  <a:lnTo>
                    <a:pt x="1289" y="716"/>
                  </a:lnTo>
                  <a:lnTo>
                    <a:pt x="1270" y="712"/>
                  </a:lnTo>
                  <a:lnTo>
                    <a:pt x="1264" y="733"/>
                  </a:lnTo>
                  <a:lnTo>
                    <a:pt x="1253" y="741"/>
                  </a:lnTo>
                  <a:lnTo>
                    <a:pt x="1254" y="716"/>
                  </a:lnTo>
                  <a:lnTo>
                    <a:pt x="1242" y="711"/>
                  </a:lnTo>
                  <a:lnTo>
                    <a:pt x="1232" y="714"/>
                  </a:lnTo>
                  <a:lnTo>
                    <a:pt x="1211" y="703"/>
                  </a:lnTo>
                  <a:lnTo>
                    <a:pt x="1214" y="721"/>
                  </a:lnTo>
                  <a:lnTo>
                    <a:pt x="1204" y="723"/>
                  </a:lnTo>
                  <a:lnTo>
                    <a:pt x="1209" y="742"/>
                  </a:lnTo>
                  <a:lnTo>
                    <a:pt x="1218" y="747"/>
                  </a:lnTo>
                  <a:lnTo>
                    <a:pt x="1233" y="771"/>
                  </a:lnTo>
                  <a:lnTo>
                    <a:pt x="1233" y="784"/>
                  </a:lnTo>
                  <a:lnTo>
                    <a:pt x="1229" y="813"/>
                  </a:lnTo>
                  <a:lnTo>
                    <a:pt x="1239" y="823"/>
                  </a:lnTo>
                  <a:lnTo>
                    <a:pt x="1229" y="828"/>
                  </a:lnTo>
                  <a:lnTo>
                    <a:pt x="1210" y="825"/>
                  </a:lnTo>
                  <a:lnTo>
                    <a:pt x="1198" y="831"/>
                  </a:lnTo>
                  <a:lnTo>
                    <a:pt x="1193" y="842"/>
                  </a:lnTo>
                  <a:lnTo>
                    <a:pt x="1205" y="853"/>
                  </a:lnTo>
                  <a:lnTo>
                    <a:pt x="1180" y="856"/>
                  </a:lnTo>
                  <a:lnTo>
                    <a:pt x="1176" y="864"/>
                  </a:lnTo>
                  <a:lnTo>
                    <a:pt x="1156" y="864"/>
                  </a:lnTo>
                  <a:lnTo>
                    <a:pt x="1149" y="854"/>
                  </a:lnTo>
                  <a:lnTo>
                    <a:pt x="1131" y="865"/>
                  </a:lnTo>
                  <a:lnTo>
                    <a:pt x="1113" y="866"/>
                  </a:lnTo>
                  <a:lnTo>
                    <a:pt x="1101" y="886"/>
                  </a:lnTo>
                  <a:lnTo>
                    <a:pt x="1115" y="886"/>
                  </a:lnTo>
                  <a:lnTo>
                    <a:pt x="1104" y="908"/>
                  </a:lnTo>
                  <a:lnTo>
                    <a:pt x="1088" y="920"/>
                  </a:lnTo>
                  <a:lnTo>
                    <a:pt x="1098" y="926"/>
                  </a:lnTo>
                  <a:lnTo>
                    <a:pt x="1103" y="939"/>
                  </a:lnTo>
                  <a:lnTo>
                    <a:pt x="1118" y="958"/>
                  </a:lnTo>
                  <a:lnTo>
                    <a:pt x="1133" y="1000"/>
                  </a:lnTo>
                  <a:lnTo>
                    <a:pt x="1131" y="1010"/>
                  </a:lnTo>
                  <a:lnTo>
                    <a:pt x="1138" y="1022"/>
                  </a:lnTo>
                  <a:lnTo>
                    <a:pt x="1148" y="1068"/>
                  </a:lnTo>
                  <a:lnTo>
                    <a:pt x="1155" y="1090"/>
                  </a:lnTo>
                  <a:lnTo>
                    <a:pt x="1166" y="1102"/>
                  </a:lnTo>
                  <a:lnTo>
                    <a:pt x="1166" y="1126"/>
                  </a:lnTo>
                  <a:lnTo>
                    <a:pt x="1161" y="1154"/>
                  </a:lnTo>
                  <a:lnTo>
                    <a:pt x="1166" y="1167"/>
                  </a:lnTo>
                  <a:lnTo>
                    <a:pt x="1161" y="1184"/>
                  </a:lnTo>
                  <a:lnTo>
                    <a:pt x="1152" y="1192"/>
                  </a:lnTo>
                  <a:lnTo>
                    <a:pt x="1143" y="1195"/>
                  </a:lnTo>
                  <a:lnTo>
                    <a:pt x="1138" y="1204"/>
                  </a:lnTo>
                  <a:lnTo>
                    <a:pt x="1151" y="1213"/>
                  </a:lnTo>
                  <a:lnTo>
                    <a:pt x="1150" y="1230"/>
                  </a:lnTo>
                  <a:lnTo>
                    <a:pt x="1139" y="1245"/>
                  </a:lnTo>
                  <a:lnTo>
                    <a:pt x="1144" y="1254"/>
                  </a:lnTo>
                  <a:lnTo>
                    <a:pt x="1134" y="1262"/>
                  </a:lnTo>
                  <a:lnTo>
                    <a:pt x="1146" y="1267"/>
                  </a:lnTo>
                  <a:lnTo>
                    <a:pt x="1143" y="1274"/>
                  </a:lnTo>
                  <a:lnTo>
                    <a:pt x="1156" y="1290"/>
                  </a:lnTo>
                  <a:lnTo>
                    <a:pt x="1130" y="1310"/>
                  </a:lnTo>
                  <a:lnTo>
                    <a:pt x="1140" y="1326"/>
                  </a:lnTo>
                  <a:lnTo>
                    <a:pt x="1155" y="1328"/>
                  </a:lnTo>
                  <a:lnTo>
                    <a:pt x="1149" y="1352"/>
                  </a:lnTo>
                  <a:lnTo>
                    <a:pt x="1164" y="1364"/>
                  </a:lnTo>
                  <a:lnTo>
                    <a:pt x="1162" y="1388"/>
                  </a:lnTo>
                  <a:lnTo>
                    <a:pt x="1137" y="1398"/>
                  </a:lnTo>
                  <a:lnTo>
                    <a:pt x="1107" y="1381"/>
                  </a:lnTo>
                  <a:lnTo>
                    <a:pt x="1079" y="1394"/>
                  </a:lnTo>
                  <a:lnTo>
                    <a:pt x="1053" y="1382"/>
                  </a:lnTo>
                  <a:lnTo>
                    <a:pt x="1029" y="1382"/>
                  </a:lnTo>
                  <a:lnTo>
                    <a:pt x="1005" y="1408"/>
                  </a:lnTo>
                  <a:lnTo>
                    <a:pt x="964" y="1424"/>
                  </a:lnTo>
                  <a:close/>
                </a:path>
              </a:pathLst>
            </a:custGeom>
            <a:grpFill/>
            <a:ln w="1651" cap="flat" cmpd="sng">
              <a:solidFill>
                <a:schemeClr val="bg2"/>
              </a:solidFill>
              <a:prstDash val="solid"/>
              <a:round/>
              <a:headEnd type="none" w="med" len="med"/>
              <a:tailEnd type="none" w="med" len="med"/>
            </a:ln>
          </p:spPr>
          <p:txBody>
            <a:bodyPr lIns="18000" rIns="18000" anchor="ctr">
              <a:spAutoFit/>
            </a:bodyPr>
            <a:lstStyle/>
            <a:p>
              <a:endParaRPr lang="de-DE" dirty="0"/>
            </a:p>
          </p:txBody>
        </p:sp>
        <p:sp>
          <p:nvSpPr>
            <p:cNvPr id="16" name="AOK Rheinland/Hamburg2">
              <a:extLst>
                <a:ext uri="{FF2B5EF4-FFF2-40B4-BE49-F238E27FC236}">
                  <a16:creationId xmlns:a16="http://schemas.microsoft.com/office/drawing/2014/main" id="{92177ABB-8FEE-55A0-264D-1A6A097C0A23}"/>
                </a:ext>
              </a:extLst>
            </p:cNvPr>
            <p:cNvSpPr>
              <a:spLocks/>
            </p:cNvSpPr>
            <p:nvPr/>
          </p:nvSpPr>
          <p:spPr bwMode="auto">
            <a:xfrm>
              <a:off x="6182584" y="1813408"/>
              <a:ext cx="171348" cy="168796"/>
            </a:xfrm>
            <a:custGeom>
              <a:avLst/>
              <a:gdLst>
                <a:gd name="T0" fmla="*/ 0 w 135"/>
                <a:gd name="T1" fmla="*/ 2147483647 h 130"/>
                <a:gd name="T2" fmla="*/ 2147483647 w 135"/>
                <a:gd name="T3" fmla="*/ 2147483647 h 130"/>
                <a:gd name="T4" fmla="*/ 2147483647 w 135"/>
                <a:gd name="T5" fmla="*/ 2147483647 h 130"/>
                <a:gd name="T6" fmla="*/ 2147483647 w 135"/>
                <a:gd name="T7" fmla="*/ 2147483647 h 130"/>
                <a:gd name="T8" fmla="*/ 2147483647 w 135"/>
                <a:gd name="T9" fmla="*/ 2147483647 h 130"/>
                <a:gd name="T10" fmla="*/ 2147483647 w 135"/>
                <a:gd name="T11" fmla="*/ 2147483647 h 130"/>
                <a:gd name="T12" fmla="*/ 2147483647 w 135"/>
                <a:gd name="T13" fmla="*/ 2147483647 h 130"/>
                <a:gd name="T14" fmla="*/ 2147483647 w 135"/>
                <a:gd name="T15" fmla="*/ 2147483647 h 130"/>
                <a:gd name="T16" fmla="*/ 2147483647 w 135"/>
                <a:gd name="T17" fmla="*/ 2147483647 h 130"/>
                <a:gd name="T18" fmla="*/ 2147483647 w 135"/>
                <a:gd name="T19" fmla="*/ 2147483647 h 130"/>
                <a:gd name="T20" fmla="*/ 2147483647 w 135"/>
                <a:gd name="T21" fmla="*/ 2147483647 h 130"/>
                <a:gd name="T22" fmla="*/ 2147483647 w 135"/>
                <a:gd name="T23" fmla="*/ 2147483647 h 130"/>
                <a:gd name="T24" fmla="*/ 2147483647 w 135"/>
                <a:gd name="T25" fmla="*/ 2147483647 h 130"/>
                <a:gd name="T26" fmla="*/ 2147483647 w 135"/>
                <a:gd name="T27" fmla="*/ 2147483647 h 130"/>
                <a:gd name="T28" fmla="*/ 2147483647 w 135"/>
                <a:gd name="T29" fmla="*/ 2147483647 h 130"/>
                <a:gd name="T30" fmla="*/ 2147483647 w 135"/>
                <a:gd name="T31" fmla="*/ 0 h 130"/>
                <a:gd name="T32" fmla="*/ 2147483647 w 135"/>
                <a:gd name="T33" fmla="*/ 2147483647 h 130"/>
                <a:gd name="T34" fmla="*/ 2147483647 w 135"/>
                <a:gd name="T35" fmla="*/ 2147483647 h 130"/>
                <a:gd name="T36" fmla="*/ 2147483647 w 135"/>
                <a:gd name="T37" fmla="*/ 2147483647 h 130"/>
                <a:gd name="T38" fmla="*/ 2147483647 w 135"/>
                <a:gd name="T39" fmla="*/ 2147483647 h 130"/>
                <a:gd name="T40" fmla="*/ 2147483647 w 135"/>
                <a:gd name="T41" fmla="*/ 2147483647 h 130"/>
                <a:gd name="T42" fmla="*/ 2147483647 w 135"/>
                <a:gd name="T43" fmla="*/ 2147483647 h 130"/>
                <a:gd name="T44" fmla="*/ 2147483647 w 135"/>
                <a:gd name="T45" fmla="*/ 2147483647 h 130"/>
                <a:gd name="T46" fmla="*/ 2147483647 w 135"/>
                <a:gd name="T47" fmla="*/ 2147483647 h 130"/>
                <a:gd name="T48" fmla="*/ 2147483647 w 135"/>
                <a:gd name="T49" fmla="*/ 2147483647 h 130"/>
                <a:gd name="T50" fmla="*/ 2147483647 w 135"/>
                <a:gd name="T51" fmla="*/ 2147483647 h 130"/>
                <a:gd name="T52" fmla="*/ 2147483647 w 135"/>
                <a:gd name="T53" fmla="*/ 2147483647 h 130"/>
                <a:gd name="T54" fmla="*/ 2147483647 w 135"/>
                <a:gd name="T55" fmla="*/ 2147483647 h 130"/>
                <a:gd name="T56" fmla="*/ 2147483647 w 135"/>
                <a:gd name="T57" fmla="*/ 2147483647 h 130"/>
                <a:gd name="T58" fmla="*/ 2147483647 w 135"/>
                <a:gd name="T59" fmla="*/ 2147483647 h 130"/>
                <a:gd name="T60" fmla="*/ 2147483647 w 135"/>
                <a:gd name="T61" fmla="*/ 2147483647 h 130"/>
                <a:gd name="T62" fmla="*/ 2147483647 w 135"/>
                <a:gd name="T63" fmla="*/ 2147483647 h 130"/>
                <a:gd name="T64" fmla="*/ 2147483647 w 135"/>
                <a:gd name="T65" fmla="*/ 2147483647 h 130"/>
                <a:gd name="T66" fmla="*/ 2147483647 w 135"/>
                <a:gd name="T67" fmla="*/ 2147483647 h 130"/>
                <a:gd name="T68" fmla="*/ 2147483647 w 135"/>
                <a:gd name="T69" fmla="*/ 2147483647 h 130"/>
                <a:gd name="T70" fmla="*/ 2147483647 w 135"/>
                <a:gd name="T71" fmla="*/ 2147483647 h 130"/>
                <a:gd name="T72" fmla="*/ 2147483647 w 135"/>
                <a:gd name="T73" fmla="*/ 2147483647 h 130"/>
                <a:gd name="T74" fmla="*/ 2147483647 w 135"/>
                <a:gd name="T75" fmla="*/ 2147483647 h 130"/>
                <a:gd name="T76" fmla="*/ 2147483647 w 135"/>
                <a:gd name="T77" fmla="*/ 2147483647 h 130"/>
                <a:gd name="T78" fmla="*/ 2147483647 w 135"/>
                <a:gd name="T79" fmla="*/ 2147483647 h 130"/>
                <a:gd name="T80" fmla="*/ 2147483647 w 135"/>
                <a:gd name="T81" fmla="*/ 2147483647 h 130"/>
                <a:gd name="T82" fmla="*/ 2147483647 w 135"/>
                <a:gd name="T83" fmla="*/ 2147483647 h 130"/>
                <a:gd name="T84" fmla="*/ 2147483647 w 135"/>
                <a:gd name="T85" fmla="*/ 2147483647 h 130"/>
                <a:gd name="T86" fmla="*/ 2147483647 w 135"/>
                <a:gd name="T87" fmla="*/ 2147483647 h 130"/>
                <a:gd name="T88" fmla="*/ 2147483647 w 135"/>
                <a:gd name="T89" fmla="*/ 2147483647 h 130"/>
                <a:gd name="T90" fmla="*/ 2147483647 w 135"/>
                <a:gd name="T91" fmla="*/ 2147483647 h 130"/>
                <a:gd name="T92" fmla="*/ 2147483647 w 135"/>
                <a:gd name="T93" fmla="*/ 2147483647 h 130"/>
                <a:gd name="T94" fmla="*/ 2147483647 w 135"/>
                <a:gd name="T95" fmla="*/ 2147483647 h 130"/>
                <a:gd name="T96" fmla="*/ 2147483647 w 135"/>
                <a:gd name="T97" fmla="*/ 2147483647 h 130"/>
                <a:gd name="T98" fmla="*/ 2147483647 w 135"/>
                <a:gd name="T99" fmla="*/ 2147483647 h 130"/>
                <a:gd name="T100" fmla="*/ 2147483647 w 135"/>
                <a:gd name="T101" fmla="*/ 2147483647 h 130"/>
                <a:gd name="T102" fmla="*/ 2147483647 w 135"/>
                <a:gd name="T103" fmla="*/ 2147483647 h 130"/>
                <a:gd name="T104" fmla="*/ 2147483647 w 135"/>
                <a:gd name="T105" fmla="*/ 2147483647 h 130"/>
                <a:gd name="T106" fmla="*/ 2147483647 w 135"/>
                <a:gd name="T107" fmla="*/ 2147483647 h 130"/>
                <a:gd name="T108" fmla="*/ 2147483647 w 135"/>
                <a:gd name="T109" fmla="*/ 2147483647 h 130"/>
                <a:gd name="T110" fmla="*/ 2147483647 w 135"/>
                <a:gd name="T111" fmla="*/ 2147483647 h 130"/>
                <a:gd name="T112" fmla="*/ 2147483647 w 135"/>
                <a:gd name="T113" fmla="*/ 2147483647 h 130"/>
                <a:gd name="T114" fmla="*/ 0 w 135"/>
                <a:gd name="T115" fmla="*/ 2147483647 h 13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35"/>
                <a:gd name="T175" fmla="*/ 0 h 130"/>
                <a:gd name="T176" fmla="*/ 135 w 135"/>
                <a:gd name="T177" fmla="*/ 130 h 13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35" h="130">
                  <a:moveTo>
                    <a:pt x="0" y="69"/>
                  </a:moveTo>
                  <a:lnTo>
                    <a:pt x="8" y="47"/>
                  </a:lnTo>
                  <a:lnTo>
                    <a:pt x="15" y="47"/>
                  </a:lnTo>
                  <a:lnTo>
                    <a:pt x="16" y="57"/>
                  </a:lnTo>
                  <a:lnTo>
                    <a:pt x="22" y="59"/>
                  </a:lnTo>
                  <a:lnTo>
                    <a:pt x="34" y="45"/>
                  </a:lnTo>
                  <a:lnTo>
                    <a:pt x="36" y="37"/>
                  </a:lnTo>
                  <a:lnTo>
                    <a:pt x="47" y="35"/>
                  </a:lnTo>
                  <a:lnTo>
                    <a:pt x="55" y="37"/>
                  </a:lnTo>
                  <a:lnTo>
                    <a:pt x="58" y="27"/>
                  </a:lnTo>
                  <a:lnTo>
                    <a:pt x="71" y="23"/>
                  </a:lnTo>
                  <a:lnTo>
                    <a:pt x="72" y="9"/>
                  </a:lnTo>
                  <a:lnTo>
                    <a:pt x="77" y="5"/>
                  </a:lnTo>
                  <a:lnTo>
                    <a:pt x="84" y="9"/>
                  </a:lnTo>
                  <a:lnTo>
                    <a:pt x="91" y="3"/>
                  </a:lnTo>
                  <a:lnTo>
                    <a:pt x="99" y="0"/>
                  </a:lnTo>
                  <a:lnTo>
                    <a:pt x="105" y="5"/>
                  </a:lnTo>
                  <a:lnTo>
                    <a:pt x="101" y="17"/>
                  </a:lnTo>
                  <a:lnTo>
                    <a:pt x="97" y="16"/>
                  </a:lnTo>
                  <a:lnTo>
                    <a:pt x="95" y="23"/>
                  </a:lnTo>
                  <a:lnTo>
                    <a:pt x="102" y="27"/>
                  </a:lnTo>
                  <a:lnTo>
                    <a:pt x="107" y="36"/>
                  </a:lnTo>
                  <a:lnTo>
                    <a:pt x="110" y="38"/>
                  </a:lnTo>
                  <a:lnTo>
                    <a:pt x="106" y="45"/>
                  </a:lnTo>
                  <a:lnTo>
                    <a:pt x="108" y="49"/>
                  </a:lnTo>
                  <a:lnTo>
                    <a:pt x="98" y="58"/>
                  </a:lnTo>
                  <a:lnTo>
                    <a:pt x="98" y="74"/>
                  </a:lnTo>
                  <a:lnTo>
                    <a:pt x="109" y="74"/>
                  </a:lnTo>
                  <a:lnTo>
                    <a:pt x="113" y="83"/>
                  </a:lnTo>
                  <a:lnTo>
                    <a:pt x="125" y="99"/>
                  </a:lnTo>
                  <a:lnTo>
                    <a:pt x="133" y="101"/>
                  </a:lnTo>
                  <a:lnTo>
                    <a:pt x="135" y="110"/>
                  </a:lnTo>
                  <a:lnTo>
                    <a:pt x="126" y="114"/>
                  </a:lnTo>
                  <a:lnTo>
                    <a:pt x="120" y="118"/>
                  </a:lnTo>
                  <a:lnTo>
                    <a:pt x="112" y="128"/>
                  </a:lnTo>
                  <a:lnTo>
                    <a:pt x="116" y="126"/>
                  </a:lnTo>
                  <a:lnTo>
                    <a:pt x="104" y="130"/>
                  </a:lnTo>
                  <a:lnTo>
                    <a:pt x="98" y="127"/>
                  </a:lnTo>
                  <a:lnTo>
                    <a:pt x="93" y="125"/>
                  </a:lnTo>
                  <a:lnTo>
                    <a:pt x="86" y="117"/>
                  </a:lnTo>
                  <a:lnTo>
                    <a:pt x="80" y="115"/>
                  </a:lnTo>
                  <a:lnTo>
                    <a:pt x="78" y="103"/>
                  </a:lnTo>
                  <a:lnTo>
                    <a:pt x="78" y="108"/>
                  </a:lnTo>
                  <a:lnTo>
                    <a:pt x="72" y="108"/>
                  </a:lnTo>
                  <a:lnTo>
                    <a:pt x="68" y="114"/>
                  </a:lnTo>
                  <a:lnTo>
                    <a:pt x="59" y="119"/>
                  </a:lnTo>
                  <a:lnTo>
                    <a:pt x="31" y="118"/>
                  </a:lnTo>
                  <a:lnTo>
                    <a:pt x="16" y="111"/>
                  </a:lnTo>
                  <a:lnTo>
                    <a:pt x="17" y="103"/>
                  </a:lnTo>
                  <a:lnTo>
                    <a:pt x="11" y="100"/>
                  </a:lnTo>
                  <a:lnTo>
                    <a:pt x="13" y="95"/>
                  </a:lnTo>
                  <a:lnTo>
                    <a:pt x="7" y="93"/>
                  </a:lnTo>
                  <a:lnTo>
                    <a:pt x="7" y="86"/>
                  </a:lnTo>
                  <a:lnTo>
                    <a:pt x="1" y="77"/>
                  </a:lnTo>
                  <a:lnTo>
                    <a:pt x="14" y="81"/>
                  </a:lnTo>
                  <a:lnTo>
                    <a:pt x="25" y="77"/>
                  </a:lnTo>
                  <a:lnTo>
                    <a:pt x="16" y="73"/>
                  </a:lnTo>
                  <a:lnTo>
                    <a:pt x="0" y="69"/>
                  </a:lnTo>
                  <a:close/>
                </a:path>
              </a:pathLst>
            </a:custGeom>
            <a:grpFill/>
            <a:ln w="1651" cap="flat" cmpd="sng">
              <a:solidFill>
                <a:schemeClr val="bg2"/>
              </a:solidFill>
              <a:prstDash val="solid"/>
              <a:round/>
              <a:headEnd type="none" w="med" len="med"/>
              <a:tailEnd type="none" w="med" len="med"/>
            </a:ln>
          </p:spPr>
          <p:txBody>
            <a:bodyPr lIns="18000" rIns="18000" anchor="ctr">
              <a:spAutoFit/>
            </a:bodyPr>
            <a:lstStyle/>
            <a:p>
              <a:endParaRPr lang="de-DE" dirty="0"/>
            </a:p>
          </p:txBody>
        </p:sp>
        <p:sp>
          <p:nvSpPr>
            <p:cNvPr id="17" name="AOK Rheinland/Hamburg1">
              <a:extLst>
                <a:ext uri="{FF2B5EF4-FFF2-40B4-BE49-F238E27FC236}">
                  <a16:creationId xmlns:a16="http://schemas.microsoft.com/office/drawing/2014/main" id="{952D4A40-47CE-9C62-8A2B-75192871759D}"/>
                </a:ext>
              </a:extLst>
            </p:cNvPr>
            <p:cNvSpPr>
              <a:spLocks/>
            </p:cNvSpPr>
            <p:nvPr/>
          </p:nvSpPr>
          <p:spPr bwMode="auto">
            <a:xfrm>
              <a:off x="4969192" y="2650895"/>
              <a:ext cx="770428" cy="808920"/>
            </a:xfrm>
            <a:custGeom>
              <a:avLst/>
              <a:gdLst>
                <a:gd name="T0" fmla="*/ 2147483647 w 607"/>
                <a:gd name="T1" fmla="*/ 2147483647 h 623"/>
                <a:gd name="T2" fmla="*/ 2147483647 w 607"/>
                <a:gd name="T3" fmla="*/ 2147483647 h 623"/>
                <a:gd name="T4" fmla="*/ 2147483647 w 607"/>
                <a:gd name="T5" fmla="*/ 2147483647 h 623"/>
                <a:gd name="T6" fmla="*/ 2147483647 w 607"/>
                <a:gd name="T7" fmla="*/ 2147483647 h 623"/>
                <a:gd name="T8" fmla="*/ 2147483647 w 607"/>
                <a:gd name="T9" fmla="*/ 2147483647 h 623"/>
                <a:gd name="T10" fmla="*/ 2147483647 w 607"/>
                <a:gd name="T11" fmla="*/ 2147483647 h 623"/>
                <a:gd name="T12" fmla="*/ 2147483647 w 607"/>
                <a:gd name="T13" fmla="*/ 2147483647 h 623"/>
                <a:gd name="T14" fmla="*/ 2147483647 w 607"/>
                <a:gd name="T15" fmla="*/ 2147483647 h 623"/>
                <a:gd name="T16" fmla="*/ 2147483647 w 607"/>
                <a:gd name="T17" fmla="*/ 2147483647 h 623"/>
                <a:gd name="T18" fmla="*/ 2147483647 w 607"/>
                <a:gd name="T19" fmla="*/ 2147483647 h 623"/>
                <a:gd name="T20" fmla="*/ 2147483647 w 607"/>
                <a:gd name="T21" fmla="*/ 2147483647 h 623"/>
                <a:gd name="T22" fmla="*/ 2147483647 w 607"/>
                <a:gd name="T23" fmla="*/ 2147483647 h 623"/>
                <a:gd name="T24" fmla="*/ 2147483647 w 607"/>
                <a:gd name="T25" fmla="*/ 2147483647 h 623"/>
                <a:gd name="T26" fmla="*/ 2147483647 w 607"/>
                <a:gd name="T27" fmla="*/ 2147483647 h 623"/>
                <a:gd name="T28" fmla="*/ 2147483647 w 607"/>
                <a:gd name="T29" fmla="*/ 2147483647 h 623"/>
                <a:gd name="T30" fmla="*/ 2147483647 w 607"/>
                <a:gd name="T31" fmla="*/ 2147483647 h 623"/>
                <a:gd name="T32" fmla="*/ 2147483647 w 607"/>
                <a:gd name="T33" fmla="*/ 2147483647 h 623"/>
                <a:gd name="T34" fmla="*/ 2147483647 w 607"/>
                <a:gd name="T35" fmla="*/ 2147483647 h 623"/>
                <a:gd name="T36" fmla="*/ 2147483647 w 607"/>
                <a:gd name="T37" fmla="*/ 2147483647 h 623"/>
                <a:gd name="T38" fmla="*/ 2147483647 w 607"/>
                <a:gd name="T39" fmla="*/ 2147483647 h 623"/>
                <a:gd name="T40" fmla="*/ 2147483647 w 607"/>
                <a:gd name="T41" fmla="*/ 2147483647 h 623"/>
                <a:gd name="T42" fmla="*/ 2147483647 w 607"/>
                <a:gd name="T43" fmla="*/ 2147483647 h 623"/>
                <a:gd name="T44" fmla="*/ 2147483647 w 607"/>
                <a:gd name="T45" fmla="*/ 2147483647 h 623"/>
                <a:gd name="T46" fmla="*/ 2147483647 w 607"/>
                <a:gd name="T47" fmla="*/ 2147483647 h 623"/>
                <a:gd name="T48" fmla="*/ 2147483647 w 607"/>
                <a:gd name="T49" fmla="*/ 2147483647 h 623"/>
                <a:gd name="T50" fmla="*/ 2147483647 w 607"/>
                <a:gd name="T51" fmla="*/ 2147483647 h 623"/>
                <a:gd name="T52" fmla="*/ 0 w 607"/>
                <a:gd name="T53" fmla="*/ 2147483647 h 623"/>
                <a:gd name="T54" fmla="*/ 2147483647 w 607"/>
                <a:gd name="T55" fmla="*/ 2147483647 h 623"/>
                <a:gd name="T56" fmla="*/ 2147483647 w 607"/>
                <a:gd name="T57" fmla="*/ 2147483647 h 623"/>
                <a:gd name="T58" fmla="*/ 2147483647 w 607"/>
                <a:gd name="T59" fmla="*/ 2147483647 h 623"/>
                <a:gd name="T60" fmla="*/ 2147483647 w 607"/>
                <a:gd name="T61" fmla="*/ 2147483647 h 623"/>
                <a:gd name="T62" fmla="*/ 2147483647 w 607"/>
                <a:gd name="T63" fmla="*/ 2147483647 h 623"/>
                <a:gd name="T64" fmla="*/ 2147483647 w 607"/>
                <a:gd name="T65" fmla="*/ 2147483647 h 623"/>
                <a:gd name="T66" fmla="*/ 2147483647 w 607"/>
                <a:gd name="T67" fmla="*/ 2147483647 h 623"/>
                <a:gd name="T68" fmla="*/ 2147483647 w 607"/>
                <a:gd name="T69" fmla="*/ 2147483647 h 623"/>
                <a:gd name="T70" fmla="*/ 2147483647 w 607"/>
                <a:gd name="T71" fmla="*/ 2147483647 h 623"/>
                <a:gd name="T72" fmla="*/ 2147483647 w 607"/>
                <a:gd name="T73" fmla="*/ 2147483647 h 623"/>
                <a:gd name="T74" fmla="*/ 2147483647 w 607"/>
                <a:gd name="T75" fmla="*/ 2147483647 h 623"/>
                <a:gd name="T76" fmla="*/ 2147483647 w 607"/>
                <a:gd name="T77" fmla="*/ 2147483647 h 623"/>
                <a:gd name="T78" fmla="*/ 2147483647 w 607"/>
                <a:gd name="T79" fmla="*/ 2147483647 h 623"/>
                <a:gd name="T80" fmla="*/ 2147483647 w 607"/>
                <a:gd name="T81" fmla="*/ 2147483647 h 623"/>
                <a:gd name="T82" fmla="*/ 2147483647 w 607"/>
                <a:gd name="T83" fmla="*/ 2147483647 h 623"/>
                <a:gd name="T84" fmla="*/ 2147483647 w 607"/>
                <a:gd name="T85" fmla="*/ 2147483647 h 623"/>
                <a:gd name="T86" fmla="*/ 2147483647 w 607"/>
                <a:gd name="T87" fmla="*/ 2147483647 h 623"/>
                <a:gd name="T88" fmla="*/ 2147483647 w 607"/>
                <a:gd name="T89" fmla="*/ 2147483647 h 623"/>
                <a:gd name="T90" fmla="*/ 2147483647 w 607"/>
                <a:gd name="T91" fmla="*/ 2147483647 h 623"/>
                <a:gd name="T92" fmla="*/ 2147483647 w 607"/>
                <a:gd name="T93" fmla="*/ 2147483647 h 623"/>
                <a:gd name="T94" fmla="*/ 2147483647 w 607"/>
                <a:gd name="T95" fmla="*/ 2147483647 h 623"/>
                <a:gd name="T96" fmla="*/ 2147483647 w 607"/>
                <a:gd name="T97" fmla="*/ 2147483647 h 623"/>
                <a:gd name="T98" fmla="*/ 2147483647 w 607"/>
                <a:gd name="T99" fmla="*/ 2147483647 h 623"/>
                <a:gd name="T100" fmla="*/ 2147483647 w 607"/>
                <a:gd name="T101" fmla="*/ 2147483647 h 623"/>
                <a:gd name="T102" fmla="*/ 2147483647 w 607"/>
                <a:gd name="T103" fmla="*/ 2147483647 h 623"/>
                <a:gd name="T104" fmla="*/ 2147483647 w 607"/>
                <a:gd name="T105" fmla="*/ 2147483647 h 623"/>
                <a:gd name="T106" fmla="*/ 2147483647 w 607"/>
                <a:gd name="T107" fmla="*/ 2147483647 h 623"/>
                <a:gd name="T108" fmla="*/ 2147483647 w 607"/>
                <a:gd name="T109" fmla="*/ 2147483647 h 623"/>
                <a:gd name="T110" fmla="*/ 2147483647 w 607"/>
                <a:gd name="T111" fmla="*/ 2147483647 h 623"/>
                <a:gd name="T112" fmla="*/ 2147483647 w 607"/>
                <a:gd name="T113" fmla="*/ 2147483647 h 623"/>
                <a:gd name="T114" fmla="*/ 2147483647 w 607"/>
                <a:gd name="T115" fmla="*/ 2147483647 h 623"/>
                <a:gd name="T116" fmla="*/ 2147483647 w 607"/>
                <a:gd name="T117" fmla="*/ 2147483647 h 623"/>
                <a:gd name="T118" fmla="*/ 2147483647 w 607"/>
                <a:gd name="T119" fmla="*/ 2147483647 h 623"/>
                <a:gd name="T120" fmla="*/ 2147483647 w 607"/>
                <a:gd name="T121" fmla="*/ 2147483647 h 623"/>
                <a:gd name="T122" fmla="*/ 2147483647 w 607"/>
                <a:gd name="T123" fmla="*/ 2147483647 h 62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607"/>
                <a:gd name="T187" fmla="*/ 0 h 623"/>
                <a:gd name="T188" fmla="*/ 607 w 607"/>
                <a:gd name="T189" fmla="*/ 623 h 623"/>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607" h="623">
                  <a:moveTo>
                    <a:pt x="603" y="440"/>
                  </a:moveTo>
                  <a:cubicBezTo>
                    <a:pt x="604" y="437"/>
                    <a:pt x="607" y="430"/>
                    <a:pt x="607" y="427"/>
                  </a:cubicBezTo>
                  <a:lnTo>
                    <a:pt x="601" y="421"/>
                  </a:lnTo>
                  <a:lnTo>
                    <a:pt x="591" y="416"/>
                  </a:lnTo>
                  <a:lnTo>
                    <a:pt x="577" y="412"/>
                  </a:lnTo>
                  <a:lnTo>
                    <a:pt x="564" y="401"/>
                  </a:lnTo>
                  <a:lnTo>
                    <a:pt x="547" y="391"/>
                  </a:lnTo>
                  <a:lnTo>
                    <a:pt x="538" y="383"/>
                  </a:lnTo>
                  <a:lnTo>
                    <a:pt x="526" y="368"/>
                  </a:lnTo>
                  <a:lnTo>
                    <a:pt x="519" y="349"/>
                  </a:lnTo>
                  <a:lnTo>
                    <a:pt x="508" y="334"/>
                  </a:lnTo>
                  <a:lnTo>
                    <a:pt x="490" y="319"/>
                  </a:lnTo>
                  <a:lnTo>
                    <a:pt x="483" y="304"/>
                  </a:lnTo>
                  <a:lnTo>
                    <a:pt x="472" y="284"/>
                  </a:lnTo>
                  <a:lnTo>
                    <a:pt x="460" y="268"/>
                  </a:lnTo>
                  <a:lnTo>
                    <a:pt x="444" y="259"/>
                  </a:lnTo>
                  <a:lnTo>
                    <a:pt x="435" y="242"/>
                  </a:lnTo>
                  <a:lnTo>
                    <a:pt x="426" y="227"/>
                  </a:lnTo>
                  <a:lnTo>
                    <a:pt x="415" y="214"/>
                  </a:lnTo>
                  <a:lnTo>
                    <a:pt x="408" y="197"/>
                  </a:lnTo>
                  <a:lnTo>
                    <a:pt x="396" y="178"/>
                  </a:lnTo>
                  <a:lnTo>
                    <a:pt x="378" y="170"/>
                  </a:lnTo>
                  <a:lnTo>
                    <a:pt x="361" y="161"/>
                  </a:lnTo>
                  <a:lnTo>
                    <a:pt x="354" y="140"/>
                  </a:lnTo>
                  <a:lnTo>
                    <a:pt x="349" y="118"/>
                  </a:lnTo>
                  <a:lnTo>
                    <a:pt x="343" y="100"/>
                  </a:lnTo>
                  <a:lnTo>
                    <a:pt x="333" y="82"/>
                  </a:lnTo>
                  <a:lnTo>
                    <a:pt x="321" y="64"/>
                  </a:lnTo>
                  <a:lnTo>
                    <a:pt x="310" y="49"/>
                  </a:lnTo>
                  <a:lnTo>
                    <a:pt x="298" y="36"/>
                  </a:lnTo>
                  <a:lnTo>
                    <a:pt x="294" y="20"/>
                  </a:lnTo>
                  <a:lnTo>
                    <a:pt x="273" y="5"/>
                  </a:lnTo>
                  <a:lnTo>
                    <a:pt x="259" y="0"/>
                  </a:lnTo>
                  <a:lnTo>
                    <a:pt x="250" y="5"/>
                  </a:lnTo>
                  <a:lnTo>
                    <a:pt x="250" y="16"/>
                  </a:lnTo>
                  <a:lnTo>
                    <a:pt x="242" y="18"/>
                  </a:lnTo>
                  <a:lnTo>
                    <a:pt x="241" y="27"/>
                  </a:lnTo>
                  <a:lnTo>
                    <a:pt x="235" y="34"/>
                  </a:lnTo>
                  <a:lnTo>
                    <a:pt x="223" y="41"/>
                  </a:lnTo>
                  <a:lnTo>
                    <a:pt x="217" y="33"/>
                  </a:lnTo>
                  <a:lnTo>
                    <a:pt x="211" y="33"/>
                  </a:lnTo>
                  <a:lnTo>
                    <a:pt x="202" y="38"/>
                  </a:lnTo>
                  <a:lnTo>
                    <a:pt x="190" y="40"/>
                  </a:lnTo>
                  <a:lnTo>
                    <a:pt x="185" y="43"/>
                  </a:lnTo>
                  <a:lnTo>
                    <a:pt x="180" y="43"/>
                  </a:lnTo>
                  <a:lnTo>
                    <a:pt x="170" y="51"/>
                  </a:lnTo>
                  <a:lnTo>
                    <a:pt x="161" y="53"/>
                  </a:lnTo>
                  <a:lnTo>
                    <a:pt x="157" y="50"/>
                  </a:lnTo>
                  <a:lnTo>
                    <a:pt x="153" y="51"/>
                  </a:lnTo>
                  <a:lnTo>
                    <a:pt x="144" y="45"/>
                  </a:lnTo>
                  <a:lnTo>
                    <a:pt x="146" y="63"/>
                  </a:lnTo>
                  <a:lnTo>
                    <a:pt x="135" y="59"/>
                  </a:lnTo>
                  <a:lnTo>
                    <a:pt x="132" y="53"/>
                  </a:lnTo>
                  <a:lnTo>
                    <a:pt x="121" y="51"/>
                  </a:lnTo>
                  <a:lnTo>
                    <a:pt x="120" y="46"/>
                  </a:lnTo>
                  <a:lnTo>
                    <a:pt x="114" y="43"/>
                  </a:lnTo>
                  <a:lnTo>
                    <a:pt x="108" y="46"/>
                  </a:lnTo>
                  <a:lnTo>
                    <a:pt x="96" y="43"/>
                  </a:lnTo>
                  <a:lnTo>
                    <a:pt x="86" y="30"/>
                  </a:lnTo>
                  <a:lnTo>
                    <a:pt x="76" y="33"/>
                  </a:lnTo>
                  <a:lnTo>
                    <a:pt x="86" y="46"/>
                  </a:lnTo>
                  <a:lnTo>
                    <a:pt x="89" y="53"/>
                  </a:lnTo>
                  <a:lnTo>
                    <a:pt x="72" y="50"/>
                  </a:lnTo>
                  <a:lnTo>
                    <a:pt x="63" y="46"/>
                  </a:lnTo>
                  <a:lnTo>
                    <a:pt x="59" y="50"/>
                  </a:lnTo>
                  <a:lnTo>
                    <a:pt x="48" y="56"/>
                  </a:lnTo>
                  <a:lnTo>
                    <a:pt x="36" y="56"/>
                  </a:lnTo>
                  <a:lnTo>
                    <a:pt x="35" y="63"/>
                  </a:lnTo>
                  <a:lnTo>
                    <a:pt x="39" y="67"/>
                  </a:lnTo>
                  <a:lnTo>
                    <a:pt x="40" y="84"/>
                  </a:lnTo>
                  <a:lnTo>
                    <a:pt x="33" y="88"/>
                  </a:lnTo>
                  <a:lnTo>
                    <a:pt x="45" y="92"/>
                  </a:lnTo>
                  <a:lnTo>
                    <a:pt x="53" y="99"/>
                  </a:lnTo>
                  <a:lnTo>
                    <a:pt x="54" y="117"/>
                  </a:lnTo>
                  <a:lnTo>
                    <a:pt x="70" y="124"/>
                  </a:lnTo>
                  <a:lnTo>
                    <a:pt x="65" y="144"/>
                  </a:lnTo>
                  <a:lnTo>
                    <a:pt x="81" y="161"/>
                  </a:lnTo>
                  <a:lnTo>
                    <a:pt x="86" y="172"/>
                  </a:lnTo>
                  <a:lnTo>
                    <a:pt x="90" y="175"/>
                  </a:lnTo>
                  <a:lnTo>
                    <a:pt x="95" y="197"/>
                  </a:lnTo>
                  <a:lnTo>
                    <a:pt x="89" y="220"/>
                  </a:lnTo>
                  <a:lnTo>
                    <a:pt x="93" y="225"/>
                  </a:lnTo>
                  <a:lnTo>
                    <a:pt x="92" y="233"/>
                  </a:lnTo>
                  <a:lnTo>
                    <a:pt x="93" y="239"/>
                  </a:lnTo>
                  <a:lnTo>
                    <a:pt x="77" y="252"/>
                  </a:lnTo>
                  <a:lnTo>
                    <a:pt x="65" y="272"/>
                  </a:lnTo>
                  <a:lnTo>
                    <a:pt x="53" y="282"/>
                  </a:lnTo>
                  <a:lnTo>
                    <a:pt x="56" y="288"/>
                  </a:lnTo>
                  <a:lnTo>
                    <a:pt x="52" y="290"/>
                  </a:lnTo>
                  <a:lnTo>
                    <a:pt x="52" y="307"/>
                  </a:lnTo>
                  <a:lnTo>
                    <a:pt x="57" y="310"/>
                  </a:lnTo>
                  <a:lnTo>
                    <a:pt x="72" y="302"/>
                  </a:lnTo>
                  <a:lnTo>
                    <a:pt x="78" y="305"/>
                  </a:lnTo>
                  <a:lnTo>
                    <a:pt x="71" y="307"/>
                  </a:lnTo>
                  <a:lnTo>
                    <a:pt x="70" y="310"/>
                  </a:lnTo>
                  <a:lnTo>
                    <a:pt x="75" y="314"/>
                  </a:lnTo>
                  <a:lnTo>
                    <a:pt x="74" y="318"/>
                  </a:lnTo>
                  <a:lnTo>
                    <a:pt x="57" y="323"/>
                  </a:lnTo>
                  <a:lnTo>
                    <a:pt x="54" y="328"/>
                  </a:lnTo>
                  <a:lnTo>
                    <a:pt x="49" y="330"/>
                  </a:lnTo>
                  <a:lnTo>
                    <a:pt x="40" y="338"/>
                  </a:lnTo>
                  <a:lnTo>
                    <a:pt x="35" y="340"/>
                  </a:lnTo>
                  <a:lnTo>
                    <a:pt x="27" y="347"/>
                  </a:lnTo>
                  <a:lnTo>
                    <a:pt x="21" y="358"/>
                  </a:lnTo>
                  <a:lnTo>
                    <a:pt x="17" y="360"/>
                  </a:lnTo>
                  <a:lnTo>
                    <a:pt x="10" y="347"/>
                  </a:lnTo>
                  <a:lnTo>
                    <a:pt x="6" y="351"/>
                  </a:lnTo>
                  <a:lnTo>
                    <a:pt x="0" y="353"/>
                  </a:lnTo>
                  <a:lnTo>
                    <a:pt x="2" y="368"/>
                  </a:lnTo>
                  <a:lnTo>
                    <a:pt x="6" y="372"/>
                  </a:lnTo>
                  <a:lnTo>
                    <a:pt x="7" y="377"/>
                  </a:lnTo>
                  <a:lnTo>
                    <a:pt x="4" y="382"/>
                  </a:lnTo>
                  <a:lnTo>
                    <a:pt x="9" y="382"/>
                  </a:lnTo>
                  <a:lnTo>
                    <a:pt x="14" y="379"/>
                  </a:lnTo>
                  <a:lnTo>
                    <a:pt x="36" y="381"/>
                  </a:lnTo>
                  <a:lnTo>
                    <a:pt x="32" y="391"/>
                  </a:lnTo>
                  <a:lnTo>
                    <a:pt x="35" y="400"/>
                  </a:lnTo>
                  <a:lnTo>
                    <a:pt x="41" y="402"/>
                  </a:lnTo>
                  <a:lnTo>
                    <a:pt x="43" y="405"/>
                  </a:lnTo>
                  <a:lnTo>
                    <a:pt x="51" y="406"/>
                  </a:lnTo>
                  <a:lnTo>
                    <a:pt x="46" y="416"/>
                  </a:lnTo>
                  <a:lnTo>
                    <a:pt x="49" y="421"/>
                  </a:lnTo>
                  <a:lnTo>
                    <a:pt x="45" y="434"/>
                  </a:lnTo>
                  <a:lnTo>
                    <a:pt x="41" y="430"/>
                  </a:lnTo>
                  <a:lnTo>
                    <a:pt x="32" y="433"/>
                  </a:lnTo>
                  <a:lnTo>
                    <a:pt x="31" y="440"/>
                  </a:lnTo>
                  <a:lnTo>
                    <a:pt x="32" y="443"/>
                  </a:lnTo>
                  <a:lnTo>
                    <a:pt x="27" y="450"/>
                  </a:lnTo>
                  <a:lnTo>
                    <a:pt x="22" y="447"/>
                  </a:lnTo>
                  <a:lnTo>
                    <a:pt x="20" y="452"/>
                  </a:lnTo>
                  <a:lnTo>
                    <a:pt x="32" y="461"/>
                  </a:lnTo>
                  <a:lnTo>
                    <a:pt x="30" y="465"/>
                  </a:lnTo>
                  <a:lnTo>
                    <a:pt x="30" y="469"/>
                  </a:lnTo>
                  <a:lnTo>
                    <a:pt x="34" y="473"/>
                  </a:lnTo>
                  <a:lnTo>
                    <a:pt x="32" y="483"/>
                  </a:lnTo>
                  <a:lnTo>
                    <a:pt x="35" y="480"/>
                  </a:lnTo>
                  <a:lnTo>
                    <a:pt x="42" y="483"/>
                  </a:lnTo>
                  <a:lnTo>
                    <a:pt x="52" y="482"/>
                  </a:lnTo>
                  <a:lnTo>
                    <a:pt x="58" y="499"/>
                  </a:lnTo>
                  <a:lnTo>
                    <a:pt x="61" y="501"/>
                  </a:lnTo>
                  <a:lnTo>
                    <a:pt x="63" y="507"/>
                  </a:lnTo>
                  <a:lnTo>
                    <a:pt x="67" y="510"/>
                  </a:lnTo>
                  <a:lnTo>
                    <a:pt x="67" y="513"/>
                  </a:lnTo>
                  <a:lnTo>
                    <a:pt x="63" y="514"/>
                  </a:lnTo>
                  <a:lnTo>
                    <a:pt x="67" y="519"/>
                  </a:lnTo>
                  <a:lnTo>
                    <a:pt x="74" y="518"/>
                  </a:lnTo>
                  <a:lnTo>
                    <a:pt x="79" y="521"/>
                  </a:lnTo>
                  <a:lnTo>
                    <a:pt x="86" y="521"/>
                  </a:lnTo>
                  <a:lnTo>
                    <a:pt x="88" y="525"/>
                  </a:lnTo>
                  <a:lnTo>
                    <a:pt x="82" y="529"/>
                  </a:lnTo>
                  <a:lnTo>
                    <a:pt x="81" y="535"/>
                  </a:lnTo>
                  <a:lnTo>
                    <a:pt x="76" y="535"/>
                  </a:lnTo>
                  <a:lnTo>
                    <a:pt x="70" y="543"/>
                  </a:lnTo>
                  <a:lnTo>
                    <a:pt x="64" y="546"/>
                  </a:lnTo>
                  <a:lnTo>
                    <a:pt x="63" y="552"/>
                  </a:lnTo>
                  <a:lnTo>
                    <a:pt x="68" y="554"/>
                  </a:lnTo>
                  <a:lnTo>
                    <a:pt x="68" y="558"/>
                  </a:lnTo>
                  <a:lnTo>
                    <a:pt x="66" y="559"/>
                  </a:lnTo>
                  <a:lnTo>
                    <a:pt x="67" y="561"/>
                  </a:lnTo>
                  <a:lnTo>
                    <a:pt x="70" y="561"/>
                  </a:lnTo>
                  <a:lnTo>
                    <a:pt x="74" y="572"/>
                  </a:lnTo>
                  <a:lnTo>
                    <a:pt x="82" y="568"/>
                  </a:lnTo>
                  <a:lnTo>
                    <a:pt x="85" y="571"/>
                  </a:lnTo>
                  <a:lnTo>
                    <a:pt x="85" y="568"/>
                  </a:lnTo>
                  <a:lnTo>
                    <a:pt x="93" y="572"/>
                  </a:lnTo>
                  <a:lnTo>
                    <a:pt x="95" y="570"/>
                  </a:lnTo>
                  <a:lnTo>
                    <a:pt x="105" y="576"/>
                  </a:lnTo>
                  <a:lnTo>
                    <a:pt x="102" y="581"/>
                  </a:lnTo>
                  <a:lnTo>
                    <a:pt x="104" y="582"/>
                  </a:lnTo>
                  <a:lnTo>
                    <a:pt x="103" y="586"/>
                  </a:lnTo>
                  <a:lnTo>
                    <a:pt x="111" y="589"/>
                  </a:lnTo>
                  <a:lnTo>
                    <a:pt x="111" y="596"/>
                  </a:lnTo>
                  <a:lnTo>
                    <a:pt x="108" y="603"/>
                  </a:lnTo>
                  <a:lnTo>
                    <a:pt x="108" y="608"/>
                  </a:lnTo>
                  <a:lnTo>
                    <a:pt x="105" y="613"/>
                  </a:lnTo>
                  <a:lnTo>
                    <a:pt x="102" y="617"/>
                  </a:lnTo>
                  <a:lnTo>
                    <a:pt x="107" y="622"/>
                  </a:lnTo>
                  <a:lnTo>
                    <a:pt x="121" y="622"/>
                  </a:lnTo>
                  <a:lnTo>
                    <a:pt x="119" y="610"/>
                  </a:lnTo>
                  <a:lnTo>
                    <a:pt x="128" y="606"/>
                  </a:lnTo>
                  <a:lnTo>
                    <a:pt x="136" y="616"/>
                  </a:lnTo>
                  <a:lnTo>
                    <a:pt x="145" y="606"/>
                  </a:lnTo>
                  <a:lnTo>
                    <a:pt x="155" y="604"/>
                  </a:lnTo>
                  <a:lnTo>
                    <a:pt x="165" y="604"/>
                  </a:lnTo>
                  <a:lnTo>
                    <a:pt x="164" y="612"/>
                  </a:lnTo>
                  <a:lnTo>
                    <a:pt x="170" y="618"/>
                  </a:lnTo>
                  <a:lnTo>
                    <a:pt x="185" y="613"/>
                  </a:lnTo>
                  <a:lnTo>
                    <a:pt x="194" y="623"/>
                  </a:lnTo>
                  <a:lnTo>
                    <a:pt x="204" y="615"/>
                  </a:lnTo>
                  <a:lnTo>
                    <a:pt x="217" y="612"/>
                  </a:lnTo>
                  <a:lnTo>
                    <a:pt x="207" y="599"/>
                  </a:lnTo>
                  <a:lnTo>
                    <a:pt x="211" y="587"/>
                  </a:lnTo>
                  <a:lnTo>
                    <a:pt x="204" y="580"/>
                  </a:lnTo>
                  <a:lnTo>
                    <a:pt x="204" y="570"/>
                  </a:lnTo>
                  <a:lnTo>
                    <a:pt x="213" y="564"/>
                  </a:lnTo>
                  <a:lnTo>
                    <a:pt x="218" y="574"/>
                  </a:lnTo>
                  <a:lnTo>
                    <a:pt x="231" y="582"/>
                  </a:lnTo>
                  <a:lnTo>
                    <a:pt x="242" y="576"/>
                  </a:lnTo>
                  <a:lnTo>
                    <a:pt x="245" y="564"/>
                  </a:lnTo>
                  <a:lnTo>
                    <a:pt x="236" y="553"/>
                  </a:lnTo>
                  <a:lnTo>
                    <a:pt x="249" y="557"/>
                  </a:lnTo>
                  <a:lnTo>
                    <a:pt x="253" y="543"/>
                  </a:lnTo>
                  <a:lnTo>
                    <a:pt x="264" y="545"/>
                  </a:lnTo>
                  <a:lnTo>
                    <a:pt x="279" y="531"/>
                  </a:lnTo>
                  <a:lnTo>
                    <a:pt x="279" y="520"/>
                  </a:lnTo>
                  <a:lnTo>
                    <a:pt x="297" y="509"/>
                  </a:lnTo>
                  <a:lnTo>
                    <a:pt x="303" y="513"/>
                  </a:lnTo>
                  <a:lnTo>
                    <a:pt x="313" y="511"/>
                  </a:lnTo>
                  <a:lnTo>
                    <a:pt x="317" y="517"/>
                  </a:lnTo>
                  <a:lnTo>
                    <a:pt x="323" y="512"/>
                  </a:lnTo>
                  <a:lnTo>
                    <a:pt x="325" y="521"/>
                  </a:lnTo>
                  <a:lnTo>
                    <a:pt x="357" y="517"/>
                  </a:lnTo>
                  <a:lnTo>
                    <a:pt x="363" y="503"/>
                  </a:lnTo>
                  <a:lnTo>
                    <a:pt x="360" y="494"/>
                  </a:lnTo>
                  <a:lnTo>
                    <a:pt x="361" y="488"/>
                  </a:lnTo>
                  <a:lnTo>
                    <a:pt x="382" y="489"/>
                  </a:lnTo>
                  <a:lnTo>
                    <a:pt x="407" y="480"/>
                  </a:lnTo>
                  <a:lnTo>
                    <a:pt x="417" y="480"/>
                  </a:lnTo>
                  <a:lnTo>
                    <a:pt x="424" y="475"/>
                  </a:lnTo>
                  <a:lnTo>
                    <a:pt x="437" y="475"/>
                  </a:lnTo>
                  <a:lnTo>
                    <a:pt x="447" y="468"/>
                  </a:lnTo>
                  <a:lnTo>
                    <a:pt x="442" y="455"/>
                  </a:lnTo>
                  <a:lnTo>
                    <a:pt x="460" y="444"/>
                  </a:lnTo>
                  <a:lnTo>
                    <a:pt x="467" y="443"/>
                  </a:lnTo>
                  <a:lnTo>
                    <a:pt x="462" y="435"/>
                  </a:lnTo>
                  <a:lnTo>
                    <a:pt x="461" y="417"/>
                  </a:lnTo>
                  <a:lnTo>
                    <a:pt x="472" y="410"/>
                  </a:lnTo>
                  <a:lnTo>
                    <a:pt x="479" y="412"/>
                  </a:lnTo>
                  <a:lnTo>
                    <a:pt x="484" y="417"/>
                  </a:lnTo>
                  <a:lnTo>
                    <a:pt x="478" y="428"/>
                  </a:lnTo>
                  <a:lnTo>
                    <a:pt x="485" y="433"/>
                  </a:lnTo>
                  <a:lnTo>
                    <a:pt x="496" y="433"/>
                  </a:lnTo>
                  <a:lnTo>
                    <a:pt x="497" y="440"/>
                  </a:lnTo>
                  <a:lnTo>
                    <a:pt x="503" y="447"/>
                  </a:lnTo>
                  <a:lnTo>
                    <a:pt x="513" y="447"/>
                  </a:lnTo>
                  <a:lnTo>
                    <a:pt x="515" y="476"/>
                  </a:lnTo>
                  <a:lnTo>
                    <a:pt x="530" y="491"/>
                  </a:lnTo>
                  <a:lnTo>
                    <a:pt x="532" y="503"/>
                  </a:lnTo>
                  <a:lnTo>
                    <a:pt x="539" y="504"/>
                  </a:lnTo>
                  <a:lnTo>
                    <a:pt x="545" y="501"/>
                  </a:lnTo>
                  <a:lnTo>
                    <a:pt x="551" y="507"/>
                  </a:lnTo>
                  <a:lnTo>
                    <a:pt x="562" y="503"/>
                  </a:lnTo>
                  <a:lnTo>
                    <a:pt x="564" y="494"/>
                  </a:lnTo>
                  <a:lnTo>
                    <a:pt x="563" y="484"/>
                  </a:lnTo>
                  <a:lnTo>
                    <a:pt x="556" y="472"/>
                  </a:lnTo>
                  <a:lnTo>
                    <a:pt x="571" y="459"/>
                  </a:lnTo>
                  <a:lnTo>
                    <a:pt x="584" y="452"/>
                  </a:lnTo>
                  <a:lnTo>
                    <a:pt x="589" y="446"/>
                  </a:lnTo>
                  <a:lnTo>
                    <a:pt x="598" y="445"/>
                  </a:lnTo>
                  <a:cubicBezTo>
                    <a:pt x="600" y="444"/>
                    <a:pt x="602" y="443"/>
                    <a:pt x="603" y="440"/>
                  </a:cubicBezTo>
                  <a:close/>
                </a:path>
              </a:pathLst>
            </a:custGeom>
            <a:grpFill/>
            <a:ln w="1651" cap="flat" cmpd="sng">
              <a:solidFill>
                <a:schemeClr val="bg2"/>
              </a:solidFill>
              <a:prstDash val="solid"/>
              <a:round/>
              <a:headEnd type="none" w="med" len="med"/>
              <a:tailEnd type="none" w="med" len="med"/>
            </a:ln>
          </p:spPr>
          <p:txBody>
            <a:bodyPr lIns="18000" rIns="18000" anchor="ctr">
              <a:spAutoFit/>
            </a:bodyPr>
            <a:lstStyle/>
            <a:p>
              <a:endParaRPr lang="de-DE" dirty="0"/>
            </a:p>
          </p:txBody>
        </p:sp>
        <p:grpSp>
          <p:nvGrpSpPr>
            <p:cNvPr id="18" name="AOK NordWest1">
              <a:extLst>
                <a:ext uri="{FF2B5EF4-FFF2-40B4-BE49-F238E27FC236}">
                  <a16:creationId xmlns:a16="http://schemas.microsoft.com/office/drawing/2014/main" id="{25A6E91A-C303-6737-E1C1-AF1A262AB0DF}"/>
                </a:ext>
              </a:extLst>
            </p:cNvPr>
            <p:cNvGrpSpPr>
              <a:grpSpLocks/>
            </p:cNvGrpSpPr>
            <p:nvPr/>
          </p:nvGrpSpPr>
          <p:grpSpPr bwMode="auto">
            <a:xfrm>
              <a:off x="5643158" y="1147315"/>
              <a:ext cx="996352" cy="849172"/>
              <a:chOff x="3592" y="425"/>
              <a:chExt cx="785" cy="654"/>
            </a:xfrm>
            <a:grpFill/>
          </p:grpSpPr>
          <p:sp>
            <p:nvSpPr>
              <p:cNvPr id="35" name="Freeform 23">
                <a:extLst>
                  <a:ext uri="{FF2B5EF4-FFF2-40B4-BE49-F238E27FC236}">
                    <a16:creationId xmlns:a16="http://schemas.microsoft.com/office/drawing/2014/main" id="{100D4051-D215-2508-D973-76E8DFD4CE9C}"/>
                  </a:ext>
                </a:extLst>
              </p:cNvPr>
              <p:cNvSpPr>
                <a:spLocks/>
              </p:cNvSpPr>
              <p:nvPr/>
            </p:nvSpPr>
            <p:spPr bwMode="auto">
              <a:xfrm>
                <a:off x="3753" y="484"/>
                <a:ext cx="624" cy="595"/>
              </a:xfrm>
              <a:custGeom>
                <a:avLst/>
                <a:gdLst>
                  <a:gd name="T0" fmla="*/ 1 w 1046"/>
                  <a:gd name="T1" fmla="*/ 1 h 1020"/>
                  <a:gd name="T2" fmla="*/ 1 w 1046"/>
                  <a:gd name="T3" fmla="*/ 1 h 1020"/>
                  <a:gd name="T4" fmla="*/ 1 w 1046"/>
                  <a:gd name="T5" fmla="*/ 1 h 1020"/>
                  <a:gd name="T6" fmla="*/ 1 w 1046"/>
                  <a:gd name="T7" fmla="*/ 0 h 1020"/>
                  <a:gd name="T8" fmla="*/ 1 w 1046"/>
                  <a:gd name="T9" fmla="*/ 1 h 1020"/>
                  <a:gd name="T10" fmla="*/ 1 w 1046"/>
                  <a:gd name="T11" fmla="*/ 1 h 1020"/>
                  <a:gd name="T12" fmla="*/ 1 w 1046"/>
                  <a:gd name="T13" fmla="*/ 1 h 1020"/>
                  <a:gd name="T14" fmla="*/ 1 w 1046"/>
                  <a:gd name="T15" fmla="*/ 1 h 1020"/>
                  <a:gd name="T16" fmla="*/ 1 w 1046"/>
                  <a:gd name="T17" fmla="*/ 1 h 1020"/>
                  <a:gd name="T18" fmla="*/ 1 w 1046"/>
                  <a:gd name="T19" fmla="*/ 1 h 1020"/>
                  <a:gd name="T20" fmla="*/ 1 w 1046"/>
                  <a:gd name="T21" fmla="*/ 1 h 1020"/>
                  <a:gd name="T22" fmla="*/ 1 w 1046"/>
                  <a:gd name="T23" fmla="*/ 1 h 1020"/>
                  <a:gd name="T24" fmla="*/ 1 w 1046"/>
                  <a:gd name="T25" fmla="*/ 1 h 1020"/>
                  <a:gd name="T26" fmla="*/ 1 w 1046"/>
                  <a:gd name="T27" fmla="*/ 1 h 1020"/>
                  <a:gd name="T28" fmla="*/ 1 w 1046"/>
                  <a:gd name="T29" fmla="*/ 1 h 1020"/>
                  <a:gd name="T30" fmla="*/ 1 w 1046"/>
                  <a:gd name="T31" fmla="*/ 1 h 1020"/>
                  <a:gd name="T32" fmla="*/ 1 w 1046"/>
                  <a:gd name="T33" fmla="*/ 1 h 1020"/>
                  <a:gd name="T34" fmla="*/ 1 w 1046"/>
                  <a:gd name="T35" fmla="*/ 1 h 1020"/>
                  <a:gd name="T36" fmla="*/ 1 w 1046"/>
                  <a:gd name="T37" fmla="*/ 1 h 1020"/>
                  <a:gd name="T38" fmla="*/ 1 w 1046"/>
                  <a:gd name="T39" fmla="*/ 1 h 1020"/>
                  <a:gd name="T40" fmla="*/ 1 w 1046"/>
                  <a:gd name="T41" fmla="*/ 1 h 1020"/>
                  <a:gd name="T42" fmla="*/ 1 w 1046"/>
                  <a:gd name="T43" fmla="*/ 1 h 1020"/>
                  <a:gd name="T44" fmla="*/ 1 w 1046"/>
                  <a:gd name="T45" fmla="*/ 1 h 1020"/>
                  <a:gd name="T46" fmla="*/ 1 w 1046"/>
                  <a:gd name="T47" fmla="*/ 1 h 1020"/>
                  <a:gd name="T48" fmla="*/ 1 w 1046"/>
                  <a:gd name="T49" fmla="*/ 1 h 1020"/>
                  <a:gd name="T50" fmla="*/ 1 w 1046"/>
                  <a:gd name="T51" fmla="*/ 1 h 1020"/>
                  <a:gd name="T52" fmla="*/ 1 w 1046"/>
                  <a:gd name="T53" fmla="*/ 1 h 1020"/>
                  <a:gd name="T54" fmla="*/ 1 w 1046"/>
                  <a:gd name="T55" fmla="*/ 1 h 1020"/>
                  <a:gd name="T56" fmla="*/ 1 w 1046"/>
                  <a:gd name="T57" fmla="*/ 1 h 1020"/>
                  <a:gd name="T58" fmla="*/ 1 w 1046"/>
                  <a:gd name="T59" fmla="*/ 1 h 1020"/>
                  <a:gd name="T60" fmla="*/ 1 w 1046"/>
                  <a:gd name="T61" fmla="*/ 1 h 1020"/>
                  <a:gd name="T62" fmla="*/ 1 w 1046"/>
                  <a:gd name="T63" fmla="*/ 1 h 1020"/>
                  <a:gd name="T64" fmla="*/ 1 w 1046"/>
                  <a:gd name="T65" fmla="*/ 1 h 1020"/>
                  <a:gd name="T66" fmla="*/ 1 w 1046"/>
                  <a:gd name="T67" fmla="*/ 1 h 1020"/>
                  <a:gd name="T68" fmla="*/ 1 w 1046"/>
                  <a:gd name="T69" fmla="*/ 1 h 1020"/>
                  <a:gd name="T70" fmla="*/ 1 w 1046"/>
                  <a:gd name="T71" fmla="*/ 1 h 1020"/>
                  <a:gd name="T72" fmla="*/ 1 w 1046"/>
                  <a:gd name="T73" fmla="*/ 1 h 1020"/>
                  <a:gd name="T74" fmla="*/ 1 w 1046"/>
                  <a:gd name="T75" fmla="*/ 1 h 1020"/>
                  <a:gd name="T76" fmla="*/ 1 w 1046"/>
                  <a:gd name="T77" fmla="*/ 1 h 1020"/>
                  <a:gd name="T78" fmla="*/ 1 w 1046"/>
                  <a:gd name="T79" fmla="*/ 1 h 1020"/>
                  <a:gd name="T80" fmla="*/ 1 w 1046"/>
                  <a:gd name="T81" fmla="*/ 1 h 1020"/>
                  <a:gd name="T82" fmla="*/ 1 w 1046"/>
                  <a:gd name="T83" fmla="*/ 1 h 1020"/>
                  <a:gd name="T84" fmla="*/ 1 w 1046"/>
                  <a:gd name="T85" fmla="*/ 1 h 1020"/>
                  <a:gd name="T86" fmla="*/ 1 w 1046"/>
                  <a:gd name="T87" fmla="*/ 1 h 1020"/>
                  <a:gd name="T88" fmla="*/ 1 w 1046"/>
                  <a:gd name="T89" fmla="*/ 1 h 1020"/>
                  <a:gd name="T90" fmla="*/ 1 w 1046"/>
                  <a:gd name="T91" fmla="*/ 1 h 1020"/>
                  <a:gd name="T92" fmla="*/ 1 w 1046"/>
                  <a:gd name="T93" fmla="*/ 1 h 1020"/>
                  <a:gd name="T94" fmla="*/ 1 w 1046"/>
                  <a:gd name="T95" fmla="*/ 1 h 1020"/>
                  <a:gd name="T96" fmla="*/ 1 w 1046"/>
                  <a:gd name="T97" fmla="*/ 1 h 1020"/>
                  <a:gd name="T98" fmla="*/ 1 w 1046"/>
                  <a:gd name="T99" fmla="*/ 1 h 1020"/>
                  <a:gd name="T100" fmla="*/ 1 w 1046"/>
                  <a:gd name="T101" fmla="*/ 1 h 1020"/>
                  <a:gd name="T102" fmla="*/ 1 w 1046"/>
                  <a:gd name="T103" fmla="*/ 1 h 1020"/>
                  <a:gd name="T104" fmla="*/ 1 w 1046"/>
                  <a:gd name="T105" fmla="*/ 1 h 1020"/>
                  <a:gd name="T106" fmla="*/ 1 w 1046"/>
                  <a:gd name="T107" fmla="*/ 1 h 1020"/>
                  <a:gd name="T108" fmla="*/ 1 w 1046"/>
                  <a:gd name="T109" fmla="*/ 1 h 1020"/>
                  <a:gd name="T110" fmla="*/ 1 w 1046"/>
                  <a:gd name="T111" fmla="*/ 1 h 1020"/>
                  <a:gd name="T112" fmla="*/ 1 w 1046"/>
                  <a:gd name="T113" fmla="*/ 1 h 1020"/>
                  <a:gd name="T114" fmla="*/ 1 w 1046"/>
                  <a:gd name="T115" fmla="*/ 1 h 1020"/>
                  <a:gd name="T116" fmla="*/ 1 w 1046"/>
                  <a:gd name="T117" fmla="*/ 1 h 1020"/>
                  <a:gd name="T118" fmla="*/ 1 w 1046"/>
                  <a:gd name="T119" fmla="*/ 1 h 1020"/>
                  <a:gd name="T120" fmla="*/ 1 w 1046"/>
                  <a:gd name="T121" fmla="*/ 1 h 1020"/>
                  <a:gd name="T122" fmla="*/ 1 w 1046"/>
                  <a:gd name="T123" fmla="*/ 1 h 1020"/>
                  <a:gd name="T124" fmla="*/ 1 w 1046"/>
                  <a:gd name="T125" fmla="*/ 1 h 102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046"/>
                  <a:gd name="T190" fmla="*/ 0 h 1020"/>
                  <a:gd name="T191" fmla="*/ 1046 w 1046"/>
                  <a:gd name="T192" fmla="*/ 1020 h 102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046" h="1020">
                    <a:moveTo>
                      <a:pt x="324" y="56"/>
                    </a:moveTo>
                    <a:lnTo>
                      <a:pt x="305" y="44"/>
                    </a:lnTo>
                    <a:lnTo>
                      <a:pt x="279" y="64"/>
                    </a:lnTo>
                    <a:lnTo>
                      <a:pt x="247" y="60"/>
                    </a:lnTo>
                    <a:lnTo>
                      <a:pt x="246" y="37"/>
                    </a:lnTo>
                    <a:lnTo>
                      <a:pt x="221" y="27"/>
                    </a:lnTo>
                    <a:lnTo>
                      <a:pt x="209" y="28"/>
                    </a:lnTo>
                    <a:lnTo>
                      <a:pt x="167" y="30"/>
                    </a:lnTo>
                    <a:lnTo>
                      <a:pt x="153" y="18"/>
                    </a:lnTo>
                    <a:lnTo>
                      <a:pt x="129" y="8"/>
                    </a:lnTo>
                    <a:lnTo>
                      <a:pt x="111" y="9"/>
                    </a:lnTo>
                    <a:lnTo>
                      <a:pt x="98" y="15"/>
                    </a:lnTo>
                    <a:lnTo>
                      <a:pt x="86" y="6"/>
                    </a:lnTo>
                    <a:lnTo>
                      <a:pt x="65" y="14"/>
                    </a:lnTo>
                    <a:lnTo>
                      <a:pt x="47" y="13"/>
                    </a:lnTo>
                    <a:lnTo>
                      <a:pt x="33" y="0"/>
                    </a:lnTo>
                    <a:lnTo>
                      <a:pt x="18" y="20"/>
                    </a:lnTo>
                    <a:lnTo>
                      <a:pt x="20" y="72"/>
                    </a:lnTo>
                    <a:lnTo>
                      <a:pt x="39" y="78"/>
                    </a:lnTo>
                    <a:lnTo>
                      <a:pt x="48" y="86"/>
                    </a:lnTo>
                    <a:lnTo>
                      <a:pt x="54" y="114"/>
                    </a:lnTo>
                    <a:lnTo>
                      <a:pt x="44" y="124"/>
                    </a:lnTo>
                    <a:lnTo>
                      <a:pt x="48" y="132"/>
                    </a:lnTo>
                    <a:lnTo>
                      <a:pt x="62" y="130"/>
                    </a:lnTo>
                    <a:lnTo>
                      <a:pt x="78" y="166"/>
                    </a:lnTo>
                    <a:lnTo>
                      <a:pt x="101" y="176"/>
                    </a:lnTo>
                    <a:lnTo>
                      <a:pt x="97" y="198"/>
                    </a:lnTo>
                    <a:lnTo>
                      <a:pt x="87" y="205"/>
                    </a:lnTo>
                    <a:lnTo>
                      <a:pt x="90" y="210"/>
                    </a:lnTo>
                    <a:lnTo>
                      <a:pt x="114" y="199"/>
                    </a:lnTo>
                    <a:lnTo>
                      <a:pt x="133" y="238"/>
                    </a:lnTo>
                    <a:lnTo>
                      <a:pt x="145" y="248"/>
                    </a:lnTo>
                    <a:lnTo>
                      <a:pt x="158" y="286"/>
                    </a:lnTo>
                    <a:lnTo>
                      <a:pt x="153" y="313"/>
                    </a:lnTo>
                    <a:lnTo>
                      <a:pt x="147" y="313"/>
                    </a:lnTo>
                    <a:lnTo>
                      <a:pt x="145" y="307"/>
                    </a:lnTo>
                    <a:lnTo>
                      <a:pt x="139" y="307"/>
                    </a:lnTo>
                    <a:lnTo>
                      <a:pt x="125" y="327"/>
                    </a:lnTo>
                    <a:lnTo>
                      <a:pt x="111" y="328"/>
                    </a:lnTo>
                    <a:lnTo>
                      <a:pt x="91" y="322"/>
                    </a:lnTo>
                    <a:lnTo>
                      <a:pt x="39" y="333"/>
                    </a:lnTo>
                    <a:lnTo>
                      <a:pt x="32" y="330"/>
                    </a:lnTo>
                    <a:lnTo>
                      <a:pt x="12" y="355"/>
                    </a:lnTo>
                    <a:lnTo>
                      <a:pt x="15" y="360"/>
                    </a:lnTo>
                    <a:lnTo>
                      <a:pt x="24" y="356"/>
                    </a:lnTo>
                    <a:lnTo>
                      <a:pt x="26" y="346"/>
                    </a:lnTo>
                    <a:lnTo>
                      <a:pt x="35" y="357"/>
                    </a:lnTo>
                    <a:lnTo>
                      <a:pt x="19" y="376"/>
                    </a:lnTo>
                    <a:lnTo>
                      <a:pt x="6" y="374"/>
                    </a:lnTo>
                    <a:lnTo>
                      <a:pt x="0" y="396"/>
                    </a:lnTo>
                    <a:lnTo>
                      <a:pt x="25" y="416"/>
                    </a:lnTo>
                    <a:lnTo>
                      <a:pt x="31" y="430"/>
                    </a:lnTo>
                    <a:lnTo>
                      <a:pt x="35" y="417"/>
                    </a:lnTo>
                    <a:lnTo>
                      <a:pt x="55" y="405"/>
                    </a:lnTo>
                    <a:lnTo>
                      <a:pt x="69" y="417"/>
                    </a:lnTo>
                    <a:lnTo>
                      <a:pt x="92" y="415"/>
                    </a:lnTo>
                    <a:lnTo>
                      <a:pt x="101" y="427"/>
                    </a:lnTo>
                    <a:lnTo>
                      <a:pt x="96" y="456"/>
                    </a:lnTo>
                    <a:lnTo>
                      <a:pt x="80" y="484"/>
                    </a:lnTo>
                    <a:lnTo>
                      <a:pt x="85" y="507"/>
                    </a:lnTo>
                    <a:lnTo>
                      <a:pt x="97" y="522"/>
                    </a:lnTo>
                    <a:lnTo>
                      <a:pt x="110" y="517"/>
                    </a:lnTo>
                    <a:lnTo>
                      <a:pt x="140" y="522"/>
                    </a:lnTo>
                    <a:lnTo>
                      <a:pt x="152" y="538"/>
                    </a:lnTo>
                    <a:lnTo>
                      <a:pt x="158" y="556"/>
                    </a:lnTo>
                    <a:lnTo>
                      <a:pt x="153" y="570"/>
                    </a:lnTo>
                    <a:lnTo>
                      <a:pt x="141" y="582"/>
                    </a:lnTo>
                    <a:lnTo>
                      <a:pt x="116" y="571"/>
                    </a:lnTo>
                    <a:lnTo>
                      <a:pt x="96" y="573"/>
                    </a:lnTo>
                    <a:lnTo>
                      <a:pt x="92" y="582"/>
                    </a:lnTo>
                    <a:lnTo>
                      <a:pt x="110" y="602"/>
                    </a:lnTo>
                    <a:lnTo>
                      <a:pt x="125" y="658"/>
                    </a:lnTo>
                    <a:lnTo>
                      <a:pt x="145" y="669"/>
                    </a:lnTo>
                    <a:lnTo>
                      <a:pt x="159" y="662"/>
                    </a:lnTo>
                    <a:lnTo>
                      <a:pt x="187" y="672"/>
                    </a:lnTo>
                    <a:lnTo>
                      <a:pt x="231" y="675"/>
                    </a:lnTo>
                    <a:lnTo>
                      <a:pt x="254" y="679"/>
                    </a:lnTo>
                    <a:lnTo>
                      <a:pt x="279" y="702"/>
                    </a:lnTo>
                    <a:lnTo>
                      <a:pt x="287" y="714"/>
                    </a:lnTo>
                    <a:lnTo>
                      <a:pt x="302" y="726"/>
                    </a:lnTo>
                    <a:lnTo>
                      <a:pt x="311" y="752"/>
                    </a:lnTo>
                    <a:lnTo>
                      <a:pt x="317" y="759"/>
                    </a:lnTo>
                    <a:lnTo>
                      <a:pt x="314" y="774"/>
                    </a:lnTo>
                    <a:lnTo>
                      <a:pt x="325" y="788"/>
                    </a:lnTo>
                    <a:lnTo>
                      <a:pt x="353" y="802"/>
                    </a:lnTo>
                    <a:lnTo>
                      <a:pt x="363" y="824"/>
                    </a:lnTo>
                    <a:lnTo>
                      <a:pt x="367" y="843"/>
                    </a:lnTo>
                    <a:lnTo>
                      <a:pt x="378" y="855"/>
                    </a:lnTo>
                    <a:lnTo>
                      <a:pt x="377" y="862"/>
                    </a:lnTo>
                    <a:lnTo>
                      <a:pt x="425" y="894"/>
                    </a:lnTo>
                    <a:lnTo>
                      <a:pt x="444" y="896"/>
                    </a:lnTo>
                    <a:lnTo>
                      <a:pt x="458" y="858"/>
                    </a:lnTo>
                    <a:lnTo>
                      <a:pt x="469" y="859"/>
                    </a:lnTo>
                    <a:lnTo>
                      <a:pt x="471" y="876"/>
                    </a:lnTo>
                    <a:lnTo>
                      <a:pt x="480" y="879"/>
                    </a:lnTo>
                    <a:lnTo>
                      <a:pt x="500" y="855"/>
                    </a:lnTo>
                    <a:lnTo>
                      <a:pt x="504" y="841"/>
                    </a:lnTo>
                    <a:lnTo>
                      <a:pt x="523" y="838"/>
                    </a:lnTo>
                    <a:lnTo>
                      <a:pt x="535" y="841"/>
                    </a:lnTo>
                    <a:lnTo>
                      <a:pt x="540" y="824"/>
                    </a:lnTo>
                    <a:lnTo>
                      <a:pt x="563" y="817"/>
                    </a:lnTo>
                    <a:lnTo>
                      <a:pt x="564" y="794"/>
                    </a:lnTo>
                    <a:lnTo>
                      <a:pt x="572" y="786"/>
                    </a:lnTo>
                    <a:lnTo>
                      <a:pt x="584" y="794"/>
                    </a:lnTo>
                    <a:lnTo>
                      <a:pt x="595" y="783"/>
                    </a:lnTo>
                    <a:lnTo>
                      <a:pt x="609" y="778"/>
                    </a:lnTo>
                    <a:lnTo>
                      <a:pt x="619" y="787"/>
                    </a:lnTo>
                    <a:lnTo>
                      <a:pt x="613" y="807"/>
                    </a:lnTo>
                    <a:lnTo>
                      <a:pt x="605" y="806"/>
                    </a:lnTo>
                    <a:lnTo>
                      <a:pt x="602" y="818"/>
                    </a:lnTo>
                    <a:lnTo>
                      <a:pt x="614" y="824"/>
                    </a:lnTo>
                    <a:lnTo>
                      <a:pt x="623" y="840"/>
                    </a:lnTo>
                    <a:lnTo>
                      <a:pt x="627" y="844"/>
                    </a:lnTo>
                    <a:lnTo>
                      <a:pt x="621" y="855"/>
                    </a:lnTo>
                    <a:lnTo>
                      <a:pt x="624" y="862"/>
                    </a:lnTo>
                    <a:lnTo>
                      <a:pt x="608" y="878"/>
                    </a:lnTo>
                    <a:lnTo>
                      <a:pt x="608" y="906"/>
                    </a:lnTo>
                    <a:lnTo>
                      <a:pt x="626" y="906"/>
                    </a:lnTo>
                    <a:lnTo>
                      <a:pt x="632" y="920"/>
                    </a:lnTo>
                    <a:lnTo>
                      <a:pt x="653" y="949"/>
                    </a:lnTo>
                    <a:lnTo>
                      <a:pt x="666" y="952"/>
                    </a:lnTo>
                    <a:lnTo>
                      <a:pt x="669" y="967"/>
                    </a:lnTo>
                    <a:lnTo>
                      <a:pt x="689" y="970"/>
                    </a:lnTo>
                    <a:lnTo>
                      <a:pt x="709" y="991"/>
                    </a:lnTo>
                    <a:lnTo>
                      <a:pt x="727" y="998"/>
                    </a:lnTo>
                    <a:lnTo>
                      <a:pt x="744" y="1012"/>
                    </a:lnTo>
                    <a:lnTo>
                      <a:pt x="759" y="1020"/>
                    </a:lnTo>
                    <a:lnTo>
                      <a:pt x="775" y="1010"/>
                    </a:lnTo>
                    <a:lnTo>
                      <a:pt x="783" y="1014"/>
                    </a:lnTo>
                    <a:lnTo>
                      <a:pt x="782" y="993"/>
                    </a:lnTo>
                    <a:lnTo>
                      <a:pt x="785" y="982"/>
                    </a:lnTo>
                    <a:lnTo>
                      <a:pt x="795" y="981"/>
                    </a:lnTo>
                    <a:lnTo>
                      <a:pt x="806" y="975"/>
                    </a:lnTo>
                    <a:lnTo>
                      <a:pt x="810" y="966"/>
                    </a:lnTo>
                    <a:lnTo>
                      <a:pt x="828" y="952"/>
                    </a:lnTo>
                    <a:lnTo>
                      <a:pt x="830" y="943"/>
                    </a:lnTo>
                    <a:lnTo>
                      <a:pt x="840" y="936"/>
                    </a:lnTo>
                    <a:lnTo>
                      <a:pt x="863" y="928"/>
                    </a:lnTo>
                    <a:lnTo>
                      <a:pt x="864" y="903"/>
                    </a:lnTo>
                    <a:lnTo>
                      <a:pt x="867" y="888"/>
                    </a:lnTo>
                    <a:lnTo>
                      <a:pt x="900" y="886"/>
                    </a:lnTo>
                    <a:lnTo>
                      <a:pt x="897" y="873"/>
                    </a:lnTo>
                    <a:lnTo>
                      <a:pt x="897" y="858"/>
                    </a:lnTo>
                    <a:lnTo>
                      <a:pt x="912" y="829"/>
                    </a:lnTo>
                    <a:lnTo>
                      <a:pt x="912" y="814"/>
                    </a:lnTo>
                    <a:lnTo>
                      <a:pt x="901" y="801"/>
                    </a:lnTo>
                    <a:lnTo>
                      <a:pt x="894" y="802"/>
                    </a:lnTo>
                    <a:lnTo>
                      <a:pt x="885" y="789"/>
                    </a:lnTo>
                    <a:lnTo>
                      <a:pt x="872" y="798"/>
                    </a:lnTo>
                    <a:lnTo>
                      <a:pt x="858" y="792"/>
                    </a:lnTo>
                    <a:lnTo>
                      <a:pt x="841" y="770"/>
                    </a:lnTo>
                    <a:lnTo>
                      <a:pt x="848" y="745"/>
                    </a:lnTo>
                    <a:lnTo>
                      <a:pt x="851" y="738"/>
                    </a:lnTo>
                    <a:lnTo>
                      <a:pt x="851" y="728"/>
                    </a:lnTo>
                    <a:lnTo>
                      <a:pt x="849" y="716"/>
                    </a:lnTo>
                    <a:lnTo>
                      <a:pt x="848" y="710"/>
                    </a:lnTo>
                    <a:lnTo>
                      <a:pt x="849" y="699"/>
                    </a:lnTo>
                    <a:lnTo>
                      <a:pt x="866" y="668"/>
                    </a:lnTo>
                    <a:lnTo>
                      <a:pt x="848" y="667"/>
                    </a:lnTo>
                    <a:lnTo>
                      <a:pt x="849" y="662"/>
                    </a:lnTo>
                    <a:lnTo>
                      <a:pt x="865" y="658"/>
                    </a:lnTo>
                    <a:lnTo>
                      <a:pt x="872" y="651"/>
                    </a:lnTo>
                    <a:lnTo>
                      <a:pt x="887" y="612"/>
                    </a:lnTo>
                    <a:lnTo>
                      <a:pt x="888" y="602"/>
                    </a:lnTo>
                    <a:lnTo>
                      <a:pt x="885" y="597"/>
                    </a:lnTo>
                    <a:lnTo>
                      <a:pt x="875" y="598"/>
                    </a:lnTo>
                    <a:lnTo>
                      <a:pt x="860" y="602"/>
                    </a:lnTo>
                    <a:lnTo>
                      <a:pt x="849" y="598"/>
                    </a:lnTo>
                    <a:lnTo>
                      <a:pt x="836" y="577"/>
                    </a:lnTo>
                    <a:lnTo>
                      <a:pt x="837" y="564"/>
                    </a:lnTo>
                    <a:lnTo>
                      <a:pt x="854" y="549"/>
                    </a:lnTo>
                    <a:lnTo>
                      <a:pt x="857" y="535"/>
                    </a:lnTo>
                    <a:lnTo>
                      <a:pt x="861" y="540"/>
                    </a:lnTo>
                    <a:lnTo>
                      <a:pt x="879" y="544"/>
                    </a:lnTo>
                    <a:lnTo>
                      <a:pt x="913" y="504"/>
                    </a:lnTo>
                    <a:lnTo>
                      <a:pt x="956" y="477"/>
                    </a:lnTo>
                    <a:lnTo>
                      <a:pt x="956" y="469"/>
                    </a:lnTo>
                    <a:lnTo>
                      <a:pt x="968" y="468"/>
                    </a:lnTo>
                    <a:lnTo>
                      <a:pt x="961" y="402"/>
                    </a:lnTo>
                    <a:lnTo>
                      <a:pt x="954" y="366"/>
                    </a:lnTo>
                    <a:lnTo>
                      <a:pt x="977" y="348"/>
                    </a:lnTo>
                    <a:lnTo>
                      <a:pt x="975" y="328"/>
                    </a:lnTo>
                    <a:lnTo>
                      <a:pt x="998" y="326"/>
                    </a:lnTo>
                    <a:lnTo>
                      <a:pt x="996" y="318"/>
                    </a:lnTo>
                    <a:lnTo>
                      <a:pt x="1007" y="316"/>
                    </a:lnTo>
                    <a:lnTo>
                      <a:pt x="1009" y="320"/>
                    </a:lnTo>
                    <a:lnTo>
                      <a:pt x="1046" y="328"/>
                    </a:lnTo>
                    <a:lnTo>
                      <a:pt x="1014" y="268"/>
                    </a:lnTo>
                    <a:lnTo>
                      <a:pt x="977" y="254"/>
                    </a:lnTo>
                    <a:lnTo>
                      <a:pt x="949" y="247"/>
                    </a:lnTo>
                    <a:lnTo>
                      <a:pt x="933" y="259"/>
                    </a:lnTo>
                    <a:lnTo>
                      <a:pt x="926" y="279"/>
                    </a:lnTo>
                    <a:lnTo>
                      <a:pt x="929" y="296"/>
                    </a:lnTo>
                    <a:lnTo>
                      <a:pt x="933" y="303"/>
                    </a:lnTo>
                    <a:lnTo>
                      <a:pt x="938" y="296"/>
                    </a:lnTo>
                    <a:lnTo>
                      <a:pt x="951" y="298"/>
                    </a:lnTo>
                    <a:lnTo>
                      <a:pt x="961" y="308"/>
                    </a:lnTo>
                    <a:lnTo>
                      <a:pt x="963" y="325"/>
                    </a:lnTo>
                    <a:lnTo>
                      <a:pt x="967" y="330"/>
                    </a:lnTo>
                    <a:lnTo>
                      <a:pt x="967" y="339"/>
                    </a:lnTo>
                    <a:lnTo>
                      <a:pt x="954" y="349"/>
                    </a:lnTo>
                    <a:lnTo>
                      <a:pt x="931" y="352"/>
                    </a:lnTo>
                    <a:lnTo>
                      <a:pt x="908" y="339"/>
                    </a:lnTo>
                    <a:lnTo>
                      <a:pt x="852" y="382"/>
                    </a:lnTo>
                    <a:lnTo>
                      <a:pt x="816" y="392"/>
                    </a:lnTo>
                    <a:lnTo>
                      <a:pt x="804" y="388"/>
                    </a:lnTo>
                    <a:lnTo>
                      <a:pt x="779" y="360"/>
                    </a:lnTo>
                    <a:lnTo>
                      <a:pt x="703" y="326"/>
                    </a:lnTo>
                    <a:lnTo>
                      <a:pt x="684" y="313"/>
                    </a:lnTo>
                    <a:lnTo>
                      <a:pt x="659" y="306"/>
                    </a:lnTo>
                    <a:lnTo>
                      <a:pt x="648" y="309"/>
                    </a:lnTo>
                    <a:lnTo>
                      <a:pt x="647" y="319"/>
                    </a:lnTo>
                    <a:lnTo>
                      <a:pt x="630" y="326"/>
                    </a:lnTo>
                    <a:lnTo>
                      <a:pt x="607" y="363"/>
                    </a:lnTo>
                    <a:lnTo>
                      <a:pt x="607" y="374"/>
                    </a:lnTo>
                    <a:lnTo>
                      <a:pt x="607" y="387"/>
                    </a:lnTo>
                    <a:lnTo>
                      <a:pt x="597" y="388"/>
                    </a:lnTo>
                    <a:lnTo>
                      <a:pt x="593" y="367"/>
                    </a:lnTo>
                    <a:lnTo>
                      <a:pt x="603" y="349"/>
                    </a:lnTo>
                    <a:lnTo>
                      <a:pt x="609" y="345"/>
                    </a:lnTo>
                    <a:lnTo>
                      <a:pt x="612" y="333"/>
                    </a:lnTo>
                    <a:lnTo>
                      <a:pt x="601" y="322"/>
                    </a:lnTo>
                    <a:lnTo>
                      <a:pt x="603" y="313"/>
                    </a:lnTo>
                    <a:lnTo>
                      <a:pt x="615" y="303"/>
                    </a:lnTo>
                    <a:lnTo>
                      <a:pt x="607" y="300"/>
                    </a:lnTo>
                    <a:lnTo>
                      <a:pt x="601" y="292"/>
                    </a:lnTo>
                    <a:lnTo>
                      <a:pt x="581" y="283"/>
                    </a:lnTo>
                    <a:lnTo>
                      <a:pt x="522" y="292"/>
                    </a:lnTo>
                    <a:lnTo>
                      <a:pt x="509" y="301"/>
                    </a:lnTo>
                    <a:lnTo>
                      <a:pt x="491" y="303"/>
                    </a:lnTo>
                    <a:lnTo>
                      <a:pt x="481" y="298"/>
                    </a:lnTo>
                    <a:lnTo>
                      <a:pt x="485" y="286"/>
                    </a:lnTo>
                    <a:lnTo>
                      <a:pt x="494" y="288"/>
                    </a:lnTo>
                    <a:lnTo>
                      <a:pt x="529" y="270"/>
                    </a:lnTo>
                    <a:lnTo>
                      <a:pt x="541" y="258"/>
                    </a:lnTo>
                    <a:lnTo>
                      <a:pt x="551" y="242"/>
                    </a:lnTo>
                    <a:lnTo>
                      <a:pt x="553" y="184"/>
                    </a:lnTo>
                    <a:lnTo>
                      <a:pt x="554" y="165"/>
                    </a:lnTo>
                    <a:lnTo>
                      <a:pt x="525" y="154"/>
                    </a:lnTo>
                    <a:lnTo>
                      <a:pt x="531" y="142"/>
                    </a:lnTo>
                    <a:lnTo>
                      <a:pt x="554" y="147"/>
                    </a:lnTo>
                    <a:lnTo>
                      <a:pt x="534" y="124"/>
                    </a:lnTo>
                    <a:lnTo>
                      <a:pt x="535" y="98"/>
                    </a:lnTo>
                    <a:lnTo>
                      <a:pt x="524" y="82"/>
                    </a:lnTo>
                    <a:lnTo>
                      <a:pt x="507" y="73"/>
                    </a:lnTo>
                    <a:lnTo>
                      <a:pt x="501" y="92"/>
                    </a:lnTo>
                    <a:lnTo>
                      <a:pt x="489" y="100"/>
                    </a:lnTo>
                    <a:lnTo>
                      <a:pt x="477" y="94"/>
                    </a:lnTo>
                    <a:lnTo>
                      <a:pt x="473" y="64"/>
                    </a:lnTo>
                    <a:lnTo>
                      <a:pt x="425" y="44"/>
                    </a:lnTo>
                    <a:lnTo>
                      <a:pt x="396" y="43"/>
                    </a:lnTo>
                    <a:lnTo>
                      <a:pt x="397" y="20"/>
                    </a:lnTo>
                    <a:lnTo>
                      <a:pt x="385" y="19"/>
                    </a:lnTo>
                    <a:lnTo>
                      <a:pt x="344" y="54"/>
                    </a:lnTo>
                    <a:lnTo>
                      <a:pt x="324" y="56"/>
                    </a:lnTo>
                    <a:close/>
                  </a:path>
                </a:pathLst>
              </a:custGeom>
              <a:grpFill/>
              <a:ln w="1651" cap="flat" cmpd="sng">
                <a:solidFill>
                  <a:schemeClr val="bg2"/>
                </a:solidFill>
                <a:prstDash val="solid"/>
                <a:round/>
                <a:headEnd type="none" w="med" len="med"/>
                <a:tailEnd type="none" w="med" len="med"/>
              </a:ln>
            </p:spPr>
            <p:txBody>
              <a:bodyPr lIns="18000" rIns="18000" anchor="ctr">
                <a:spAutoFit/>
              </a:bodyPr>
              <a:lstStyle/>
              <a:p>
                <a:endParaRPr lang="de-DE" dirty="0"/>
              </a:p>
            </p:txBody>
          </p:sp>
          <p:sp>
            <p:nvSpPr>
              <p:cNvPr id="36" name="Freeform 24">
                <a:extLst>
                  <a:ext uri="{FF2B5EF4-FFF2-40B4-BE49-F238E27FC236}">
                    <a16:creationId xmlns:a16="http://schemas.microsoft.com/office/drawing/2014/main" id="{C50B4E18-C08E-CCC0-01C6-248E61F0BB98}"/>
                  </a:ext>
                </a:extLst>
              </p:cNvPr>
              <p:cNvSpPr>
                <a:spLocks/>
              </p:cNvSpPr>
              <p:nvPr/>
            </p:nvSpPr>
            <p:spPr bwMode="auto">
              <a:xfrm>
                <a:off x="3689" y="425"/>
                <a:ext cx="50" cy="118"/>
              </a:xfrm>
              <a:custGeom>
                <a:avLst/>
                <a:gdLst>
                  <a:gd name="T0" fmla="*/ 0 w 84"/>
                  <a:gd name="T1" fmla="*/ 1 h 201"/>
                  <a:gd name="T2" fmla="*/ 1 w 84"/>
                  <a:gd name="T3" fmla="*/ 1 h 201"/>
                  <a:gd name="T4" fmla="*/ 1 w 84"/>
                  <a:gd name="T5" fmla="*/ 1 h 201"/>
                  <a:gd name="T6" fmla="*/ 1 w 84"/>
                  <a:gd name="T7" fmla="*/ 0 h 201"/>
                  <a:gd name="T8" fmla="*/ 1 w 84"/>
                  <a:gd name="T9" fmla="*/ 1 h 201"/>
                  <a:gd name="T10" fmla="*/ 1 w 84"/>
                  <a:gd name="T11" fmla="*/ 1 h 201"/>
                  <a:gd name="T12" fmla="*/ 1 w 84"/>
                  <a:gd name="T13" fmla="*/ 1 h 201"/>
                  <a:gd name="T14" fmla="*/ 1 w 84"/>
                  <a:gd name="T15" fmla="*/ 1 h 201"/>
                  <a:gd name="T16" fmla="*/ 1 w 84"/>
                  <a:gd name="T17" fmla="*/ 1 h 201"/>
                  <a:gd name="T18" fmla="*/ 1 w 84"/>
                  <a:gd name="T19" fmla="*/ 1 h 201"/>
                  <a:gd name="T20" fmla="*/ 1 w 84"/>
                  <a:gd name="T21" fmla="*/ 1 h 201"/>
                  <a:gd name="T22" fmla="*/ 1 w 84"/>
                  <a:gd name="T23" fmla="*/ 1 h 201"/>
                  <a:gd name="T24" fmla="*/ 1 w 84"/>
                  <a:gd name="T25" fmla="*/ 1 h 201"/>
                  <a:gd name="T26" fmla="*/ 1 w 84"/>
                  <a:gd name="T27" fmla="*/ 1 h 201"/>
                  <a:gd name="T28" fmla="*/ 1 w 84"/>
                  <a:gd name="T29" fmla="*/ 1 h 201"/>
                  <a:gd name="T30" fmla="*/ 1 w 84"/>
                  <a:gd name="T31" fmla="*/ 1 h 201"/>
                  <a:gd name="T32" fmla="*/ 1 w 84"/>
                  <a:gd name="T33" fmla="*/ 1 h 201"/>
                  <a:gd name="T34" fmla="*/ 1 w 84"/>
                  <a:gd name="T35" fmla="*/ 1 h 201"/>
                  <a:gd name="T36" fmla="*/ 1 w 84"/>
                  <a:gd name="T37" fmla="*/ 1 h 201"/>
                  <a:gd name="T38" fmla="*/ 0 w 84"/>
                  <a:gd name="T39" fmla="*/ 1 h 20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4"/>
                  <a:gd name="T61" fmla="*/ 0 h 201"/>
                  <a:gd name="T62" fmla="*/ 84 w 84"/>
                  <a:gd name="T63" fmla="*/ 201 h 20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4" h="201">
                    <a:moveTo>
                      <a:pt x="0" y="201"/>
                    </a:moveTo>
                    <a:lnTo>
                      <a:pt x="11" y="84"/>
                    </a:lnTo>
                    <a:lnTo>
                      <a:pt x="49" y="3"/>
                    </a:lnTo>
                    <a:lnTo>
                      <a:pt x="60" y="0"/>
                    </a:lnTo>
                    <a:lnTo>
                      <a:pt x="73" y="2"/>
                    </a:lnTo>
                    <a:lnTo>
                      <a:pt x="73" y="14"/>
                    </a:lnTo>
                    <a:lnTo>
                      <a:pt x="48" y="30"/>
                    </a:lnTo>
                    <a:lnTo>
                      <a:pt x="49" y="98"/>
                    </a:lnTo>
                    <a:lnTo>
                      <a:pt x="63" y="108"/>
                    </a:lnTo>
                    <a:lnTo>
                      <a:pt x="79" y="109"/>
                    </a:lnTo>
                    <a:lnTo>
                      <a:pt x="84" y="116"/>
                    </a:lnTo>
                    <a:lnTo>
                      <a:pt x="76" y="123"/>
                    </a:lnTo>
                    <a:lnTo>
                      <a:pt x="59" y="133"/>
                    </a:lnTo>
                    <a:lnTo>
                      <a:pt x="51" y="132"/>
                    </a:lnTo>
                    <a:lnTo>
                      <a:pt x="39" y="109"/>
                    </a:lnTo>
                    <a:lnTo>
                      <a:pt x="28" y="108"/>
                    </a:lnTo>
                    <a:lnTo>
                      <a:pt x="28" y="128"/>
                    </a:lnTo>
                    <a:lnTo>
                      <a:pt x="17" y="132"/>
                    </a:lnTo>
                    <a:lnTo>
                      <a:pt x="9" y="200"/>
                    </a:lnTo>
                    <a:lnTo>
                      <a:pt x="0" y="201"/>
                    </a:lnTo>
                    <a:close/>
                  </a:path>
                </a:pathLst>
              </a:custGeom>
              <a:grpFill/>
              <a:ln w="1651" cap="flat" cmpd="sng">
                <a:solidFill>
                  <a:schemeClr val="bg2"/>
                </a:solidFill>
                <a:prstDash val="solid"/>
                <a:round/>
                <a:headEnd type="none" w="med" len="med"/>
                <a:tailEnd type="none" w="med" len="med"/>
              </a:ln>
            </p:spPr>
            <p:txBody>
              <a:bodyPr lIns="18000" rIns="18000" anchor="ctr">
                <a:spAutoFit/>
              </a:bodyPr>
              <a:lstStyle/>
              <a:p>
                <a:endParaRPr lang="de-DE" dirty="0"/>
              </a:p>
            </p:txBody>
          </p:sp>
          <p:sp>
            <p:nvSpPr>
              <p:cNvPr id="37" name="Freeform 25">
                <a:extLst>
                  <a:ext uri="{FF2B5EF4-FFF2-40B4-BE49-F238E27FC236}">
                    <a16:creationId xmlns:a16="http://schemas.microsoft.com/office/drawing/2014/main" id="{09719FD9-4A9D-2782-46D8-D211EADBC6F3}"/>
                  </a:ext>
                </a:extLst>
              </p:cNvPr>
              <p:cNvSpPr>
                <a:spLocks/>
              </p:cNvSpPr>
              <p:nvPr/>
            </p:nvSpPr>
            <p:spPr bwMode="auto">
              <a:xfrm>
                <a:off x="3717" y="538"/>
                <a:ext cx="46" cy="31"/>
              </a:xfrm>
              <a:custGeom>
                <a:avLst/>
                <a:gdLst>
                  <a:gd name="T0" fmla="*/ 0 w 78"/>
                  <a:gd name="T1" fmla="*/ 1 h 52"/>
                  <a:gd name="T2" fmla="*/ 1 w 78"/>
                  <a:gd name="T3" fmla="*/ 1 h 52"/>
                  <a:gd name="T4" fmla="*/ 1 w 78"/>
                  <a:gd name="T5" fmla="*/ 1 h 52"/>
                  <a:gd name="T6" fmla="*/ 1 w 78"/>
                  <a:gd name="T7" fmla="*/ 1 h 52"/>
                  <a:gd name="T8" fmla="*/ 1 w 78"/>
                  <a:gd name="T9" fmla="*/ 1 h 52"/>
                  <a:gd name="T10" fmla="*/ 1 w 78"/>
                  <a:gd name="T11" fmla="*/ 1 h 52"/>
                  <a:gd name="T12" fmla="*/ 1 w 78"/>
                  <a:gd name="T13" fmla="*/ 1 h 52"/>
                  <a:gd name="T14" fmla="*/ 1 w 78"/>
                  <a:gd name="T15" fmla="*/ 1 h 52"/>
                  <a:gd name="T16" fmla="*/ 1 w 78"/>
                  <a:gd name="T17" fmla="*/ 1 h 52"/>
                  <a:gd name="T18" fmla="*/ 1 w 78"/>
                  <a:gd name="T19" fmla="*/ 0 h 52"/>
                  <a:gd name="T20" fmla="*/ 1 w 78"/>
                  <a:gd name="T21" fmla="*/ 1 h 52"/>
                  <a:gd name="T22" fmla="*/ 1 w 78"/>
                  <a:gd name="T23" fmla="*/ 1 h 52"/>
                  <a:gd name="T24" fmla="*/ 1 w 78"/>
                  <a:gd name="T25" fmla="*/ 1 h 52"/>
                  <a:gd name="T26" fmla="*/ 1 w 78"/>
                  <a:gd name="T27" fmla="*/ 1 h 52"/>
                  <a:gd name="T28" fmla="*/ 1 w 78"/>
                  <a:gd name="T29" fmla="*/ 1 h 52"/>
                  <a:gd name="T30" fmla="*/ 0 w 78"/>
                  <a:gd name="T31" fmla="*/ 1 h 5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8"/>
                  <a:gd name="T49" fmla="*/ 0 h 52"/>
                  <a:gd name="T50" fmla="*/ 78 w 78"/>
                  <a:gd name="T51" fmla="*/ 52 h 5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8" h="52">
                    <a:moveTo>
                      <a:pt x="0" y="36"/>
                    </a:moveTo>
                    <a:lnTo>
                      <a:pt x="29" y="49"/>
                    </a:lnTo>
                    <a:lnTo>
                      <a:pt x="42" y="47"/>
                    </a:lnTo>
                    <a:lnTo>
                      <a:pt x="64" y="52"/>
                    </a:lnTo>
                    <a:lnTo>
                      <a:pt x="70" y="37"/>
                    </a:lnTo>
                    <a:lnTo>
                      <a:pt x="78" y="29"/>
                    </a:lnTo>
                    <a:lnTo>
                      <a:pt x="73" y="23"/>
                    </a:lnTo>
                    <a:lnTo>
                      <a:pt x="76" y="13"/>
                    </a:lnTo>
                    <a:lnTo>
                      <a:pt x="66" y="5"/>
                    </a:lnTo>
                    <a:lnTo>
                      <a:pt x="52" y="0"/>
                    </a:lnTo>
                    <a:lnTo>
                      <a:pt x="50" y="6"/>
                    </a:lnTo>
                    <a:lnTo>
                      <a:pt x="44" y="7"/>
                    </a:lnTo>
                    <a:lnTo>
                      <a:pt x="40" y="1"/>
                    </a:lnTo>
                    <a:lnTo>
                      <a:pt x="16" y="7"/>
                    </a:lnTo>
                    <a:lnTo>
                      <a:pt x="1" y="23"/>
                    </a:lnTo>
                    <a:lnTo>
                      <a:pt x="0" y="36"/>
                    </a:lnTo>
                    <a:close/>
                  </a:path>
                </a:pathLst>
              </a:custGeom>
              <a:grpFill/>
              <a:ln w="1651" cap="flat" cmpd="sng">
                <a:solidFill>
                  <a:schemeClr val="bg2"/>
                </a:solidFill>
                <a:prstDash val="solid"/>
                <a:round/>
                <a:headEnd type="none" w="med" len="med"/>
                <a:tailEnd type="none" w="med" len="med"/>
              </a:ln>
            </p:spPr>
            <p:txBody>
              <a:bodyPr lIns="18000" rIns="18000" anchor="ctr">
                <a:spAutoFit/>
              </a:bodyPr>
              <a:lstStyle/>
              <a:p>
                <a:endParaRPr lang="de-DE" dirty="0"/>
              </a:p>
            </p:txBody>
          </p:sp>
          <p:sp>
            <p:nvSpPr>
              <p:cNvPr id="38" name="Freeform 26">
                <a:extLst>
                  <a:ext uri="{FF2B5EF4-FFF2-40B4-BE49-F238E27FC236}">
                    <a16:creationId xmlns:a16="http://schemas.microsoft.com/office/drawing/2014/main" id="{955437FE-9D64-2BB8-29A5-895D7A55F4D3}"/>
                  </a:ext>
                </a:extLst>
              </p:cNvPr>
              <p:cNvSpPr>
                <a:spLocks/>
              </p:cNvSpPr>
              <p:nvPr/>
            </p:nvSpPr>
            <p:spPr bwMode="auto">
              <a:xfrm>
                <a:off x="3805" y="628"/>
                <a:ext cx="32" cy="27"/>
              </a:xfrm>
              <a:custGeom>
                <a:avLst/>
                <a:gdLst>
                  <a:gd name="T0" fmla="*/ 0 w 55"/>
                  <a:gd name="T1" fmla="*/ 1 h 46"/>
                  <a:gd name="T2" fmla="*/ 1 w 55"/>
                  <a:gd name="T3" fmla="*/ 0 h 46"/>
                  <a:gd name="T4" fmla="*/ 1 w 55"/>
                  <a:gd name="T5" fmla="*/ 1 h 46"/>
                  <a:gd name="T6" fmla="*/ 1 w 55"/>
                  <a:gd name="T7" fmla="*/ 1 h 46"/>
                  <a:gd name="T8" fmla="*/ 1 w 55"/>
                  <a:gd name="T9" fmla="*/ 1 h 46"/>
                  <a:gd name="T10" fmla="*/ 1 w 55"/>
                  <a:gd name="T11" fmla="*/ 1 h 46"/>
                  <a:gd name="T12" fmla="*/ 1 w 55"/>
                  <a:gd name="T13" fmla="*/ 1 h 46"/>
                  <a:gd name="T14" fmla="*/ 1 w 55"/>
                  <a:gd name="T15" fmla="*/ 1 h 46"/>
                  <a:gd name="T16" fmla="*/ 1 w 55"/>
                  <a:gd name="T17" fmla="*/ 1 h 46"/>
                  <a:gd name="T18" fmla="*/ 0 w 55"/>
                  <a:gd name="T19" fmla="*/ 1 h 46"/>
                  <a:gd name="T20" fmla="*/ 1 w 55"/>
                  <a:gd name="T21" fmla="*/ 1 h 46"/>
                  <a:gd name="T22" fmla="*/ 0 w 55"/>
                  <a:gd name="T23" fmla="*/ 1 h 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
                  <a:gd name="T37" fmla="*/ 0 h 46"/>
                  <a:gd name="T38" fmla="*/ 55 w 55"/>
                  <a:gd name="T39" fmla="*/ 46 h 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 h="46">
                    <a:moveTo>
                      <a:pt x="0" y="13"/>
                    </a:moveTo>
                    <a:lnTo>
                      <a:pt x="25" y="0"/>
                    </a:lnTo>
                    <a:lnTo>
                      <a:pt x="49" y="6"/>
                    </a:lnTo>
                    <a:lnTo>
                      <a:pt x="54" y="10"/>
                    </a:lnTo>
                    <a:lnTo>
                      <a:pt x="55" y="25"/>
                    </a:lnTo>
                    <a:lnTo>
                      <a:pt x="50" y="31"/>
                    </a:lnTo>
                    <a:lnTo>
                      <a:pt x="45" y="42"/>
                    </a:lnTo>
                    <a:lnTo>
                      <a:pt x="33" y="46"/>
                    </a:lnTo>
                    <a:lnTo>
                      <a:pt x="15" y="42"/>
                    </a:lnTo>
                    <a:lnTo>
                      <a:pt x="0" y="31"/>
                    </a:lnTo>
                    <a:lnTo>
                      <a:pt x="4" y="19"/>
                    </a:lnTo>
                    <a:lnTo>
                      <a:pt x="0" y="13"/>
                    </a:lnTo>
                    <a:close/>
                  </a:path>
                </a:pathLst>
              </a:custGeom>
              <a:grpFill/>
              <a:ln w="1651" cap="flat" cmpd="sng">
                <a:solidFill>
                  <a:schemeClr val="bg2"/>
                </a:solidFill>
                <a:prstDash val="solid"/>
                <a:round/>
                <a:headEnd type="none" w="med" len="med"/>
                <a:tailEnd type="none" w="med" len="med"/>
              </a:ln>
            </p:spPr>
            <p:txBody>
              <a:bodyPr lIns="18000" rIns="18000" anchor="ctr">
                <a:spAutoFit/>
              </a:bodyPr>
              <a:lstStyle/>
              <a:p>
                <a:endParaRPr lang="de-DE" dirty="0"/>
              </a:p>
            </p:txBody>
          </p:sp>
          <p:sp>
            <p:nvSpPr>
              <p:cNvPr id="39" name="Freeform 27">
                <a:extLst>
                  <a:ext uri="{FF2B5EF4-FFF2-40B4-BE49-F238E27FC236}">
                    <a16:creationId xmlns:a16="http://schemas.microsoft.com/office/drawing/2014/main" id="{3B5C23B5-B066-EE2E-0221-173DB2B6B89C}"/>
                  </a:ext>
                </a:extLst>
              </p:cNvPr>
              <p:cNvSpPr>
                <a:spLocks/>
              </p:cNvSpPr>
              <p:nvPr/>
            </p:nvSpPr>
            <p:spPr bwMode="auto">
              <a:xfrm>
                <a:off x="3689" y="553"/>
                <a:ext cx="25" cy="44"/>
              </a:xfrm>
              <a:custGeom>
                <a:avLst/>
                <a:gdLst>
                  <a:gd name="T0" fmla="*/ 0 w 42"/>
                  <a:gd name="T1" fmla="*/ 1 h 75"/>
                  <a:gd name="T2" fmla="*/ 1 w 42"/>
                  <a:gd name="T3" fmla="*/ 1 h 75"/>
                  <a:gd name="T4" fmla="*/ 1 w 42"/>
                  <a:gd name="T5" fmla="*/ 0 h 75"/>
                  <a:gd name="T6" fmla="*/ 1 w 42"/>
                  <a:gd name="T7" fmla="*/ 1 h 75"/>
                  <a:gd name="T8" fmla="*/ 1 w 42"/>
                  <a:gd name="T9" fmla="*/ 1 h 75"/>
                  <a:gd name="T10" fmla="*/ 1 w 42"/>
                  <a:gd name="T11" fmla="*/ 1 h 75"/>
                  <a:gd name="T12" fmla="*/ 1 w 42"/>
                  <a:gd name="T13" fmla="*/ 1 h 75"/>
                  <a:gd name="T14" fmla="*/ 1 w 42"/>
                  <a:gd name="T15" fmla="*/ 1 h 75"/>
                  <a:gd name="T16" fmla="*/ 1 w 42"/>
                  <a:gd name="T17" fmla="*/ 1 h 75"/>
                  <a:gd name="T18" fmla="*/ 1 w 42"/>
                  <a:gd name="T19" fmla="*/ 1 h 75"/>
                  <a:gd name="T20" fmla="*/ 1 w 42"/>
                  <a:gd name="T21" fmla="*/ 1 h 75"/>
                  <a:gd name="T22" fmla="*/ 1 w 42"/>
                  <a:gd name="T23" fmla="*/ 1 h 75"/>
                  <a:gd name="T24" fmla="*/ 1 w 42"/>
                  <a:gd name="T25" fmla="*/ 1 h 75"/>
                  <a:gd name="T26" fmla="*/ 0 w 42"/>
                  <a:gd name="T27" fmla="*/ 1 h 7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2"/>
                  <a:gd name="T43" fmla="*/ 0 h 75"/>
                  <a:gd name="T44" fmla="*/ 42 w 42"/>
                  <a:gd name="T45" fmla="*/ 75 h 7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2" h="75">
                    <a:moveTo>
                      <a:pt x="0" y="21"/>
                    </a:moveTo>
                    <a:lnTo>
                      <a:pt x="15" y="16"/>
                    </a:lnTo>
                    <a:lnTo>
                      <a:pt x="22" y="0"/>
                    </a:lnTo>
                    <a:lnTo>
                      <a:pt x="27" y="2"/>
                    </a:lnTo>
                    <a:lnTo>
                      <a:pt x="22" y="18"/>
                    </a:lnTo>
                    <a:lnTo>
                      <a:pt x="29" y="46"/>
                    </a:lnTo>
                    <a:lnTo>
                      <a:pt x="36" y="51"/>
                    </a:lnTo>
                    <a:lnTo>
                      <a:pt x="36" y="58"/>
                    </a:lnTo>
                    <a:lnTo>
                      <a:pt x="42" y="62"/>
                    </a:lnTo>
                    <a:lnTo>
                      <a:pt x="40" y="68"/>
                    </a:lnTo>
                    <a:lnTo>
                      <a:pt x="27" y="68"/>
                    </a:lnTo>
                    <a:lnTo>
                      <a:pt x="18" y="75"/>
                    </a:lnTo>
                    <a:lnTo>
                      <a:pt x="5" y="46"/>
                    </a:lnTo>
                    <a:lnTo>
                      <a:pt x="0" y="21"/>
                    </a:lnTo>
                    <a:close/>
                  </a:path>
                </a:pathLst>
              </a:custGeom>
              <a:grpFill/>
              <a:ln w="1651" cap="flat" cmpd="sng">
                <a:solidFill>
                  <a:schemeClr val="bg2"/>
                </a:solidFill>
                <a:prstDash val="solid"/>
                <a:round/>
                <a:headEnd type="none" w="med" len="med"/>
                <a:tailEnd type="none" w="med" len="med"/>
              </a:ln>
            </p:spPr>
            <p:txBody>
              <a:bodyPr lIns="18000" rIns="18000" anchor="ctr">
                <a:spAutoFit/>
              </a:bodyPr>
              <a:lstStyle/>
              <a:p>
                <a:endParaRPr lang="de-DE" dirty="0"/>
              </a:p>
            </p:txBody>
          </p:sp>
          <p:sp>
            <p:nvSpPr>
              <p:cNvPr id="40" name="Freeform 28">
                <a:extLst>
                  <a:ext uri="{FF2B5EF4-FFF2-40B4-BE49-F238E27FC236}">
                    <a16:creationId xmlns:a16="http://schemas.microsoft.com/office/drawing/2014/main" id="{537E8F0B-E409-3120-8E2D-7D2087CEC0D3}"/>
                  </a:ext>
                </a:extLst>
              </p:cNvPr>
              <p:cNvSpPr>
                <a:spLocks/>
              </p:cNvSpPr>
              <p:nvPr/>
            </p:nvSpPr>
            <p:spPr bwMode="auto">
              <a:xfrm>
                <a:off x="3755" y="618"/>
                <a:ext cx="28" cy="21"/>
              </a:xfrm>
              <a:custGeom>
                <a:avLst/>
                <a:gdLst>
                  <a:gd name="T0" fmla="*/ 0 w 47"/>
                  <a:gd name="T1" fmla="*/ 1 h 37"/>
                  <a:gd name="T2" fmla="*/ 1 w 47"/>
                  <a:gd name="T3" fmla="*/ 1 h 37"/>
                  <a:gd name="T4" fmla="*/ 1 w 47"/>
                  <a:gd name="T5" fmla="*/ 1 h 37"/>
                  <a:gd name="T6" fmla="*/ 1 w 47"/>
                  <a:gd name="T7" fmla="*/ 0 h 37"/>
                  <a:gd name="T8" fmla="*/ 1 w 47"/>
                  <a:gd name="T9" fmla="*/ 1 h 37"/>
                  <a:gd name="T10" fmla="*/ 1 w 47"/>
                  <a:gd name="T11" fmla="*/ 1 h 37"/>
                  <a:gd name="T12" fmla="*/ 1 w 47"/>
                  <a:gd name="T13" fmla="*/ 1 h 37"/>
                  <a:gd name="T14" fmla="*/ 1 w 47"/>
                  <a:gd name="T15" fmla="*/ 1 h 37"/>
                  <a:gd name="T16" fmla="*/ 1 w 47"/>
                  <a:gd name="T17" fmla="*/ 1 h 37"/>
                  <a:gd name="T18" fmla="*/ 0 w 47"/>
                  <a:gd name="T19" fmla="*/ 1 h 3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7"/>
                  <a:gd name="T31" fmla="*/ 0 h 37"/>
                  <a:gd name="T32" fmla="*/ 47 w 47"/>
                  <a:gd name="T33" fmla="*/ 37 h 3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7" h="37">
                    <a:moveTo>
                      <a:pt x="0" y="19"/>
                    </a:moveTo>
                    <a:lnTo>
                      <a:pt x="2" y="7"/>
                    </a:lnTo>
                    <a:lnTo>
                      <a:pt x="15" y="4"/>
                    </a:lnTo>
                    <a:lnTo>
                      <a:pt x="23" y="0"/>
                    </a:lnTo>
                    <a:lnTo>
                      <a:pt x="33" y="3"/>
                    </a:lnTo>
                    <a:lnTo>
                      <a:pt x="47" y="1"/>
                    </a:lnTo>
                    <a:lnTo>
                      <a:pt x="44" y="18"/>
                    </a:lnTo>
                    <a:lnTo>
                      <a:pt x="36" y="30"/>
                    </a:lnTo>
                    <a:lnTo>
                      <a:pt x="9" y="37"/>
                    </a:lnTo>
                    <a:lnTo>
                      <a:pt x="0" y="19"/>
                    </a:lnTo>
                    <a:close/>
                  </a:path>
                </a:pathLst>
              </a:custGeom>
              <a:grpFill/>
              <a:ln w="1651" cap="flat" cmpd="sng">
                <a:solidFill>
                  <a:schemeClr val="bg2"/>
                </a:solidFill>
                <a:prstDash val="solid"/>
                <a:round/>
                <a:headEnd type="none" w="med" len="med"/>
                <a:tailEnd type="none" w="med" len="med"/>
              </a:ln>
            </p:spPr>
            <p:txBody>
              <a:bodyPr lIns="18000" rIns="18000" anchor="ctr">
                <a:spAutoFit/>
              </a:bodyPr>
              <a:lstStyle/>
              <a:p>
                <a:endParaRPr lang="de-DE" dirty="0"/>
              </a:p>
            </p:txBody>
          </p:sp>
          <p:sp>
            <p:nvSpPr>
              <p:cNvPr id="41" name="Freeform 29">
                <a:extLst>
                  <a:ext uri="{FF2B5EF4-FFF2-40B4-BE49-F238E27FC236}">
                    <a16:creationId xmlns:a16="http://schemas.microsoft.com/office/drawing/2014/main" id="{31865EF7-A6A0-6274-CE33-830C86F867A3}"/>
                  </a:ext>
                </a:extLst>
              </p:cNvPr>
              <p:cNvSpPr>
                <a:spLocks/>
              </p:cNvSpPr>
              <p:nvPr/>
            </p:nvSpPr>
            <p:spPr bwMode="auto">
              <a:xfrm>
                <a:off x="3729" y="646"/>
                <a:ext cx="15" cy="19"/>
              </a:xfrm>
              <a:custGeom>
                <a:avLst/>
                <a:gdLst>
                  <a:gd name="T0" fmla="*/ 0 w 27"/>
                  <a:gd name="T1" fmla="*/ 1 h 32"/>
                  <a:gd name="T2" fmla="*/ 1 w 27"/>
                  <a:gd name="T3" fmla="*/ 1 h 32"/>
                  <a:gd name="T4" fmla="*/ 1 w 27"/>
                  <a:gd name="T5" fmla="*/ 0 h 32"/>
                  <a:gd name="T6" fmla="*/ 1 w 27"/>
                  <a:gd name="T7" fmla="*/ 1 h 32"/>
                  <a:gd name="T8" fmla="*/ 1 w 27"/>
                  <a:gd name="T9" fmla="*/ 1 h 32"/>
                  <a:gd name="T10" fmla="*/ 1 w 27"/>
                  <a:gd name="T11" fmla="*/ 1 h 32"/>
                  <a:gd name="T12" fmla="*/ 1 w 27"/>
                  <a:gd name="T13" fmla="*/ 1 h 32"/>
                  <a:gd name="T14" fmla="*/ 1 w 27"/>
                  <a:gd name="T15" fmla="*/ 1 h 32"/>
                  <a:gd name="T16" fmla="*/ 1 w 27"/>
                  <a:gd name="T17" fmla="*/ 1 h 32"/>
                  <a:gd name="T18" fmla="*/ 0 w 27"/>
                  <a:gd name="T19" fmla="*/ 1 h 3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
                  <a:gd name="T31" fmla="*/ 0 h 32"/>
                  <a:gd name="T32" fmla="*/ 27 w 27"/>
                  <a:gd name="T33" fmla="*/ 32 h 3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 h="32">
                    <a:moveTo>
                      <a:pt x="0" y="5"/>
                    </a:moveTo>
                    <a:lnTo>
                      <a:pt x="6" y="5"/>
                    </a:lnTo>
                    <a:lnTo>
                      <a:pt x="10" y="0"/>
                    </a:lnTo>
                    <a:lnTo>
                      <a:pt x="14" y="2"/>
                    </a:lnTo>
                    <a:lnTo>
                      <a:pt x="12" y="12"/>
                    </a:lnTo>
                    <a:lnTo>
                      <a:pt x="27" y="24"/>
                    </a:lnTo>
                    <a:lnTo>
                      <a:pt x="26" y="27"/>
                    </a:lnTo>
                    <a:lnTo>
                      <a:pt x="16" y="32"/>
                    </a:lnTo>
                    <a:lnTo>
                      <a:pt x="3" y="25"/>
                    </a:lnTo>
                    <a:lnTo>
                      <a:pt x="0" y="5"/>
                    </a:lnTo>
                    <a:close/>
                  </a:path>
                </a:pathLst>
              </a:custGeom>
              <a:grpFill/>
              <a:ln w="1651" cap="flat" cmpd="sng">
                <a:solidFill>
                  <a:schemeClr val="bg2"/>
                </a:solidFill>
                <a:prstDash val="solid"/>
                <a:round/>
                <a:headEnd type="none" w="med" len="med"/>
                <a:tailEnd type="none" w="med" len="med"/>
              </a:ln>
            </p:spPr>
            <p:txBody>
              <a:bodyPr lIns="18000" rIns="18000" anchor="ctr">
                <a:spAutoFit/>
              </a:bodyPr>
              <a:lstStyle/>
              <a:p>
                <a:endParaRPr lang="de-DE" dirty="0"/>
              </a:p>
            </p:txBody>
          </p:sp>
          <p:sp>
            <p:nvSpPr>
              <p:cNvPr id="42" name="Freeform 30">
                <a:extLst>
                  <a:ext uri="{FF2B5EF4-FFF2-40B4-BE49-F238E27FC236}">
                    <a16:creationId xmlns:a16="http://schemas.microsoft.com/office/drawing/2014/main" id="{A1FDF1DD-984D-BAA6-3998-C57422043135}"/>
                  </a:ext>
                </a:extLst>
              </p:cNvPr>
              <p:cNvSpPr>
                <a:spLocks/>
              </p:cNvSpPr>
              <p:nvPr/>
            </p:nvSpPr>
            <p:spPr bwMode="auto">
              <a:xfrm>
                <a:off x="3592" y="742"/>
                <a:ext cx="6" cy="5"/>
              </a:xfrm>
              <a:custGeom>
                <a:avLst/>
                <a:gdLst>
                  <a:gd name="T0" fmla="*/ 0 w 10"/>
                  <a:gd name="T1" fmla="*/ 0 h 7"/>
                  <a:gd name="T2" fmla="*/ 1 w 10"/>
                  <a:gd name="T3" fmla="*/ 1 h 7"/>
                  <a:gd name="T4" fmla="*/ 1 w 10"/>
                  <a:gd name="T5" fmla="*/ 1 h 7"/>
                  <a:gd name="T6" fmla="*/ 0 w 10"/>
                  <a:gd name="T7" fmla="*/ 0 h 7"/>
                  <a:gd name="T8" fmla="*/ 0 60000 65536"/>
                  <a:gd name="T9" fmla="*/ 0 60000 65536"/>
                  <a:gd name="T10" fmla="*/ 0 60000 65536"/>
                  <a:gd name="T11" fmla="*/ 0 60000 65536"/>
                  <a:gd name="T12" fmla="*/ 0 w 10"/>
                  <a:gd name="T13" fmla="*/ 0 h 7"/>
                  <a:gd name="T14" fmla="*/ 10 w 10"/>
                  <a:gd name="T15" fmla="*/ 7 h 7"/>
                </a:gdLst>
                <a:ahLst/>
                <a:cxnLst>
                  <a:cxn ang="T8">
                    <a:pos x="T0" y="T1"/>
                  </a:cxn>
                  <a:cxn ang="T9">
                    <a:pos x="T2" y="T3"/>
                  </a:cxn>
                  <a:cxn ang="T10">
                    <a:pos x="T4" y="T5"/>
                  </a:cxn>
                  <a:cxn ang="T11">
                    <a:pos x="T6" y="T7"/>
                  </a:cxn>
                </a:cxnLst>
                <a:rect l="T12" t="T13" r="T14" b="T15"/>
                <a:pathLst>
                  <a:path w="10" h="7">
                    <a:moveTo>
                      <a:pt x="0" y="0"/>
                    </a:moveTo>
                    <a:lnTo>
                      <a:pt x="10" y="1"/>
                    </a:lnTo>
                    <a:lnTo>
                      <a:pt x="4" y="7"/>
                    </a:lnTo>
                    <a:lnTo>
                      <a:pt x="0" y="0"/>
                    </a:lnTo>
                    <a:close/>
                  </a:path>
                </a:pathLst>
              </a:custGeom>
              <a:grpFill/>
              <a:ln w="1651" cap="flat" cmpd="sng">
                <a:solidFill>
                  <a:schemeClr val="bg2"/>
                </a:solidFill>
                <a:prstDash val="solid"/>
                <a:round/>
                <a:headEnd type="none" w="med" len="med"/>
                <a:tailEnd type="none" w="med" len="med"/>
              </a:ln>
            </p:spPr>
            <p:txBody>
              <a:bodyPr lIns="18000" rIns="18000" anchor="ctr">
                <a:spAutoFit/>
              </a:bodyPr>
              <a:lstStyle/>
              <a:p>
                <a:endParaRPr lang="de-DE" dirty="0"/>
              </a:p>
            </p:txBody>
          </p:sp>
        </p:grpSp>
        <p:grpSp>
          <p:nvGrpSpPr>
            <p:cNvPr id="19" name="AOK Niedersachsen">
              <a:extLst>
                <a:ext uri="{FF2B5EF4-FFF2-40B4-BE49-F238E27FC236}">
                  <a16:creationId xmlns:a16="http://schemas.microsoft.com/office/drawing/2014/main" id="{3C7FCC31-82A5-330C-CACF-A0CCB471B528}"/>
                </a:ext>
              </a:extLst>
            </p:cNvPr>
            <p:cNvGrpSpPr>
              <a:grpSpLocks/>
            </p:cNvGrpSpPr>
            <p:nvPr/>
          </p:nvGrpSpPr>
          <p:grpSpPr bwMode="auto">
            <a:xfrm>
              <a:off x="5253501" y="1732904"/>
              <a:ext cx="1463433" cy="1286741"/>
              <a:chOff x="3285" y="876"/>
              <a:chExt cx="1153" cy="991"/>
            </a:xfrm>
            <a:grpFill/>
          </p:grpSpPr>
          <p:sp>
            <p:nvSpPr>
              <p:cNvPr id="27" name="Freeform 32">
                <a:extLst>
                  <a:ext uri="{FF2B5EF4-FFF2-40B4-BE49-F238E27FC236}">
                    <a16:creationId xmlns:a16="http://schemas.microsoft.com/office/drawing/2014/main" id="{1A440450-8E44-DAFD-DB0E-AD705BE778FF}"/>
                  </a:ext>
                </a:extLst>
              </p:cNvPr>
              <p:cNvSpPr>
                <a:spLocks/>
              </p:cNvSpPr>
              <p:nvPr/>
            </p:nvSpPr>
            <p:spPr bwMode="auto">
              <a:xfrm>
                <a:off x="3285" y="876"/>
                <a:ext cx="1153" cy="991"/>
              </a:xfrm>
              <a:custGeom>
                <a:avLst/>
                <a:gdLst>
                  <a:gd name="T0" fmla="*/ 362 w 1153"/>
                  <a:gd name="T1" fmla="*/ 120 h 991"/>
                  <a:gd name="T2" fmla="*/ 348 w 1153"/>
                  <a:gd name="T3" fmla="*/ 170 h 991"/>
                  <a:gd name="T4" fmla="*/ 395 w 1153"/>
                  <a:gd name="T5" fmla="*/ 138 h 991"/>
                  <a:gd name="T6" fmla="*/ 451 w 1153"/>
                  <a:gd name="T7" fmla="*/ 137 h 991"/>
                  <a:gd name="T8" fmla="*/ 477 w 1153"/>
                  <a:gd name="T9" fmla="*/ 109 h 991"/>
                  <a:gd name="T10" fmla="*/ 447 w 1153"/>
                  <a:gd name="T11" fmla="*/ 57 h 991"/>
                  <a:gd name="T12" fmla="*/ 552 w 1153"/>
                  <a:gd name="T13" fmla="*/ 19 h 991"/>
                  <a:gd name="T14" fmla="*/ 638 w 1153"/>
                  <a:gd name="T15" fmla="*/ 40 h 991"/>
                  <a:gd name="T16" fmla="*/ 728 w 1153"/>
                  <a:gd name="T17" fmla="*/ 142 h 991"/>
                  <a:gd name="T18" fmla="*/ 750 w 1153"/>
                  <a:gd name="T19" fmla="*/ 173 h 991"/>
                  <a:gd name="T20" fmla="*/ 831 w 1153"/>
                  <a:gd name="T21" fmla="*/ 190 h 991"/>
                  <a:gd name="T22" fmla="*/ 902 w 1153"/>
                  <a:gd name="T23" fmla="*/ 190 h 991"/>
                  <a:gd name="T24" fmla="*/ 966 w 1153"/>
                  <a:gd name="T25" fmla="*/ 210 h 991"/>
                  <a:gd name="T26" fmla="*/ 999 w 1153"/>
                  <a:gd name="T27" fmla="*/ 250 h 991"/>
                  <a:gd name="T28" fmla="*/ 1057 w 1153"/>
                  <a:gd name="T29" fmla="*/ 284 h 991"/>
                  <a:gd name="T30" fmla="*/ 1104 w 1153"/>
                  <a:gd name="T31" fmla="*/ 308 h 991"/>
                  <a:gd name="T32" fmla="*/ 1153 w 1153"/>
                  <a:gd name="T33" fmla="*/ 330 h 991"/>
                  <a:gd name="T34" fmla="*/ 1113 w 1153"/>
                  <a:gd name="T35" fmla="*/ 377 h 991"/>
                  <a:gd name="T36" fmla="*/ 1020 w 1153"/>
                  <a:gd name="T37" fmla="*/ 381 h 991"/>
                  <a:gd name="T38" fmla="*/ 971 w 1153"/>
                  <a:gd name="T39" fmla="*/ 405 h 991"/>
                  <a:gd name="T40" fmla="*/ 1012 w 1153"/>
                  <a:gd name="T41" fmla="*/ 485 h 991"/>
                  <a:gd name="T42" fmla="*/ 1024 w 1153"/>
                  <a:gd name="T43" fmla="*/ 561 h 991"/>
                  <a:gd name="T44" fmla="*/ 1039 w 1153"/>
                  <a:gd name="T45" fmla="*/ 616 h 991"/>
                  <a:gd name="T46" fmla="*/ 1046 w 1153"/>
                  <a:gd name="T47" fmla="*/ 671 h 991"/>
                  <a:gd name="T48" fmla="*/ 956 w 1153"/>
                  <a:gd name="T49" fmla="*/ 707 h 991"/>
                  <a:gd name="T50" fmla="*/ 944 w 1153"/>
                  <a:gd name="T51" fmla="*/ 765 h 991"/>
                  <a:gd name="T52" fmla="*/ 905 w 1153"/>
                  <a:gd name="T53" fmla="*/ 894 h 991"/>
                  <a:gd name="T54" fmla="*/ 849 w 1153"/>
                  <a:gd name="T55" fmla="*/ 923 h 991"/>
                  <a:gd name="T56" fmla="*/ 776 w 1153"/>
                  <a:gd name="T57" fmla="*/ 956 h 991"/>
                  <a:gd name="T58" fmla="*/ 745 w 1153"/>
                  <a:gd name="T59" fmla="*/ 941 h 991"/>
                  <a:gd name="T60" fmla="*/ 734 w 1153"/>
                  <a:gd name="T61" fmla="*/ 982 h 991"/>
                  <a:gd name="T62" fmla="*/ 677 w 1153"/>
                  <a:gd name="T63" fmla="*/ 961 h 991"/>
                  <a:gd name="T64" fmla="*/ 698 w 1153"/>
                  <a:gd name="T65" fmla="*/ 900 h 991"/>
                  <a:gd name="T66" fmla="*/ 664 w 1153"/>
                  <a:gd name="T67" fmla="*/ 857 h 991"/>
                  <a:gd name="T68" fmla="*/ 642 w 1153"/>
                  <a:gd name="T69" fmla="*/ 778 h 991"/>
                  <a:gd name="T70" fmla="*/ 593 w 1153"/>
                  <a:gd name="T71" fmla="*/ 743 h 991"/>
                  <a:gd name="T72" fmla="*/ 576 w 1153"/>
                  <a:gd name="T73" fmla="*/ 675 h 991"/>
                  <a:gd name="T74" fmla="*/ 563 w 1153"/>
                  <a:gd name="T75" fmla="*/ 637 h 991"/>
                  <a:gd name="T76" fmla="*/ 574 w 1153"/>
                  <a:gd name="T77" fmla="*/ 585 h 991"/>
                  <a:gd name="T78" fmla="*/ 558 w 1153"/>
                  <a:gd name="T79" fmla="*/ 547 h 991"/>
                  <a:gd name="T80" fmla="*/ 492 w 1153"/>
                  <a:gd name="T81" fmla="*/ 573 h 991"/>
                  <a:gd name="T82" fmla="*/ 445 w 1153"/>
                  <a:gd name="T83" fmla="*/ 529 h 991"/>
                  <a:gd name="T84" fmla="*/ 377 w 1153"/>
                  <a:gd name="T85" fmla="*/ 553 h 991"/>
                  <a:gd name="T86" fmla="*/ 424 w 1153"/>
                  <a:gd name="T87" fmla="*/ 650 h 991"/>
                  <a:gd name="T88" fmla="*/ 358 w 1153"/>
                  <a:gd name="T89" fmla="*/ 676 h 991"/>
                  <a:gd name="T90" fmla="*/ 291 w 1153"/>
                  <a:gd name="T91" fmla="*/ 697 h 991"/>
                  <a:gd name="T92" fmla="*/ 292 w 1153"/>
                  <a:gd name="T93" fmla="*/ 645 h 991"/>
                  <a:gd name="T94" fmla="*/ 298 w 1153"/>
                  <a:gd name="T95" fmla="*/ 593 h 991"/>
                  <a:gd name="T96" fmla="*/ 222 w 1153"/>
                  <a:gd name="T97" fmla="*/ 540 h 991"/>
                  <a:gd name="T98" fmla="*/ 172 w 1153"/>
                  <a:gd name="T99" fmla="*/ 606 h 991"/>
                  <a:gd name="T100" fmla="*/ 94 w 1153"/>
                  <a:gd name="T101" fmla="*/ 610 h 991"/>
                  <a:gd name="T102" fmla="*/ 76 w 1153"/>
                  <a:gd name="T103" fmla="*/ 543 h 991"/>
                  <a:gd name="T104" fmla="*/ 2 w 1153"/>
                  <a:gd name="T105" fmla="*/ 519 h 991"/>
                  <a:gd name="T106" fmla="*/ 7 w 1153"/>
                  <a:gd name="T107" fmla="*/ 484 h 991"/>
                  <a:gd name="T108" fmla="*/ 87 w 1153"/>
                  <a:gd name="T109" fmla="*/ 468 h 991"/>
                  <a:gd name="T110" fmla="*/ 130 w 1153"/>
                  <a:gd name="T111" fmla="*/ 327 h 991"/>
                  <a:gd name="T112" fmla="*/ 129 w 1153"/>
                  <a:gd name="T113" fmla="*/ 263 h 991"/>
                  <a:gd name="T114" fmla="*/ 143 w 1153"/>
                  <a:gd name="T115" fmla="*/ 217 h 991"/>
                  <a:gd name="T116" fmla="*/ 89 w 1153"/>
                  <a:gd name="T117" fmla="*/ 197 h 991"/>
                  <a:gd name="T118" fmla="*/ 112 w 1153"/>
                  <a:gd name="T119" fmla="*/ 116 h 991"/>
                  <a:gd name="T120" fmla="*/ 258 w 1153"/>
                  <a:gd name="T121" fmla="*/ 64 h 99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153"/>
                  <a:gd name="T184" fmla="*/ 0 h 991"/>
                  <a:gd name="T185" fmla="*/ 1153 w 1153"/>
                  <a:gd name="T186" fmla="*/ 991 h 99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153" h="991">
                    <a:moveTo>
                      <a:pt x="284" y="61"/>
                    </a:moveTo>
                    <a:lnTo>
                      <a:pt x="309" y="61"/>
                    </a:lnTo>
                    <a:lnTo>
                      <a:pt x="336" y="68"/>
                    </a:lnTo>
                    <a:lnTo>
                      <a:pt x="332" y="72"/>
                    </a:lnTo>
                    <a:lnTo>
                      <a:pt x="338" y="90"/>
                    </a:lnTo>
                    <a:lnTo>
                      <a:pt x="345" y="88"/>
                    </a:lnTo>
                    <a:lnTo>
                      <a:pt x="362" y="120"/>
                    </a:lnTo>
                    <a:lnTo>
                      <a:pt x="363" y="128"/>
                    </a:lnTo>
                    <a:lnTo>
                      <a:pt x="367" y="131"/>
                    </a:lnTo>
                    <a:lnTo>
                      <a:pt x="366" y="137"/>
                    </a:lnTo>
                    <a:lnTo>
                      <a:pt x="352" y="147"/>
                    </a:lnTo>
                    <a:lnTo>
                      <a:pt x="337" y="144"/>
                    </a:lnTo>
                    <a:lnTo>
                      <a:pt x="340" y="158"/>
                    </a:lnTo>
                    <a:lnTo>
                      <a:pt x="348" y="170"/>
                    </a:lnTo>
                    <a:lnTo>
                      <a:pt x="359" y="163"/>
                    </a:lnTo>
                    <a:lnTo>
                      <a:pt x="372" y="183"/>
                    </a:lnTo>
                    <a:lnTo>
                      <a:pt x="381" y="187"/>
                    </a:lnTo>
                    <a:lnTo>
                      <a:pt x="394" y="174"/>
                    </a:lnTo>
                    <a:lnTo>
                      <a:pt x="400" y="159"/>
                    </a:lnTo>
                    <a:lnTo>
                      <a:pt x="399" y="144"/>
                    </a:lnTo>
                    <a:lnTo>
                      <a:pt x="395" y="138"/>
                    </a:lnTo>
                    <a:lnTo>
                      <a:pt x="380" y="140"/>
                    </a:lnTo>
                    <a:lnTo>
                      <a:pt x="377" y="135"/>
                    </a:lnTo>
                    <a:lnTo>
                      <a:pt x="383" y="116"/>
                    </a:lnTo>
                    <a:lnTo>
                      <a:pt x="397" y="104"/>
                    </a:lnTo>
                    <a:lnTo>
                      <a:pt x="403" y="105"/>
                    </a:lnTo>
                    <a:lnTo>
                      <a:pt x="410" y="114"/>
                    </a:lnTo>
                    <a:lnTo>
                      <a:pt x="451" y="137"/>
                    </a:lnTo>
                    <a:lnTo>
                      <a:pt x="450" y="142"/>
                    </a:lnTo>
                    <a:lnTo>
                      <a:pt x="458" y="154"/>
                    </a:lnTo>
                    <a:lnTo>
                      <a:pt x="476" y="153"/>
                    </a:lnTo>
                    <a:lnTo>
                      <a:pt x="477" y="139"/>
                    </a:lnTo>
                    <a:lnTo>
                      <a:pt x="470" y="123"/>
                    </a:lnTo>
                    <a:lnTo>
                      <a:pt x="474" y="117"/>
                    </a:lnTo>
                    <a:lnTo>
                      <a:pt x="477" y="109"/>
                    </a:lnTo>
                    <a:lnTo>
                      <a:pt x="458" y="117"/>
                    </a:lnTo>
                    <a:lnTo>
                      <a:pt x="455" y="112"/>
                    </a:lnTo>
                    <a:lnTo>
                      <a:pt x="447" y="112"/>
                    </a:lnTo>
                    <a:lnTo>
                      <a:pt x="441" y="99"/>
                    </a:lnTo>
                    <a:lnTo>
                      <a:pt x="437" y="85"/>
                    </a:lnTo>
                    <a:lnTo>
                      <a:pt x="438" y="74"/>
                    </a:lnTo>
                    <a:lnTo>
                      <a:pt x="447" y="57"/>
                    </a:lnTo>
                    <a:lnTo>
                      <a:pt x="461" y="14"/>
                    </a:lnTo>
                    <a:lnTo>
                      <a:pt x="468" y="7"/>
                    </a:lnTo>
                    <a:lnTo>
                      <a:pt x="478" y="0"/>
                    </a:lnTo>
                    <a:lnTo>
                      <a:pt x="487" y="1"/>
                    </a:lnTo>
                    <a:lnTo>
                      <a:pt x="510" y="26"/>
                    </a:lnTo>
                    <a:lnTo>
                      <a:pt x="531" y="25"/>
                    </a:lnTo>
                    <a:lnTo>
                      <a:pt x="552" y="19"/>
                    </a:lnTo>
                    <a:lnTo>
                      <a:pt x="562" y="19"/>
                    </a:lnTo>
                    <a:lnTo>
                      <a:pt x="571" y="13"/>
                    </a:lnTo>
                    <a:lnTo>
                      <a:pt x="582" y="13"/>
                    </a:lnTo>
                    <a:lnTo>
                      <a:pt x="601" y="18"/>
                    </a:lnTo>
                    <a:lnTo>
                      <a:pt x="620" y="15"/>
                    </a:lnTo>
                    <a:lnTo>
                      <a:pt x="630" y="23"/>
                    </a:lnTo>
                    <a:lnTo>
                      <a:pt x="638" y="40"/>
                    </a:lnTo>
                    <a:lnTo>
                      <a:pt x="640" y="47"/>
                    </a:lnTo>
                    <a:lnTo>
                      <a:pt x="653" y="69"/>
                    </a:lnTo>
                    <a:lnTo>
                      <a:pt x="667" y="82"/>
                    </a:lnTo>
                    <a:lnTo>
                      <a:pt x="677" y="96"/>
                    </a:lnTo>
                    <a:lnTo>
                      <a:pt x="682" y="110"/>
                    </a:lnTo>
                    <a:lnTo>
                      <a:pt x="699" y="125"/>
                    </a:lnTo>
                    <a:lnTo>
                      <a:pt x="728" y="142"/>
                    </a:lnTo>
                    <a:lnTo>
                      <a:pt x="735" y="139"/>
                    </a:lnTo>
                    <a:lnTo>
                      <a:pt x="741" y="148"/>
                    </a:lnTo>
                    <a:lnTo>
                      <a:pt x="740" y="155"/>
                    </a:lnTo>
                    <a:lnTo>
                      <a:pt x="746" y="158"/>
                    </a:lnTo>
                    <a:lnTo>
                      <a:pt x="745" y="162"/>
                    </a:lnTo>
                    <a:lnTo>
                      <a:pt x="751" y="165"/>
                    </a:lnTo>
                    <a:lnTo>
                      <a:pt x="750" y="173"/>
                    </a:lnTo>
                    <a:lnTo>
                      <a:pt x="764" y="180"/>
                    </a:lnTo>
                    <a:lnTo>
                      <a:pt x="792" y="181"/>
                    </a:lnTo>
                    <a:lnTo>
                      <a:pt x="806" y="168"/>
                    </a:lnTo>
                    <a:lnTo>
                      <a:pt x="813" y="177"/>
                    </a:lnTo>
                    <a:lnTo>
                      <a:pt x="819" y="179"/>
                    </a:lnTo>
                    <a:lnTo>
                      <a:pt x="826" y="187"/>
                    </a:lnTo>
                    <a:lnTo>
                      <a:pt x="831" y="190"/>
                    </a:lnTo>
                    <a:lnTo>
                      <a:pt x="844" y="191"/>
                    </a:lnTo>
                    <a:lnTo>
                      <a:pt x="846" y="182"/>
                    </a:lnTo>
                    <a:lnTo>
                      <a:pt x="853" y="174"/>
                    </a:lnTo>
                    <a:lnTo>
                      <a:pt x="868" y="172"/>
                    </a:lnTo>
                    <a:lnTo>
                      <a:pt x="879" y="174"/>
                    </a:lnTo>
                    <a:lnTo>
                      <a:pt x="891" y="186"/>
                    </a:lnTo>
                    <a:lnTo>
                      <a:pt x="902" y="190"/>
                    </a:lnTo>
                    <a:lnTo>
                      <a:pt x="912" y="198"/>
                    </a:lnTo>
                    <a:lnTo>
                      <a:pt x="921" y="203"/>
                    </a:lnTo>
                    <a:lnTo>
                      <a:pt x="931" y="197"/>
                    </a:lnTo>
                    <a:lnTo>
                      <a:pt x="936" y="200"/>
                    </a:lnTo>
                    <a:lnTo>
                      <a:pt x="941" y="203"/>
                    </a:lnTo>
                    <a:lnTo>
                      <a:pt x="956" y="201"/>
                    </a:lnTo>
                    <a:lnTo>
                      <a:pt x="966" y="210"/>
                    </a:lnTo>
                    <a:lnTo>
                      <a:pt x="966" y="225"/>
                    </a:lnTo>
                    <a:lnTo>
                      <a:pt x="965" y="232"/>
                    </a:lnTo>
                    <a:lnTo>
                      <a:pt x="980" y="233"/>
                    </a:lnTo>
                    <a:lnTo>
                      <a:pt x="980" y="240"/>
                    </a:lnTo>
                    <a:lnTo>
                      <a:pt x="985" y="242"/>
                    </a:lnTo>
                    <a:lnTo>
                      <a:pt x="993" y="243"/>
                    </a:lnTo>
                    <a:lnTo>
                      <a:pt x="999" y="250"/>
                    </a:lnTo>
                    <a:lnTo>
                      <a:pt x="1024" y="267"/>
                    </a:lnTo>
                    <a:lnTo>
                      <a:pt x="1034" y="281"/>
                    </a:lnTo>
                    <a:lnTo>
                      <a:pt x="1041" y="273"/>
                    </a:lnTo>
                    <a:lnTo>
                      <a:pt x="1046" y="271"/>
                    </a:lnTo>
                    <a:lnTo>
                      <a:pt x="1052" y="272"/>
                    </a:lnTo>
                    <a:lnTo>
                      <a:pt x="1053" y="277"/>
                    </a:lnTo>
                    <a:lnTo>
                      <a:pt x="1057" y="284"/>
                    </a:lnTo>
                    <a:lnTo>
                      <a:pt x="1065" y="281"/>
                    </a:lnTo>
                    <a:lnTo>
                      <a:pt x="1071" y="284"/>
                    </a:lnTo>
                    <a:lnTo>
                      <a:pt x="1077" y="289"/>
                    </a:lnTo>
                    <a:lnTo>
                      <a:pt x="1077" y="298"/>
                    </a:lnTo>
                    <a:lnTo>
                      <a:pt x="1082" y="305"/>
                    </a:lnTo>
                    <a:lnTo>
                      <a:pt x="1096" y="314"/>
                    </a:lnTo>
                    <a:lnTo>
                      <a:pt x="1104" y="308"/>
                    </a:lnTo>
                    <a:lnTo>
                      <a:pt x="1116" y="305"/>
                    </a:lnTo>
                    <a:lnTo>
                      <a:pt x="1124" y="306"/>
                    </a:lnTo>
                    <a:lnTo>
                      <a:pt x="1132" y="316"/>
                    </a:lnTo>
                    <a:lnTo>
                      <a:pt x="1138" y="315"/>
                    </a:lnTo>
                    <a:lnTo>
                      <a:pt x="1146" y="316"/>
                    </a:lnTo>
                    <a:lnTo>
                      <a:pt x="1152" y="321"/>
                    </a:lnTo>
                    <a:lnTo>
                      <a:pt x="1153" y="330"/>
                    </a:lnTo>
                    <a:lnTo>
                      <a:pt x="1148" y="338"/>
                    </a:lnTo>
                    <a:lnTo>
                      <a:pt x="1139" y="337"/>
                    </a:lnTo>
                    <a:lnTo>
                      <a:pt x="1137" y="347"/>
                    </a:lnTo>
                    <a:lnTo>
                      <a:pt x="1138" y="353"/>
                    </a:lnTo>
                    <a:lnTo>
                      <a:pt x="1142" y="361"/>
                    </a:lnTo>
                    <a:lnTo>
                      <a:pt x="1134" y="364"/>
                    </a:lnTo>
                    <a:lnTo>
                      <a:pt x="1113" y="377"/>
                    </a:lnTo>
                    <a:lnTo>
                      <a:pt x="1084" y="386"/>
                    </a:lnTo>
                    <a:lnTo>
                      <a:pt x="1069" y="387"/>
                    </a:lnTo>
                    <a:lnTo>
                      <a:pt x="1056" y="379"/>
                    </a:lnTo>
                    <a:lnTo>
                      <a:pt x="1048" y="377"/>
                    </a:lnTo>
                    <a:lnTo>
                      <a:pt x="1043" y="379"/>
                    </a:lnTo>
                    <a:lnTo>
                      <a:pt x="1035" y="379"/>
                    </a:lnTo>
                    <a:lnTo>
                      <a:pt x="1020" y="381"/>
                    </a:lnTo>
                    <a:lnTo>
                      <a:pt x="1020" y="386"/>
                    </a:lnTo>
                    <a:lnTo>
                      <a:pt x="1009" y="403"/>
                    </a:lnTo>
                    <a:lnTo>
                      <a:pt x="1002" y="404"/>
                    </a:lnTo>
                    <a:lnTo>
                      <a:pt x="989" y="400"/>
                    </a:lnTo>
                    <a:lnTo>
                      <a:pt x="977" y="399"/>
                    </a:lnTo>
                    <a:lnTo>
                      <a:pt x="967" y="402"/>
                    </a:lnTo>
                    <a:lnTo>
                      <a:pt x="971" y="405"/>
                    </a:lnTo>
                    <a:lnTo>
                      <a:pt x="965" y="415"/>
                    </a:lnTo>
                    <a:lnTo>
                      <a:pt x="971" y="439"/>
                    </a:lnTo>
                    <a:lnTo>
                      <a:pt x="966" y="448"/>
                    </a:lnTo>
                    <a:lnTo>
                      <a:pt x="981" y="452"/>
                    </a:lnTo>
                    <a:lnTo>
                      <a:pt x="984" y="456"/>
                    </a:lnTo>
                    <a:lnTo>
                      <a:pt x="1003" y="485"/>
                    </a:lnTo>
                    <a:lnTo>
                      <a:pt x="1012" y="485"/>
                    </a:lnTo>
                    <a:lnTo>
                      <a:pt x="1019" y="492"/>
                    </a:lnTo>
                    <a:lnTo>
                      <a:pt x="1011" y="501"/>
                    </a:lnTo>
                    <a:lnTo>
                      <a:pt x="1009" y="508"/>
                    </a:lnTo>
                    <a:lnTo>
                      <a:pt x="1030" y="535"/>
                    </a:lnTo>
                    <a:lnTo>
                      <a:pt x="1030" y="538"/>
                    </a:lnTo>
                    <a:lnTo>
                      <a:pt x="1020" y="547"/>
                    </a:lnTo>
                    <a:lnTo>
                      <a:pt x="1024" y="561"/>
                    </a:lnTo>
                    <a:lnTo>
                      <a:pt x="1037" y="575"/>
                    </a:lnTo>
                    <a:lnTo>
                      <a:pt x="1041" y="578"/>
                    </a:lnTo>
                    <a:lnTo>
                      <a:pt x="1045" y="582"/>
                    </a:lnTo>
                    <a:lnTo>
                      <a:pt x="1046" y="592"/>
                    </a:lnTo>
                    <a:lnTo>
                      <a:pt x="1030" y="595"/>
                    </a:lnTo>
                    <a:lnTo>
                      <a:pt x="1042" y="606"/>
                    </a:lnTo>
                    <a:lnTo>
                      <a:pt x="1039" y="616"/>
                    </a:lnTo>
                    <a:lnTo>
                      <a:pt x="1044" y="627"/>
                    </a:lnTo>
                    <a:lnTo>
                      <a:pt x="1053" y="631"/>
                    </a:lnTo>
                    <a:lnTo>
                      <a:pt x="1055" y="638"/>
                    </a:lnTo>
                    <a:lnTo>
                      <a:pt x="1052" y="641"/>
                    </a:lnTo>
                    <a:lnTo>
                      <a:pt x="1043" y="654"/>
                    </a:lnTo>
                    <a:lnTo>
                      <a:pt x="1051" y="659"/>
                    </a:lnTo>
                    <a:lnTo>
                      <a:pt x="1046" y="671"/>
                    </a:lnTo>
                    <a:lnTo>
                      <a:pt x="1021" y="683"/>
                    </a:lnTo>
                    <a:lnTo>
                      <a:pt x="1031" y="697"/>
                    </a:lnTo>
                    <a:lnTo>
                      <a:pt x="1023" y="705"/>
                    </a:lnTo>
                    <a:lnTo>
                      <a:pt x="1001" y="703"/>
                    </a:lnTo>
                    <a:lnTo>
                      <a:pt x="989" y="707"/>
                    </a:lnTo>
                    <a:lnTo>
                      <a:pt x="981" y="707"/>
                    </a:lnTo>
                    <a:lnTo>
                      <a:pt x="956" y="707"/>
                    </a:lnTo>
                    <a:lnTo>
                      <a:pt x="947" y="710"/>
                    </a:lnTo>
                    <a:lnTo>
                      <a:pt x="943" y="718"/>
                    </a:lnTo>
                    <a:lnTo>
                      <a:pt x="927" y="720"/>
                    </a:lnTo>
                    <a:lnTo>
                      <a:pt x="937" y="732"/>
                    </a:lnTo>
                    <a:lnTo>
                      <a:pt x="941" y="739"/>
                    </a:lnTo>
                    <a:lnTo>
                      <a:pt x="942" y="746"/>
                    </a:lnTo>
                    <a:lnTo>
                      <a:pt x="944" y="765"/>
                    </a:lnTo>
                    <a:lnTo>
                      <a:pt x="936" y="779"/>
                    </a:lnTo>
                    <a:lnTo>
                      <a:pt x="937" y="809"/>
                    </a:lnTo>
                    <a:lnTo>
                      <a:pt x="950" y="828"/>
                    </a:lnTo>
                    <a:lnTo>
                      <a:pt x="958" y="856"/>
                    </a:lnTo>
                    <a:lnTo>
                      <a:pt x="956" y="891"/>
                    </a:lnTo>
                    <a:lnTo>
                      <a:pt x="922" y="895"/>
                    </a:lnTo>
                    <a:lnTo>
                      <a:pt x="905" y="894"/>
                    </a:lnTo>
                    <a:lnTo>
                      <a:pt x="896" y="890"/>
                    </a:lnTo>
                    <a:lnTo>
                      <a:pt x="885" y="888"/>
                    </a:lnTo>
                    <a:lnTo>
                      <a:pt x="880" y="886"/>
                    </a:lnTo>
                    <a:lnTo>
                      <a:pt x="879" y="895"/>
                    </a:lnTo>
                    <a:lnTo>
                      <a:pt x="879" y="905"/>
                    </a:lnTo>
                    <a:lnTo>
                      <a:pt x="871" y="915"/>
                    </a:lnTo>
                    <a:lnTo>
                      <a:pt x="849" y="923"/>
                    </a:lnTo>
                    <a:lnTo>
                      <a:pt x="834" y="922"/>
                    </a:lnTo>
                    <a:lnTo>
                      <a:pt x="831" y="931"/>
                    </a:lnTo>
                    <a:lnTo>
                      <a:pt x="827" y="939"/>
                    </a:lnTo>
                    <a:lnTo>
                      <a:pt x="818" y="935"/>
                    </a:lnTo>
                    <a:lnTo>
                      <a:pt x="809" y="941"/>
                    </a:lnTo>
                    <a:lnTo>
                      <a:pt x="795" y="943"/>
                    </a:lnTo>
                    <a:lnTo>
                      <a:pt x="776" y="956"/>
                    </a:lnTo>
                    <a:lnTo>
                      <a:pt x="774" y="954"/>
                    </a:lnTo>
                    <a:lnTo>
                      <a:pt x="764" y="940"/>
                    </a:lnTo>
                    <a:lnTo>
                      <a:pt x="756" y="942"/>
                    </a:lnTo>
                    <a:lnTo>
                      <a:pt x="759" y="951"/>
                    </a:lnTo>
                    <a:lnTo>
                      <a:pt x="757" y="958"/>
                    </a:lnTo>
                    <a:lnTo>
                      <a:pt x="749" y="953"/>
                    </a:lnTo>
                    <a:lnTo>
                      <a:pt x="745" y="941"/>
                    </a:lnTo>
                    <a:lnTo>
                      <a:pt x="738" y="943"/>
                    </a:lnTo>
                    <a:lnTo>
                      <a:pt x="739" y="954"/>
                    </a:lnTo>
                    <a:lnTo>
                      <a:pt x="731" y="954"/>
                    </a:lnTo>
                    <a:lnTo>
                      <a:pt x="719" y="965"/>
                    </a:lnTo>
                    <a:lnTo>
                      <a:pt x="724" y="972"/>
                    </a:lnTo>
                    <a:lnTo>
                      <a:pt x="733" y="969"/>
                    </a:lnTo>
                    <a:lnTo>
                      <a:pt x="734" y="982"/>
                    </a:lnTo>
                    <a:lnTo>
                      <a:pt x="719" y="991"/>
                    </a:lnTo>
                    <a:lnTo>
                      <a:pt x="708" y="984"/>
                    </a:lnTo>
                    <a:lnTo>
                      <a:pt x="696" y="984"/>
                    </a:lnTo>
                    <a:lnTo>
                      <a:pt x="694" y="979"/>
                    </a:lnTo>
                    <a:lnTo>
                      <a:pt x="673" y="965"/>
                    </a:lnTo>
                    <a:lnTo>
                      <a:pt x="683" y="965"/>
                    </a:lnTo>
                    <a:lnTo>
                      <a:pt x="677" y="961"/>
                    </a:lnTo>
                    <a:lnTo>
                      <a:pt x="684" y="949"/>
                    </a:lnTo>
                    <a:lnTo>
                      <a:pt x="698" y="945"/>
                    </a:lnTo>
                    <a:lnTo>
                      <a:pt x="695" y="929"/>
                    </a:lnTo>
                    <a:lnTo>
                      <a:pt x="700" y="925"/>
                    </a:lnTo>
                    <a:lnTo>
                      <a:pt x="688" y="918"/>
                    </a:lnTo>
                    <a:lnTo>
                      <a:pt x="687" y="904"/>
                    </a:lnTo>
                    <a:lnTo>
                      <a:pt x="698" y="900"/>
                    </a:lnTo>
                    <a:lnTo>
                      <a:pt x="695" y="892"/>
                    </a:lnTo>
                    <a:lnTo>
                      <a:pt x="700" y="890"/>
                    </a:lnTo>
                    <a:lnTo>
                      <a:pt x="697" y="882"/>
                    </a:lnTo>
                    <a:lnTo>
                      <a:pt x="703" y="880"/>
                    </a:lnTo>
                    <a:lnTo>
                      <a:pt x="692" y="866"/>
                    </a:lnTo>
                    <a:lnTo>
                      <a:pt x="665" y="867"/>
                    </a:lnTo>
                    <a:lnTo>
                      <a:pt x="664" y="857"/>
                    </a:lnTo>
                    <a:lnTo>
                      <a:pt x="656" y="860"/>
                    </a:lnTo>
                    <a:lnTo>
                      <a:pt x="638" y="859"/>
                    </a:lnTo>
                    <a:lnTo>
                      <a:pt x="639" y="816"/>
                    </a:lnTo>
                    <a:lnTo>
                      <a:pt x="649" y="806"/>
                    </a:lnTo>
                    <a:lnTo>
                      <a:pt x="649" y="793"/>
                    </a:lnTo>
                    <a:lnTo>
                      <a:pt x="656" y="779"/>
                    </a:lnTo>
                    <a:lnTo>
                      <a:pt x="642" y="778"/>
                    </a:lnTo>
                    <a:lnTo>
                      <a:pt x="624" y="783"/>
                    </a:lnTo>
                    <a:lnTo>
                      <a:pt x="626" y="764"/>
                    </a:lnTo>
                    <a:lnTo>
                      <a:pt x="620" y="758"/>
                    </a:lnTo>
                    <a:lnTo>
                      <a:pt x="608" y="760"/>
                    </a:lnTo>
                    <a:lnTo>
                      <a:pt x="613" y="739"/>
                    </a:lnTo>
                    <a:lnTo>
                      <a:pt x="605" y="737"/>
                    </a:lnTo>
                    <a:lnTo>
                      <a:pt x="593" y="743"/>
                    </a:lnTo>
                    <a:lnTo>
                      <a:pt x="588" y="713"/>
                    </a:lnTo>
                    <a:lnTo>
                      <a:pt x="595" y="704"/>
                    </a:lnTo>
                    <a:lnTo>
                      <a:pt x="592" y="697"/>
                    </a:lnTo>
                    <a:lnTo>
                      <a:pt x="586" y="693"/>
                    </a:lnTo>
                    <a:lnTo>
                      <a:pt x="580" y="692"/>
                    </a:lnTo>
                    <a:lnTo>
                      <a:pt x="582" y="677"/>
                    </a:lnTo>
                    <a:lnTo>
                      <a:pt x="576" y="675"/>
                    </a:lnTo>
                    <a:lnTo>
                      <a:pt x="549" y="676"/>
                    </a:lnTo>
                    <a:lnTo>
                      <a:pt x="551" y="660"/>
                    </a:lnTo>
                    <a:lnTo>
                      <a:pt x="559" y="662"/>
                    </a:lnTo>
                    <a:lnTo>
                      <a:pt x="564" y="656"/>
                    </a:lnTo>
                    <a:lnTo>
                      <a:pt x="559" y="649"/>
                    </a:lnTo>
                    <a:lnTo>
                      <a:pt x="570" y="645"/>
                    </a:lnTo>
                    <a:lnTo>
                      <a:pt x="563" y="637"/>
                    </a:lnTo>
                    <a:lnTo>
                      <a:pt x="545" y="625"/>
                    </a:lnTo>
                    <a:lnTo>
                      <a:pt x="548" y="620"/>
                    </a:lnTo>
                    <a:lnTo>
                      <a:pt x="545" y="605"/>
                    </a:lnTo>
                    <a:lnTo>
                      <a:pt x="551" y="599"/>
                    </a:lnTo>
                    <a:lnTo>
                      <a:pt x="565" y="603"/>
                    </a:lnTo>
                    <a:lnTo>
                      <a:pt x="574" y="594"/>
                    </a:lnTo>
                    <a:lnTo>
                      <a:pt x="574" y="585"/>
                    </a:lnTo>
                    <a:lnTo>
                      <a:pt x="580" y="575"/>
                    </a:lnTo>
                    <a:lnTo>
                      <a:pt x="577" y="559"/>
                    </a:lnTo>
                    <a:lnTo>
                      <a:pt x="585" y="548"/>
                    </a:lnTo>
                    <a:lnTo>
                      <a:pt x="574" y="540"/>
                    </a:lnTo>
                    <a:lnTo>
                      <a:pt x="568" y="538"/>
                    </a:lnTo>
                    <a:lnTo>
                      <a:pt x="562" y="541"/>
                    </a:lnTo>
                    <a:lnTo>
                      <a:pt x="558" y="547"/>
                    </a:lnTo>
                    <a:lnTo>
                      <a:pt x="548" y="550"/>
                    </a:lnTo>
                    <a:lnTo>
                      <a:pt x="547" y="564"/>
                    </a:lnTo>
                    <a:lnTo>
                      <a:pt x="536" y="566"/>
                    </a:lnTo>
                    <a:lnTo>
                      <a:pt x="533" y="573"/>
                    </a:lnTo>
                    <a:lnTo>
                      <a:pt x="517" y="575"/>
                    </a:lnTo>
                    <a:lnTo>
                      <a:pt x="501" y="572"/>
                    </a:lnTo>
                    <a:lnTo>
                      <a:pt x="492" y="573"/>
                    </a:lnTo>
                    <a:lnTo>
                      <a:pt x="478" y="568"/>
                    </a:lnTo>
                    <a:lnTo>
                      <a:pt x="485" y="561"/>
                    </a:lnTo>
                    <a:lnTo>
                      <a:pt x="485" y="545"/>
                    </a:lnTo>
                    <a:lnTo>
                      <a:pt x="479" y="532"/>
                    </a:lnTo>
                    <a:lnTo>
                      <a:pt x="474" y="521"/>
                    </a:lnTo>
                    <a:lnTo>
                      <a:pt x="463" y="518"/>
                    </a:lnTo>
                    <a:lnTo>
                      <a:pt x="445" y="529"/>
                    </a:lnTo>
                    <a:lnTo>
                      <a:pt x="438" y="522"/>
                    </a:lnTo>
                    <a:lnTo>
                      <a:pt x="418" y="530"/>
                    </a:lnTo>
                    <a:lnTo>
                      <a:pt x="417" y="542"/>
                    </a:lnTo>
                    <a:lnTo>
                      <a:pt x="414" y="547"/>
                    </a:lnTo>
                    <a:lnTo>
                      <a:pt x="394" y="545"/>
                    </a:lnTo>
                    <a:lnTo>
                      <a:pt x="381" y="541"/>
                    </a:lnTo>
                    <a:lnTo>
                      <a:pt x="377" y="553"/>
                    </a:lnTo>
                    <a:lnTo>
                      <a:pt x="383" y="555"/>
                    </a:lnTo>
                    <a:lnTo>
                      <a:pt x="383" y="567"/>
                    </a:lnTo>
                    <a:lnTo>
                      <a:pt x="414" y="581"/>
                    </a:lnTo>
                    <a:lnTo>
                      <a:pt x="419" y="596"/>
                    </a:lnTo>
                    <a:lnTo>
                      <a:pt x="419" y="617"/>
                    </a:lnTo>
                    <a:lnTo>
                      <a:pt x="414" y="641"/>
                    </a:lnTo>
                    <a:lnTo>
                      <a:pt x="424" y="650"/>
                    </a:lnTo>
                    <a:lnTo>
                      <a:pt x="409" y="658"/>
                    </a:lnTo>
                    <a:lnTo>
                      <a:pt x="406" y="664"/>
                    </a:lnTo>
                    <a:lnTo>
                      <a:pt x="405" y="669"/>
                    </a:lnTo>
                    <a:lnTo>
                      <a:pt x="391" y="667"/>
                    </a:lnTo>
                    <a:lnTo>
                      <a:pt x="377" y="670"/>
                    </a:lnTo>
                    <a:lnTo>
                      <a:pt x="374" y="663"/>
                    </a:lnTo>
                    <a:lnTo>
                      <a:pt x="358" y="676"/>
                    </a:lnTo>
                    <a:lnTo>
                      <a:pt x="353" y="685"/>
                    </a:lnTo>
                    <a:lnTo>
                      <a:pt x="341" y="684"/>
                    </a:lnTo>
                    <a:lnTo>
                      <a:pt x="332" y="688"/>
                    </a:lnTo>
                    <a:lnTo>
                      <a:pt x="323" y="687"/>
                    </a:lnTo>
                    <a:lnTo>
                      <a:pt x="312" y="690"/>
                    </a:lnTo>
                    <a:lnTo>
                      <a:pt x="302" y="704"/>
                    </a:lnTo>
                    <a:lnTo>
                      <a:pt x="291" y="697"/>
                    </a:lnTo>
                    <a:lnTo>
                      <a:pt x="281" y="684"/>
                    </a:lnTo>
                    <a:lnTo>
                      <a:pt x="304" y="668"/>
                    </a:lnTo>
                    <a:lnTo>
                      <a:pt x="312" y="668"/>
                    </a:lnTo>
                    <a:lnTo>
                      <a:pt x="309" y="658"/>
                    </a:lnTo>
                    <a:lnTo>
                      <a:pt x="315" y="655"/>
                    </a:lnTo>
                    <a:lnTo>
                      <a:pt x="310" y="646"/>
                    </a:lnTo>
                    <a:lnTo>
                      <a:pt x="292" y="645"/>
                    </a:lnTo>
                    <a:lnTo>
                      <a:pt x="285" y="636"/>
                    </a:lnTo>
                    <a:lnTo>
                      <a:pt x="291" y="624"/>
                    </a:lnTo>
                    <a:lnTo>
                      <a:pt x="288" y="622"/>
                    </a:lnTo>
                    <a:lnTo>
                      <a:pt x="294" y="614"/>
                    </a:lnTo>
                    <a:lnTo>
                      <a:pt x="296" y="603"/>
                    </a:lnTo>
                    <a:lnTo>
                      <a:pt x="306" y="599"/>
                    </a:lnTo>
                    <a:lnTo>
                      <a:pt x="298" y="593"/>
                    </a:lnTo>
                    <a:lnTo>
                      <a:pt x="294" y="586"/>
                    </a:lnTo>
                    <a:lnTo>
                      <a:pt x="294" y="574"/>
                    </a:lnTo>
                    <a:lnTo>
                      <a:pt x="284" y="574"/>
                    </a:lnTo>
                    <a:lnTo>
                      <a:pt x="272" y="579"/>
                    </a:lnTo>
                    <a:lnTo>
                      <a:pt x="243" y="571"/>
                    </a:lnTo>
                    <a:lnTo>
                      <a:pt x="241" y="554"/>
                    </a:lnTo>
                    <a:lnTo>
                      <a:pt x="222" y="540"/>
                    </a:lnTo>
                    <a:lnTo>
                      <a:pt x="207" y="553"/>
                    </a:lnTo>
                    <a:lnTo>
                      <a:pt x="213" y="564"/>
                    </a:lnTo>
                    <a:lnTo>
                      <a:pt x="208" y="571"/>
                    </a:lnTo>
                    <a:lnTo>
                      <a:pt x="207" y="580"/>
                    </a:lnTo>
                    <a:lnTo>
                      <a:pt x="197" y="582"/>
                    </a:lnTo>
                    <a:lnTo>
                      <a:pt x="173" y="596"/>
                    </a:lnTo>
                    <a:lnTo>
                      <a:pt x="172" y="606"/>
                    </a:lnTo>
                    <a:lnTo>
                      <a:pt x="164" y="604"/>
                    </a:lnTo>
                    <a:lnTo>
                      <a:pt x="160" y="613"/>
                    </a:lnTo>
                    <a:lnTo>
                      <a:pt x="145" y="615"/>
                    </a:lnTo>
                    <a:lnTo>
                      <a:pt x="136" y="619"/>
                    </a:lnTo>
                    <a:lnTo>
                      <a:pt x="117" y="616"/>
                    </a:lnTo>
                    <a:lnTo>
                      <a:pt x="102" y="610"/>
                    </a:lnTo>
                    <a:lnTo>
                      <a:pt x="94" y="610"/>
                    </a:lnTo>
                    <a:lnTo>
                      <a:pt x="87" y="617"/>
                    </a:lnTo>
                    <a:lnTo>
                      <a:pt x="79" y="605"/>
                    </a:lnTo>
                    <a:lnTo>
                      <a:pt x="77" y="600"/>
                    </a:lnTo>
                    <a:lnTo>
                      <a:pt x="89" y="573"/>
                    </a:lnTo>
                    <a:lnTo>
                      <a:pt x="86" y="555"/>
                    </a:lnTo>
                    <a:lnTo>
                      <a:pt x="80" y="553"/>
                    </a:lnTo>
                    <a:lnTo>
                      <a:pt x="76" y="543"/>
                    </a:lnTo>
                    <a:lnTo>
                      <a:pt x="73" y="531"/>
                    </a:lnTo>
                    <a:lnTo>
                      <a:pt x="70" y="526"/>
                    </a:lnTo>
                    <a:lnTo>
                      <a:pt x="64" y="536"/>
                    </a:lnTo>
                    <a:lnTo>
                      <a:pt x="59" y="540"/>
                    </a:lnTo>
                    <a:lnTo>
                      <a:pt x="35" y="530"/>
                    </a:lnTo>
                    <a:lnTo>
                      <a:pt x="18" y="529"/>
                    </a:lnTo>
                    <a:lnTo>
                      <a:pt x="2" y="519"/>
                    </a:lnTo>
                    <a:lnTo>
                      <a:pt x="5" y="506"/>
                    </a:lnTo>
                    <a:lnTo>
                      <a:pt x="0" y="495"/>
                    </a:lnTo>
                    <a:lnTo>
                      <a:pt x="8" y="494"/>
                    </a:lnTo>
                    <a:lnTo>
                      <a:pt x="11" y="491"/>
                    </a:lnTo>
                    <a:lnTo>
                      <a:pt x="15" y="494"/>
                    </a:lnTo>
                    <a:lnTo>
                      <a:pt x="16" y="491"/>
                    </a:lnTo>
                    <a:lnTo>
                      <a:pt x="7" y="484"/>
                    </a:lnTo>
                    <a:lnTo>
                      <a:pt x="8" y="474"/>
                    </a:lnTo>
                    <a:lnTo>
                      <a:pt x="5" y="469"/>
                    </a:lnTo>
                    <a:lnTo>
                      <a:pt x="15" y="463"/>
                    </a:lnTo>
                    <a:lnTo>
                      <a:pt x="50" y="460"/>
                    </a:lnTo>
                    <a:lnTo>
                      <a:pt x="60" y="465"/>
                    </a:lnTo>
                    <a:lnTo>
                      <a:pt x="72" y="463"/>
                    </a:lnTo>
                    <a:lnTo>
                      <a:pt x="87" y="468"/>
                    </a:lnTo>
                    <a:lnTo>
                      <a:pt x="90" y="460"/>
                    </a:lnTo>
                    <a:lnTo>
                      <a:pt x="93" y="400"/>
                    </a:lnTo>
                    <a:lnTo>
                      <a:pt x="98" y="389"/>
                    </a:lnTo>
                    <a:lnTo>
                      <a:pt x="97" y="384"/>
                    </a:lnTo>
                    <a:lnTo>
                      <a:pt x="120" y="350"/>
                    </a:lnTo>
                    <a:lnTo>
                      <a:pt x="128" y="329"/>
                    </a:lnTo>
                    <a:lnTo>
                      <a:pt x="130" y="327"/>
                    </a:lnTo>
                    <a:lnTo>
                      <a:pt x="126" y="298"/>
                    </a:lnTo>
                    <a:lnTo>
                      <a:pt x="127" y="285"/>
                    </a:lnTo>
                    <a:lnTo>
                      <a:pt x="122" y="278"/>
                    </a:lnTo>
                    <a:lnTo>
                      <a:pt x="122" y="274"/>
                    </a:lnTo>
                    <a:lnTo>
                      <a:pt x="124" y="271"/>
                    </a:lnTo>
                    <a:lnTo>
                      <a:pt x="124" y="266"/>
                    </a:lnTo>
                    <a:lnTo>
                      <a:pt x="129" y="263"/>
                    </a:lnTo>
                    <a:lnTo>
                      <a:pt x="136" y="264"/>
                    </a:lnTo>
                    <a:lnTo>
                      <a:pt x="130" y="259"/>
                    </a:lnTo>
                    <a:lnTo>
                      <a:pt x="133" y="256"/>
                    </a:lnTo>
                    <a:lnTo>
                      <a:pt x="132" y="249"/>
                    </a:lnTo>
                    <a:lnTo>
                      <a:pt x="128" y="232"/>
                    </a:lnTo>
                    <a:lnTo>
                      <a:pt x="142" y="233"/>
                    </a:lnTo>
                    <a:lnTo>
                      <a:pt x="143" y="217"/>
                    </a:lnTo>
                    <a:lnTo>
                      <a:pt x="147" y="211"/>
                    </a:lnTo>
                    <a:lnTo>
                      <a:pt x="166" y="214"/>
                    </a:lnTo>
                    <a:lnTo>
                      <a:pt x="161" y="210"/>
                    </a:lnTo>
                    <a:lnTo>
                      <a:pt x="130" y="208"/>
                    </a:lnTo>
                    <a:lnTo>
                      <a:pt x="114" y="204"/>
                    </a:lnTo>
                    <a:lnTo>
                      <a:pt x="92" y="202"/>
                    </a:lnTo>
                    <a:lnTo>
                      <a:pt x="89" y="197"/>
                    </a:lnTo>
                    <a:lnTo>
                      <a:pt x="88" y="190"/>
                    </a:lnTo>
                    <a:lnTo>
                      <a:pt x="101" y="138"/>
                    </a:lnTo>
                    <a:lnTo>
                      <a:pt x="109" y="131"/>
                    </a:lnTo>
                    <a:lnTo>
                      <a:pt x="116" y="135"/>
                    </a:lnTo>
                    <a:lnTo>
                      <a:pt x="128" y="130"/>
                    </a:lnTo>
                    <a:lnTo>
                      <a:pt x="116" y="123"/>
                    </a:lnTo>
                    <a:lnTo>
                      <a:pt x="112" y="116"/>
                    </a:lnTo>
                    <a:lnTo>
                      <a:pt x="136" y="88"/>
                    </a:lnTo>
                    <a:lnTo>
                      <a:pt x="148" y="77"/>
                    </a:lnTo>
                    <a:lnTo>
                      <a:pt x="178" y="70"/>
                    </a:lnTo>
                    <a:lnTo>
                      <a:pt x="201" y="72"/>
                    </a:lnTo>
                    <a:lnTo>
                      <a:pt x="209" y="76"/>
                    </a:lnTo>
                    <a:lnTo>
                      <a:pt x="220" y="79"/>
                    </a:lnTo>
                    <a:lnTo>
                      <a:pt x="258" y="64"/>
                    </a:lnTo>
                    <a:lnTo>
                      <a:pt x="272" y="65"/>
                    </a:lnTo>
                    <a:lnTo>
                      <a:pt x="284" y="61"/>
                    </a:lnTo>
                    <a:close/>
                  </a:path>
                </a:pathLst>
              </a:custGeom>
              <a:grpFill/>
              <a:ln w="1651" cap="flat" cmpd="sng">
                <a:solidFill>
                  <a:schemeClr val="bg2"/>
                </a:solidFill>
                <a:prstDash val="solid"/>
                <a:round/>
                <a:headEnd type="none" w="med" len="med"/>
                <a:tailEnd type="none" w="med" len="med"/>
              </a:ln>
            </p:spPr>
            <p:txBody>
              <a:bodyPr lIns="18000" rIns="18000" anchor="ctr">
                <a:spAutoFit/>
              </a:bodyPr>
              <a:lstStyle/>
              <a:p>
                <a:endParaRPr lang="de-DE" dirty="0"/>
              </a:p>
            </p:txBody>
          </p:sp>
          <p:sp>
            <p:nvSpPr>
              <p:cNvPr id="28" name="Freeform 33">
                <a:extLst>
                  <a:ext uri="{FF2B5EF4-FFF2-40B4-BE49-F238E27FC236}">
                    <a16:creationId xmlns:a16="http://schemas.microsoft.com/office/drawing/2014/main" id="{FF483D77-5BBA-5BDB-1711-EB6973552EC7}"/>
                  </a:ext>
                </a:extLst>
              </p:cNvPr>
              <p:cNvSpPr>
                <a:spLocks/>
              </p:cNvSpPr>
              <p:nvPr/>
            </p:nvSpPr>
            <p:spPr bwMode="auto">
              <a:xfrm>
                <a:off x="3401" y="922"/>
                <a:ext cx="50" cy="14"/>
              </a:xfrm>
              <a:custGeom>
                <a:avLst/>
                <a:gdLst>
                  <a:gd name="T0" fmla="*/ 0 w 84"/>
                  <a:gd name="T1" fmla="*/ 1 h 23"/>
                  <a:gd name="T2" fmla="*/ 1 w 84"/>
                  <a:gd name="T3" fmla="*/ 1 h 23"/>
                  <a:gd name="T4" fmla="*/ 1 w 84"/>
                  <a:gd name="T5" fmla="*/ 0 h 23"/>
                  <a:gd name="T6" fmla="*/ 1 w 84"/>
                  <a:gd name="T7" fmla="*/ 1 h 23"/>
                  <a:gd name="T8" fmla="*/ 1 w 84"/>
                  <a:gd name="T9" fmla="*/ 1 h 23"/>
                  <a:gd name="T10" fmla="*/ 1 w 84"/>
                  <a:gd name="T11" fmla="*/ 1 h 23"/>
                  <a:gd name="T12" fmla="*/ 1 w 84"/>
                  <a:gd name="T13" fmla="*/ 1 h 23"/>
                  <a:gd name="T14" fmla="*/ 1 w 84"/>
                  <a:gd name="T15" fmla="*/ 1 h 23"/>
                  <a:gd name="T16" fmla="*/ 0 w 84"/>
                  <a:gd name="T17" fmla="*/ 1 h 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4"/>
                  <a:gd name="T28" fmla="*/ 0 h 23"/>
                  <a:gd name="T29" fmla="*/ 84 w 84"/>
                  <a:gd name="T30" fmla="*/ 23 h 2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4" h="23">
                    <a:moveTo>
                      <a:pt x="0" y="12"/>
                    </a:moveTo>
                    <a:lnTo>
                      <a:pt x="25" y="3"/>
                    </a:lnTo>
                    <a:lnTo>
                      <a:pt x="76" y="0"/>
                    </a:lnTo>
                    <a:lnTo>
                      <a:pt x="84" y="6"/>
                    </a:lnTo>
                    <a:lnTo>
                      <a:pt x="62" y="12"/>
                    </a:lnTo>
                    <a:lnTo>
                      <a:pt x="49" y="17"/>
                    </a:lnTo>
                    <a:lnTo>
                      <a:pt x="14" y="20"/>
                    </a:lnTo>
                    <a:lnTo>
                      <a:pt x="3" y="23"/>
                    </a:lnTo>
                    <a:lnTo>
                      <a:pt x="0" y="12"/>
                    </a:lnTo>
                    <a:close/>
                  </a:path>
                </a:pathLst>
              </a:custGeom>
              <a:grpFill/>
              <a:ln w="1651" cap="flat" cmpd="sng">
                <a:solidFill>
                  <a:schemeClr val="bg2"/>
                </a:solidFill>
                <a:prstDash val="solid"/>
                <a:round/>
                <a:headEnd type="none" w="med" len="med"/>
                <a:tailEnd type="none" w="med" len="med"/>
              </a:ln>
            </p:spPr>
            <p:txBody>
              <a:bodyPr lIns="18000" rIns="18000" anchor="ctr">
                <a:spAutoFit/>
              </a:bodyPr>
              <a:lstStyle/>
              <a:p>
                <a:endParaRPr lang="de-DE" dirty="0"/>
              </a:p>
            </p:txBody>
          </p:sp>
          <p:sp>
            <p:nvSpPr>
              <p:cNvPr id="29" name="Freeform 34">
                <a:extLst>
                  <a:ext uri="{FF2B5EF4-FFF2-40B4-BE49-F238E27FC236}">
                    <a16:creationId xmlns:a16="http://schemas.microsoft.com/office/drawing/2014/main" id="{9AF889F1-ADE0-05E9-769A-A2278B6CDDE5}"/>
                  </a:ext>
                </a:extLst>
              </p:cNvPr>
              <p:cNvSpPr>
                <a:spLocks/>
              </p:cNvSpPr>
              <p:nvPr/>
            </p:nvSpPr>
            <p:spPr bwMode="auto">
              <a:xfrm>
                <a:off x="3290" y="958"/>
                <a:ext cx="37" cy="20"/>
              </a:xfrm>
              <a:custGeom>
                <a:avLst/>
                <a:gdLst>
                  <a:gd name="T0" fmla="*/ 0 w 61"/>
                  <a:gd name="T1" fmla="*/ 1 h 33"/>
                  <a:gd name="T2" fmla="*/ 1 w 61"/>
                  <a:gd name="T3" fmla="*/ 0 h 33"/>
                  <a:gd name="T4" fmla="*/ 1 w 61"/>
                  <a:gd name="T5" fmla="*/ 1 h 33"/>
                  <a:gd name="T6" fmla="*/ 1 w 61"/>
                  <a:gd name="T7" fmla="*/ 1 h 33"/>
                  <a:gd name="T8" fmla="*/ 1 w 61"/>
                  <a:gd name="T9" fmla="*/ 1 h 33"/>
                  <a:gd name="T10" fmla="*/ 1 w 61"/>
                  <a:gd name="T11" fmla="*/ 1 h 33"/>
                  <a:gd name="T12" fmla="*/ 1 w 61"/>
                  <a:gd name="T13" fmla="*/ 1 h 33"/>
                  <a:gd name="T14" fmla="*/ 1 w 61"/>
                  <a:gd name="T15" fmla="*/ 1 h 33"/>
                  <a:gd name="T16" fmla="*/ 1 w 61"/>
                  <a:gd name="T17" fmla="*/ 1 h 33"/>
                  <a:gd name="T18" fmla="*/ 1 w 61"/>
                  <a:gd name="T19" fmla="*/ 1 h 33"/>
                  <a:gd name="T20" fmla="*/ 0 w 61"/>
                  <a:gd name="T21" fmla="*/ 1 h 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1"/>
                  <a:gd name="T34" fmla="*/ 0 h 33"/>
                  <a:gd name="T35" fmla="*/ 61 w 61"/>
                  <a:gd name="T36" fmla="*/ 33 h 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1" h="33">
                    <a:moveTo>
                      <a:pt x="0" y="11"/>
                    </a:moveTo>
                    <a:lnTo>
                      <a:pt x="30" y="0"/>
                    </a:lnTo>
                    <a:lnTo>
                      <a:pt x="61" y="11"/>
                    </a:lnTo>
                    <a:lnTo>
                      <a:pt x="44" y="15"/>
                    </a:lnTo>
                    <a:lnTo>
                      <a:pt x="26" y="15"/>
                    </a:lnTo>
                    <a:lnTo>
                      <a:pt x="25" y="25"/>
                    </a:lnTo>
                    <a:lnTo>
                      <a:pt x="44" y="32"/>
                    </a:lnTo>
                    <a:lnTo>
                      <a:pt x="21" y="33"/>
                    </a:lnTo>
                    <a:lnTo>
                      <a:pt x="8" y="26"/>
                    </a:lnTo>
                    <a:lnTo>
                      <a:pt x="1" y="19"/>
                    </a:lnTo>
                    <a:lnTo>
                      <a:pt x="0" y="11"/>
                    </a:lnTo>
                    <a:close/>
                  </a:path>
                </a:pathLst>
              </a:custGeom>
              <a:grpFill/>
              <a:ln w="1651" cap="flat" cmpd="sng">
                <a:solidFill>
                  <a:schemeClr val="bg2"/>
                </a:solidFill>
                <a:prstDash val="solid"/>
                <a:round/>
                <a:headEnd type="none" w="med" len="med"/>
                <a:tailEnd type="none" w="med" len="med"/>
              </a:ln>
            </p:spPr>
            <p:txBody>
              <a:bodyPr lIns="18000" rIns="18000" anchor="ctr">
                <a:spAutoFit/>
              </a:bodyPr>
              <a:lstStyle/>
              <a:p>
                <a:endParaRPr lang="de-DE" dirty="0"/>
              </a:p>
            </p:txBody>
          </p:sp>
          <p:sp>
            <p:nvSpPr>
              <p:cNvPr id="30" name="Freeform 35">
                <a:extLst>
                  <a:ext uri="{FF2B5EF4-FFF2-40B4-BE49-F238E27FC236}">
                    <a16:creationId xmlns:a16="http://schemas.microsoft.com/office/drawing/2014/main" id="{FBE0AAB6-366E-3056-CDC0-0C496E94B851}"/>
                  </a:ext>
                </a:extLst>
              </p:cNvPr>
              <p:cNvSpPr>
                <a:spLocks/>
              </p:cNvSpPr>
              <p:nvPr/>
            </p:nvSpPr>
            <p:spPr bwMode="auto">
              <a:xfrm>
                <a:off x="3478" y="911"/>
                <a:ext cx="37" cy="14"/>
              </a:xfrm>
              <a:custGeom>
                <a:avLst/>
                <a:gdLst>
                  <a:gd name="T0" fmla="*/ 0 w 63"/>
                  <a:gd name="T1" fmla="*/ 1 h 24"/>
                  <a:gd name="T2" fmla="*/ 0 w 63"/>
                  <a:gd name="T3" fmla="*/ 1 h 24"/>
                  <a:gd name="T4" fmla="*/ 1 w 63"/>
                  <a:gd name="T5" fmla="*/ 1 h 24"/>
                  <a:gd name="T6" fmla="*/ 1 w 63"/>
                  <a:gd name="T7" fmla="*/ 1 h 24"/>
                  <a:gd name="T8" fmla="*/ 1 w 63"/>
                  <a:gd name="T9" fmla="*/ 1 h 24"/>
                  <a:gd name="T10" fmla="*/ 1 w 63"/>
                  <a:gd name="T11" fmla="*/ 1 h 24"/>
                  <a:gd name="T12" fmla="*/ 1 w 63"/>
                  <a:gd name="T13" fmla="*/ 1 h 24"/>
                  <a:gd name="T14" fmla="*/ 1 w 63"/>
                  <a:gd name="T15" fmla="*/ 1 h 24"/>
                  <a:gd name="T16" fmla="*/ 1 w 63"/>
                  <a:gd name="T17" fmla="*/ 1 h 24"/>
                  <a:gd name="T18" fmla="*/ 1 w 63"/>
                  <a:gd name="T19" fmla="*/ 0 h 24"/>
                  <a:gd name="T20" fmla="*/ 1 w 63"/>
                  <a:gd name="T21" fmla="*/ 0 h 24"/>
                  <a:gd name="T22" fmla="*/ 0 w 63"/>
                  <a:gd name="T23" fmla="*/ 1 h 2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
                  <a:gd name="T37" fmla="*/ 0 h 24"/>
                  <a:gd name="T38" fmla="*/ 63 w 63"/>
                  <a:gd name="T39" fmla="*/ 24 h 2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 h="24">
                    <a:moveTo>
                      <a:pt x="0" y="11"/>
                    </a:moveTo>
                    <a:lnTo>
                      <a:pt x="0" y="23"/>
                    </a:lnTo>
                    <a:lnTo>
                      <a:pt x="6" y="24"/>
                    </a:lnTo>
                    <a:lnTo>
                      <a:pt x="8" y="20"/>
                    </a:lnTo>
                    <a:lnTo>
                      <a:pt x="12" y="20"/>
                    </a:lnTo>
                    <a:lnTo>
                      <a:pt x="18" y="10"/>
                    </a:lnTo>
                    <a:lnTo>
                      <a:pt x="48" y="4"/>
                    </a:lnTo>
                    <a:lnTo>
                      <a:pt x="63" y="11"/>
                    </a:lnTo>
                    <a:lnTo>
                      <a:pt x="63" y="3"/>
                    </a:lnTo>
                    <a:lnTo>
                      <a:pt x="58" y="0"/>
                    </a:lnTo>
                    <a:lnTo>
                      <a:pt x="10" y="0"/>
                    </a:lnTo>
                    <a:lnTo>
                      <a:pt x="0" y="11"/>
                    </a:lnTo>
                    <a:close/>
                  </a:path>
                </a:pathLst>
              </a:custGeom>
              <a:grpFill/>
              <a:ln w="1651" cap="flat" cmpd="sng">
                <a:solidFill>
                  <a:schemeClr val="bg2"/>
                </a:solidFill>
                <a:prstDash val="solid"/>
                <a:round/>
                <a:headEnd type="none" w="med" len="med"/>
                <a:tailEnd type="none" w="med" len="med"/>
              </a:ln>
            </p:spPr>
            <p:txBody>
              <a:bodyPr lIns="18000" rIns="18000" anchor="ctr">
                <a:spAutoFit/>
              </a:bodyPr>
              <a:lstStyle/>
              <a:p>
                <a:endParaRPr lang="de-DE" dirty="0"/>
              </a:p>
            </p:txBody>
          </p:sp>
          <p:sp>
            <p:nvSpPr>
              <p:cNvPr id="31" name="Freeform 36">
                <a:extLst>
                  <a:ext uri="{FF2B5EF4-FFF2-40B4-BE49-F238E27FC236}">
                    <a16:creationId xmlns:a16="http://schemas.microsoft.com/office/drawing/2014/main" id="{F38DB82F-4E8F-A829-796B-49B45EEA70FC}"/>
                  </a:ext>
                </a:extLst>
              </p:cNvPr>
              <p:cNvSpPr>
                <a:spLocks/>
              </p:cNvSpPr>
              <p:nvPr/>
            </p:nvSpPr>
            <p:spPr bwMode="auto">
              <a:xfrm>
                <a:off x="3526" y="902"/>
                <a:ext cx="35" cy="10"/>
              </a:xfrm>
              <a:custGeom>
                <a:avLst/>
                <a:gdLst>
                  <a:gd name="T0" fmla="*/ 0 w 56"/>
                  <a:gd name="T1" fmla="*/ 1 h 17"/>
                  <a:gd name="T2" fmla="*/ 1 w 56"/>
                  <a:gd name="T3" fmla="*/ 1 h 17"/>
                  <a:gd name="T4" fmla="*/ 1 w 56"/>
                  <a:gd name="T5" fmla="*/ 1 h 17"/>
                  <a:gd name="T6" fmla="*/ 1 w 56"/>
                  <a:gd name="T7" fmla="*/ 1 h 17"/>
                  <a:gd name="T8" fmla="*/ 1 w 56"/>
                  <a:gd name="T9" fmla="*/ 1 h 17"/>
                  <a:gd name="T10" fmla="*/ 1 w 56"/>
                  <a:gd name="T11" fmla="*/ 1 h 17"/>
                  <a:gd name="T12" fmla="*/ 1 w 56"/>
                  <a:gd name="T13" fmla="*/ 0 h 17"/>
                  <a:gd name="T14" fmla="*/ 0 w 56"/>
                  <a:gd name="T15" fmla="*/ 1 h 17"/>
                  <a:gd name="T16" fmla="*/ 0 60000 65536"/>
                  <a:gd name="T17" fmla="*/ 0 60000 65536"/>
                  <a:gd name="T18" fmla="*/ 0 60000 65536"/>
                  <a:gd name="T19" fmla="*/ 0 60000 65536"/>
                  <a:gd name="T20" fmla="*/ 0 60000 65536"/>
                  <a:gd name="T21" fmla="*/ 0 60000 65536"/>
                  <a:gd name="T22" fmla="*/ 0 60000 65536"/>
                  <a:gd name="T23" fmla="*/ 0 60000 65536"/>
                  <a:gd name="T24" fmla="*/ 0 w 56"/>
                  <a:gd name="T25" fmla="*/ 0 h 17"/>
                  <a:gd name="T26" fmla="*/ 56 w 56"/>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 h="17">
                    <a:moveTo>
                      <a:pt x="0" y="14"/>
                    </a:moveTo>
                    <a:lnTo>
                      <a:pt x="9" y="17"/>
                    </a:lnTo>
                    <a:lnTo>
                      <a:pt x="15" y="13"/>
                    </a:lnTo>
                    <a:lnTo>
                      <a:pt x="37" y="14"/>
                    </a:lnTo>
                    <a:lnTo>
                      <a:pt x="56" y="6"/>
                    </a:lnTo>
                    <a:lnTo>
                      <a:pt x="42" y="2"/>
                    </a:lnTo>
                    <a:lnTo>
                      <a:pt x="7" y="0"/>
                    </a:lnTo>
                    <a:lnTo>
                      <a:pt x="0" y="14"/>
                    </a:lnTo>
                    <a:close/>
                  </a:path>
                </a:pathLst>
              </a:custGeom>
              <a:grpFill/>
              <a:ln w="1651" cap="flat" cmpd="sng">
                <a:solidFill>
                  <a:schemeClr val="bg2"/>
                </a:solidFill>
                <a:prstDash val="solid"/>
                <a:round/>
                <a:headEnd type="none" w="med" len="med"/>
                <a:tailEnd type="none" w="med" len="med"/>
              </a:ln>
            </p:spPr>
            <p:txBody>
              <a:bodyPr lIns="18000" rIns="18000" anchor="ctr">
                <a:spAutoFit/>
              </a:bodyPr>
              <a:lstStyle/>
              <a:p>
                <a:endParaRPr lang="de-DE" dirty="0"/>
              </a:p>
            </p:txBody>
          </p:sp>
          <p:sp>
            <p:nvSpPr>
              <p:cNvPr id="32" name="Freeform 37">
                <a:extLst>
                  <a:ext uri="{FF2B5EF4-FFF2-40B4-BE49-F238E27FC236}">
                    <a16:creationId xmlns:a16="http://schemas.microsoft.com/office/drawing/2014/main" id="{145A324E-130E-3A86-175A-C5DF7AD33527}"/>
                  </a:ext>
                </a:extLst>
              </p:cNvPr>
              <p:cNvSpPr>
                <a:spLocks/>
              </p:cNvSpPr>
              <p:nvPr/>
            </p:nvSpPr>
            <p:spPr bwMode="auto">
              <a:xfrm>
                <a:off x="3342" y="935"/>
                <a:ext cx="48" cy="9"/>
              </a:xfrm>
              <a:custGeom>
                <a:avLst/>
                <a:gdLst>
                  <a:gd name="T0" fmla="*/ 0 w 83"/>
                  <a:gd name="T1" fmla="*/ 1 h 16"/>
                  <a:gd name="T2" fmla="*/ 1 w 83"/>
                  <a:gd name="T3" fmla="*/ 1 h 16"/>
                  <a:gd name="T4" fmla="*/ 1 w 83"/>
                  <a:gd name="T5" fmla="*/ 1 h 16"/>
                  <a:gd name="T6" fmla="*/ 1 w 83"/>
                  <a:gd name="T7" fmla="*/ 1 h 16"/>
                  <a:gd name="T8" fmla="*/ 1 w 83"/>
                  <a:gd name="T9" fmla="*/ 1 h 16"/>
                  <a:gd name="T10" fmla="*/ 1 w 83"/>
                  <a:gd name="T11" fmla="*/ 0 h 16"/>
                  <a:gd name="T12" fmla="*/ 1 w 83"/>
                  <a:gd name="T13" fmla="*/ 0 h 16"/>
                  <a:gd name="T14" fmla="*/ 0 w 83"/>
                  <a:gd name="T15" fmla="*/ 1 h 16"/>
                  <a:gd name="T16" fmla="*/ 0 60000 65536"/>
                  <a:gd name="T17" fmla="*/ 0 60000 65536"/>
                  <a:gd name="T18" fmla="*/ 0 60000 65536"/>
                  <a:gd name="T19" fmla="*/ 0 60000 65536"/>
                  <a:gd name="T20" fmla="*/ 0 60000 65536"/>
                  <a:gd name="T21" fmla="*/ 0 60000 65536"/>
                  <a:gd name="T22" fmla="*/ 0 60000 65536"/>
                  <a:gd name="T23" fmla="*/ 0 60000 65536"/>
                  <a:gd name="T24" fmla="*/ 0 w 83"/>
                  <a:gd name="T25" fmla="*/ 0 h 16"/>
                  <a:gd name="T26" fmla="*/ 83 w 83"/>
                  <a:gd name="T27" fmla="*/ 16 h 1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3" h="16">
                    <a:moveTo>
                      <a:pt x="0" y="8"/>
                    </a:moveTo>
                    <a:lnTo>
                      <a:pt x="4" y="16"/>
                    </a:lnTo>
                    <a:lnTo>
                      <a:pt x="30" y="7"/>
                    </a:lnTo>
                    <a:lnTo>
                      <a:pt x="83" y="8"/>
                    </a:lnTo>
                    <a:lnTo>
                      <a:pt x="80" y="4"/>
                    </a:lnTo>
                    <a:lnTo>
                      <a:pt x="67" y="0"/>
                    </a:lnTo>
                    <a:lnTo>
                      <a:pt x="40" y="0"/>
                    </a:lnTo>
                    <a:lnTo>
                      <a:pt x="0" y="8"/>
                    </a:lnTo>
                    <a:close/>
                  </a:path>
                </a:pathLst>
              </a:custGeom>
              <a:grpFill/>
              <a:ln w="1651" cap="flat" cmpd="sng">
                <a:solidFill>
                  <a:schemeClr val="bg2"/>
                </a:solidFill>
                <a:prstDash val="solid"/>
                <a:round/>
                <a:headEnd type="none" w="med" len="med"/>
                <a:tailEnd type="none" w="med" len="med"/>
              </a:ln>
            </p:spPr>
            <p:txBody>
              <a:bodyPr lIns="18000" rIns="18000" anchor="ctr">
                <a:spAutoFit/>
              </a:bodyPr>
              <a:lstStyle/>
              <a:p>
                <a:endParaRPr lang="de-DE" dirty="0"/>
              </a:p>
            </p:txBody>
          </p:sp>
          <p:sp>
            <p:nvSpPr>
              <p:cNvPr id="33" name="Freeform 38">
                <a:extLst>
                  <a:ext uri="{FF2B5EF4-FFF2-40B4-BE49-F238E27FC236}">
                    <a16:creationId xmlns:a16="http://schemas.microsoft.com/office/drawing/2014/main" id="{6335508F-C10B-3AC9-57C7-904F580E5664}"/>
                  </a:ext>
                </a:extLst>
              </p:cNvPr>
              <p:cNvSpPr>
                <a:spLocks/>
              </p:cNvSpPr>
              <p:nvPr/>
            </p:nvSpPr>
            <p:spPr bwMode="auto">
              <a:xfrm>
                <a:off x="3567" y="896"/>
                <a:ext cx="28" cy="11"/>
              </a:xfrm>
              <a:custGeom>
                <a:avLst/>
                <a:gdLst>
                  <a:gd name="T0" fmla="*/ 0 w 48"/>
                  <a:gd name="T1" fmla="*/ 1 h 18"/>
                  <a:gd name="T2" fmla="*/ 1 w 48"/>
                  <a:gd name="T3" fmla="*/ 0 h 18"/>
                  <a:gd name="T4" fmla="*/ 1 w 48"/>
                  <a:gd name="T5" fmla="*/ 1 h 18"/>
                  <a:gd name="T6" fmla="*/ 1 w 48"/>
                  <a:gd name="T7" fmla="*/ 1 h 18"/>
                  <a:gd name="T8" fmla="*/ 1 w 48"/>
                  <a:gd name="T9" fmla="*/ 1 h 18"/>
                  <a:gd name="T10" fmla="*/ 1 w 48"/>
                  <a:gd name="T11" fmla="*/ 1 h 18"/>
                  <a:gd name="T12" fmla="*/ 1 w 48"/>
                  <a:gd name="T13" fmla="*/ 1 h 18"/>
                  <a:gd name="T14" fmla="*/ 1 w 48"/>
                  <a:gd name="T15" fmla="*/ 1 h 18"/>
                  <a:gd name="T16" fmla="*/ 1 w 48"/>
                  <a:gd name="T17" fmla="*/ 1 h 18"/>
                  <a:gd name="T18" fmla="*/ 1 w 48"/>
                  <a:gd name="T19" fmla="*/ 1 h 18"/>
                  <a:gd name="T20" fmla="*/ 1 w 48"/>
                  <a:gd name="T21" fmla="*/ 1 h 18"/>
                  <a:gd name="T22" fmla="*/ 0 w 48"/>
                  <a:gd name="T23" fmla="*/ 1 h 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8"/>
                  <a:gd name="T37" fmla="*/ 0 h 18"/>
                  <a:gd name="T38" fmla="*/ 48 w 48"/>
                  <a:gd name="T39" fmla="*/ 18 h 1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8" h="18">
                    <a:moveTo>
                      <a:pt x="0" y="5"/>
                    </a:moveTo>
                    <a:lnTo>
                      <a:pt x="8" y="0"/>
                    </a:lnTo>
                    <a:lnTo>
                      <a:pt x="41" y="4"/>
                    </a:lnTo>
                    <a:lnTo>
                      <a:pt x="48" y="11"/>
                    </a:lnTo>
                    <a:lnTo>
                      <a:pt x="46" y="13"/>
                    </a:lnTo>
                    <a:lnTo>
                      <a:pt x="23" y="13"/>
                    </a:lnTo>
                    <a:lnTo>
                      <a:pt x="13" y="6"/>
                    </a:lnTo>
                    <a:lnTo>
                      <a:pt x="8" y="10"/>
                    </a:lnTo>
                    <a:lnTo>
                      <a:pt x="13" y="16"/>
                    </a:lnTo>
                    <a:lnTo>
                      <a:pt x="11" y="18"/>
                    </a:lnTo>
                    <a:lnTo>
                      <a:pt x="5" y="16"/>
                    </a:lnTo>
                    <a:lnTo>
                      <a:pt x="0" y="5"/>
                    </a:lnTo>
                    <a:close/>
                  </a:path>
                </a:pathLst>
              </a:custGeom>
              <a:grpFill/>
              <a:ln w="1651" cap="flat" cmpd="sng">
                <a:solidFill>
                  <a:schemeClr val="bg2"/>
                </a:solidFill>
                <a:prstDash val="solid"/>
                <a:round/>
                <a:headEnd type="none" w="med" len="med"/>
                <a:tailEnd type="none" w="med" len="med"/>
              </a:ln>
            </p:spPr>
            <p:txBody>
              <a:bodyPr lIns="18000" rIns="18000" anchor="ctr">
                <a:spAutoFit/>
              </a:bodyPr>
              <a:lstStyle/>
              <a:p>
                <a:endParaRPr lang="de-DE" dirty="0"/>
              </a:p>
            </p:txBody>
          </p:sp>
          <p:sp>
            <p:nvSpPr>
              <p:cNvPr id="34" name="Freeform 39">
                <a:extLst>
                  <a:ext uri="{FF2B5EF4-FFF2-40B4-BE49-F238E27FC236}">
                    <a16:creationId xmlns:a16="http://schemas.microsoft.com/office/drawing/2014/main" id="{A240CF41-EB8F-ED75-4658-E9F35D2C7065}"/>
                  </a:ext>
                </a:extLst>
              </p:cNvPr>
              <p:cNvSpPr>
                <a:spLocks/>
              </p:cNvSpPr>
              <p:nvPr/>
            </p:nvSpPr>
            <p:spPr bwMode="auto">
              <a:xfrm>
                <a:off x="3337" y="947"/>
                <a:ext cx="9" cy="11"/>
              </a:xfrm>
              <a:custGeom>
                <a:avLst/>
                <a:gdLst>
                  <a:gd name="T0" fmla="*/ 0 w 16"/>
                  <a:gd name="T1" fmla="*/ 1 h 17"/>
                  <a:gd name="T2" fmla="*/ 1 w 16"/>
                  <a:gd name="T3" fmla="*/ 0 h 17"/>
                  <a:gd name="T4" fmla="*/ 1 w 16"/>
                  <a:gd name="T5" fmla="*/ 1 h 17"/>
                  <a:gd name="T6" fmla="*/ 1 w 16"/>
                  <a:gd name="T7" fmla="*/ 1 h 17"/>
                  <a:gd name="T8" fmla="*/ 1 w 16"/>
                  <a:gd name="T9" fmla="*/ 1 h 17"/>
                  <a:gd name="T10" fmla="*/ 1 w 16"/>
                  <a:gd name="T11" fmla="*/ 1 h 17"/>
                  <a:gd name="T12" fmla="*/ 1 w 16"/>
                  <a:gd name="T13" fmla="*/ 1 h 17"/>
                  <a:gd name="T14" fmla="*/ 1 w 16"/>
                  <a:gd name="T15" fmla="*/ 1 h 17"/>
                  <a:gd name="T16" fmla="*/ 0 w 16"/>
                  <a:gd name="T17" fmla="*/ 1 h 17"/>
                  <a:gd name="T18" fmla="*/ 0 w 16"/>
                  <a:gd name="T19" fmla="*/ 1 h 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
                  <a:gd name="T31" fmla="*/ 0 h 17"/>
                  <a:gd name="T32" fmla="*/ 16 w 16"/>
                  <a:gd name="T33" fmla="*/ 17 h 1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 h="17">
                    <a:moveTo>
                      <a:pt x="0" y="2"/>
                    </a:moveTo>
                    <a:lnTo>
                      <a:pt x="16" y="0"/>
                    </a:lnTo>
                    <a:lnTo>
                      <a:pt x="14" y="9"/>
                    </a:lnTo>
                    <a:lnTo>
                      <a:pt x="9" y="8"/>
                    </a:lnTo>
                    <a:lnTo>
                      <a:pt x="13" y="13"/>
                    </a:lnTo>
                    <a:lnTo>
                      <a:pt x="9" y="17"/>
                    </a:lnTo>
                    <a:lnTo>
                      <a:pt x="1" y="14"/>
                    </a:lnTo>
                    <a:lnTo>
                      <a:pt x="3" y="11"/>
                    </a:lnTo>
                    <a:lnTo>
                      <a:pt x="0" y="8"/>
                    </a:lnTo>
                    <a:lnTo>
                      <a:pt x="0" y="2"/>
                    </a:lnTo>
                    <a:close/>
                  </a:path>
                </a:pathLst>
              </a:custGeom>
              <a:grpFill/>
              <a:ln w="1651" cap="flat" cmpd="sng">
                <a:solidFill>
                  <a:schemeClr val="bg2"/>
                </a:solidFill>
                <a:prstDash val="solid"/>
                <a:round/>
                <a:headEnd type="none" w="med" len="med"/>
                <a:tailEnd type="none" w="med" len="med"/>
              </a:ln>
            </p:spPr>
            <p:txBody>
              <a:bodyPr lIns="18000" rIns="18000" anchor="ctr">
                <a:spAutoFit/>
              </a:bodyPr>
              <a:lstStyle/>
              <a:p>
                <a:endParaRPr lang="de-DE" dirty="0"/>
              </a:p>
            </p:txBody>
          </p:sp>
        </p:grpSp>
        <p:sp>
          <p:nvSpPr>
            <p:cNvPr id="20" name="AOK Bremen/Bremerhaven">
              <a:extLst>
                <a:ext uri="{FF2B5EF4-FFF2-40B4-BE49-F238E27FC236}">
                  <a16:creationId xmlns:a16="http://schemas.microsoft.com/office/drawing/2014/main" id="{78B4E02E-4462-E3A8-E502-D3FD01CCA7E8}"/>
                </a:ext>
              </a:extLst>
            </p:cNvPr>
            <p:cNvSpPr>
              <a:spLocks/>
            </p:cNvSpPr>
            <p:nvPr/>
          </p:nvSpPr>
          <p:spPr bwMode="auto">
            <a:xfrm>
              <a:off x="5798005" y="2044529"/>
              <a:ext cx="158654" cy="135037"/>
            </a:xfrm>
            <a:custGeom>
              <a:avLst/>
              <a:gdLst>
                <a:gd name="T0" fmla="*/ 2147483647 w 210"/>
                <a:gd name="T1" fmla="*/ 2147483647 h 178"/>
                <a:gd name="T2" fmla="*/ 2147483647 w 210"/>
                <a:gd name="T3" fmla="*/ 2147483647 h 178"/>
                <a:gd name="T4" fmla="*/ 2147483647 w 210"/>
                <a:gd name="T5" fmla="*/ 2147483647 h 178"/>
                <a:gd name="T6" fmla="*/ 2147483647 w 210"/>
                <a:gd name="T7" fmla="*/ 2147483647 h 178"/>
                <a:gd name="T8" fmla="*/ 2147483647 w 210"/>
                <a:gd name="T9" fmla="*/ 2147483647 h 178"/>
                <a:gd name="T10" fmla="*/ 2147483647 w 210"/>
                <a:gd name="T11" fmla="*/ 2147483647 h 178"/>
                <a:gd name="T12" fmla="*/ 2147483647 w 210"/>
                <a:gd name="T13" fmla="*/ 2147483647 h 178"/>
                <a:gd name="T14" fmla="*/ 2147483647 w 210"/>
                <a:gd name="T15" fmla="*/ 2147483647 h 178"/>
                <a:gd name="T16" fmla="*/ 2147483647 w 210"/>
                <a:gd name="T17" fmla="*/ 2147483647 h 178"/>
                <a:gd name="T18" fmla="*/ 2147483647 w 210"/>
                <a:gd name="T19" fmla="*/ 2147483647 h 178"/>
                <a:gd name="T20" fmla="*/ 2147483647 w 210"/>
                <a:gd name="T21" fmla="*/ 2147483647 h 178"/>
                <a:gd name="T22" fmla="*/ 2147483647 w 210"/>
                <a:gd name="T23" fmla="*/ 2147483647 h 178"/>
                <a:gd name="T24" fmla="*/ 2147483647 w 210"/>
                <a:gd name="T25" fmla="*/ 2147483647 h 178"/>
                <a:gd name="T26" fmla="*/ 2147483647 w 210"/>
                <a:gd name="T27" fmla="*/ 2147483647 h 178"/>
                <a:gd name="T28" fmla="*/ 2147483647 w 210"/>
                <a:gd name="T29" fmla="*/ 2147483647 h 178"/>
                <a:gd name="T30" fmla="*/ 2147483647 w 210"/>
                <a:gd name="T31" fmla="*/ 2147483647 h 178"/>
                <a:gd name="T32" fmla="*/ 2147483647 w 210"/>
                <a:gd name="T33" fmla="*/ 2147483647 h 178"/>
                <a:gd name="T34" fmla="*/ 2147483647 w 210"/>
                <a:gd name="T35" fmla="*/ 2147483647 h 178"/>
                <a:gd name="T36" fmla="*/ 2147483647 w 210"/>
                <a:gd name="T37" fmla="*/ 2147483647 h 178"/>
                <a:gd name="T38" fmla="*/ 2147483647 w 210"/>
                <a:gd name="T39" fmla="*/ 2147483647 h 178"/>
                <a:gd name="T40" fmla="*/ 2147483647 w 210"/>
                <a:gd name="T41" fmla="*/ 2147483647 h 178"/>
                <a:gd name="T42" fmla="*/ 2147483647 w 210"/>
                <a:gd name="T43" fmla="*/ 2147483647 h 178"/>
                <a:gd name="T44" fmla="*/ 2147483647 w 210"/>
                <a:gd name="T45" fmla="*/ 2147483647 h 178"/>
                <a:gd name="T46" fmla="*/ 2147483647 w 210"/>
                <a:gd name="T47" fmla="*/ 2147483647 h 178"/>
                <a:gd name="T48" fmla="*/ 2147483647 w 210"/>
                <a:gd name="T49" fmla="*/ 2147483647 h 178"/>
                <a:gd name="T50" fmla="*/ 2147483647 w 210"/>
                <a:gd name="T51" fmla="*/ 2147483647 h 178"/>
                <a:gd name="T52" fmla="*/ 2147483647 w 210"/>
                <a:gd name="T53" fmla="*/ 2147483647 h 178"/>
                <a:gd name="T54" fmla="*/ 2147483647 w 210"/>
                <a:gd name="T55" fmla="*/ 2147483647 h 178"/>
                <a:gd name="T56" fmla="*/ 2147483647 w 210"/>
                <a:gd name="T57" fmla="*/ 2147483647 h 178"/>
                <a:gd name="T58" fmla="*/ 2147483647 w 210"/>
                <a:gd name="T59" fmla="*/ 2147483647 h 178"/>
                <a:gd name="T60" fmla="*/ 2147483647 w 210"/>
                <a:gd name="T61" fmla="*/ 2147483647 h 178"/>
                <a:gd name="T62" fmla="*/ 0 w 210"/>
                <a:gd name="T63" fmla="*/ 0 h 178"/>
                <a:gd name="T64" fmla="*/ 2147483647 w 210"/>
                <a:gd name="T65" fmla="*/ 2147483647 h 178"/>
                <a:gd name="T66" fmla="*/ 2147483647 w 210"/>
                <a:gd name="T67" fmla="*/ 2147483647 h 178"/>
                <a:gd name="T68" fmla="*/ 2147483647 w 210"/>
                <a:gd name="T69" fmla="*/ 2147483647 h 17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10"/>
                <a:gd name="T106" fmla="*/ 0 h 178"/>
                <a:gd name="T107" fmla="*/ 210 w 210"/>
                <a:gd name="T108" fmla="*/ 178 h 17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10" h="178">
                  <a:moveTo>
                    <a:pt x="63" y="90"/>
                  </a:moveTo>
                  <a:lnTo>
                    <a:pt x="69" y="114"/>
                  </a:lnTo>
                  <a:lnTo>
                    <a:pt x="84" y="124"/>
                  </a:lnTo>
                  <a:lnTo>
                    <a:pt x="85" y="146"/>
                  </a:lnTo>
                  <a:lnTo>
                    <a:pt x="91" y="155"/>
                  </a:lnTo>
                  <a:lnTo>
                    <a:pt x="109" y="145"/>
                  </a:lnTo>
                  <a:lnTo>
                    <a:pt x="121" y="151"/>
                  </a:lnTo>
                  <a:lnTo>
                    <a:pt x="143" y="170"/>
                  </a:lnTo>
                  <a:lnTo>
                    <a:pt x="153" y="166"/>
                  </a:lnTo>
                  <a:lnTo>
                    <a:pt x="163" y="174"/>
                  </a:lnTo>
                  <a:lnTo>
                    <a:pt x="179" y="178"/>
                  </a:lnTo>
                  <a:lnTo>
                    <a:pt x="189" y="163"/>
                  </a:lnTo>
                  <a:lnTo>
                    <a:pt x="198" y="144"/>
                  </a:lnTo>
                  <a:lnTo>
                    <a:pt x="197" y="127"/>
                  </a:lnTo>
                  <a:lnTo>
                    <a:pt x="210" y="115"/>
                  </a:lnTo>
                  <a:lnTo>
                    <a:pt x="188" y="109"/>
                  </a:lnTo>
                  <a:lnTo>
                    <a:pt x="186" y="98"/>
                  </a:lnTo>
                  <a:lnTo>
                    <a:pt x="199" y="92"/>
                  </a:lnTo>
                  <a:lnTo>
                    <a:pt x="187" y="79"/>
                  </a:lnTo>
                  <a:lnTo>
                    <a:pt x="176" y="73"/>
                  </a:lnTo>
                  <a:lnTo>
                    <a:pt x="167" y="83"/>
                  </a:lnTo>
                  <a:lnTo>
                    <a:pt x="150" y="79"/>
                  </a:lnTo>
                  <a:lnTo>
                    <a:pt x="138" y="62"/>
                  </a:lnTo>
                  <a:lnTo>
                    <a:pt x="111" y="60"/>
                  </a:lnTo>
                  <a:lnTo>
                    <a:pt x="91" y="46"/>
                  </a:lnTo>
                  <a:lnTo>
                    <a:pt x="72" y="44"/>
                  </a:lnTo>
                  <a:lnTo>
                    <a:pt x="59" y="31"/>
                  </a:lnTo>
                  <a:lnTo>
                    <a:pt x="51" y="32"/>
                  </a:lnTo>
                  <a:lnTo>
                    <a:pt x="44" y="19"/>
                  </a:lnTo>
                  <a:lnTo>
                    <a:pt x="37" y="11"/>
                  </a:lnTo>
                  <a:lnTo>
                    <a:pt x="26" y="14"/>
                  </a:lnTo>
                  <a:lnTo>
                    <a:pt x="0" y="0"/>
                  </a:lnTo>
                  <a:lnTo>
                    <a:pt x="14" y="37"/>
                  </a:lnTo>
                  <a:lnTo>
                    <a:pt x="54" y="60"/>
                  </a:lnTo>
                  <a:lnTo>
                    <a:pt x="63" y="90"/>
                  </a:lnTo>
                  <a:close/>
                </a:path>
              </a:pathLst>
            </a:custGeom>
            <a:grpFill/>
            <a:ln w="1651" cap="flat" cmpd="sng">
              <a:solidFill>
                <a:schemeClr val="bg2"/>
              </a:solidFill>
              <a:prstDash val="solid"/>
              <a:round/>
              <a:headEnd/>
              <a:tailEnd/>
            </a:ln>
          </p:spPr>
          <p:txBody>
            <a:bodyPr lIns="18000" rIns="18000" anchor="ctr">
              <a:spAutoFit/>
            </a:bodyPr>
            <a:lstStyle/>
            <a:p>
              <a:endParaRPr lang="de-DE" dirty="0"/>
            </a:p>
          </p:txBody>
        </p:sp>
        <p:sp>
          <p:nvSpPr>
            <p:cNvPr id="21" name="AOK Hessen">
              <a:extLst>
                <a:ext uri="{FF2B5EF4-FFF2-40B4-BE49-F238E27FC236}">
                  <a16:creationId xmlns:a16="http://schemas.microsoft.com/office/drawing/2014/main" id="{13B021A3-D921-D5F5-DFB9-BDDB60348752}"/>
                </a:ext>
              </a:extLst>
            </p:cNvPr>
            <p:cNvSpPr>
              <a:spLocks/>
            </p:cNvSpPr>
            <p:nvPr/>
          </p:nvSpPr>
          <p:spPr bwMode="auto">
            <a:xfrm>
              <a:off x="5547964" y="2843062"/>
              <a:ext cx="788198" cy="1117946"/>
            </a:xfrm>
            <a:custGeom>
              <a:avLst/>
              <a:gdLst>
                <a:gd name="T0" fmla="*/ 2147483647 w 621"/>
                <a:gd name="T1" fmla="*/ 2147483647 h 861"/>
                <a:gd name="T2" fmla="*/ 2147483647 w 621"/>
                <a:gd name="T3" fmla="*/ 2147483647 h 861"/>
                <a:gd name="T4" fmla="*/ 2147483647 w 621"/>
                <a:gd name="T5" fmla="*/ 2147483647 h 861"/>
                <a:gd name="T6" fmla="*/ 2147483647 w 621"/>
                <a:gd name="T7" fmla="*/ 2147483647 h 861"/>
                <a:gd name="T8" fmla="*/ 2147483647 w 621"/>
                <a:gd name="T9" fmla="*/ 2147483647 h 861"/>
                <a:gd name="T10" fmla="*/ 2147483647 w 621"/>
                <a:gd name="T11" fmla="*/ 2147483647 h 861"/>
                <a:gd name="T12" fmla="*/ 2147483647 w 621"/>
                <a:gd name="T13" fmla="*/ 2147483647 h 861"/>
                <a:gd name="T14" fmla="*/ 2147483647 w 621"/>
                <a:gd name="T15" fmla="*/ 2147483647 h 861"/>
                <a:gd name="T16" fmla="*/ 2147483647 w 621"/>
                <a:gd name="T17" fmla="*/ 2147483647 h 861"/>
                <a:gd name="T18" fmla="*/ 2147483647 w 621"/>
                <a:gd name="T19" fmla="*/ 2147483647 h 861"/>
                <a:gd name="T20" fmla="*/ 2147483647 w 621"/>
                <a:gd name="T21" fmla="*/ 2147483647 h 861"/>
                <a:gd name="T22" fmla="*/ 2147483647 w 621"/>
                <a:gd name="T23" fmla="*/ 2147483647 h 861"/>
                <a:gd name="T24" fmla="*/ 2147483647 w 621"/>
                <a:gd name="T25" fmla="*/ 2147483647 h 861"/>
                <a:gd name="T26" fmla="*/ 2147483647 w 621"/>
                <a:gd name="T27" fmla="*/ 2147483647 h 861"/>
                <a:gd name="T28" fmla="*/ 2147483647 w 621"/>
                <a:gd name="T29" fmla="*/ 2147483647 h 861"/>
                <a:gd name="T30" fmla="*/ 2147483647 w 621"/>
                <a:gd name="T31" fmla="*/ 2147483647 h 861"/>
                <a:gd name="T32" fmla="*/ 2147483647 w 621"/>
                <a:gd name="T33" fmla="*/ 2147483647 h 861"/>
                <a:gd name="T34" fmla="*/ 2147483647 w 621"/>
                <a:gd name="T35" fmla="*/ 2147483647 h 861"/>
                <a:gd name="T36" fmla="*/ 2147483647 w 621"/>
                <a:gd name="T37" fmla="*/ 2147483647 h 861"/>
                <a:gd name="T38" fmla="*/ 2147483647 w 621"/>
                <a:gd name="T39" fmla="*/ 2147483647 h 861"/>
                <a:gd name="T40" fmla="*/ 2147483647 w 621"/>
                <a:gd name="T41" fmla="*/ 2147483647 h 861"/>
                <a:gd name="T42" fmla="*/ 2147483647 w 621"/>
                <a:gd name="T43" fmla="*/ 2147483647 h 861"/>
                <a:gd name="T44" fmla="*/ 2147483647 w 621"/>
                <a:gd name="T45" fmla="*/ 2147483647 h 861"/>
                <a:gd name="T46" fmla="*/ 2147483647 w 621"/>
                <a:gd name="T47" fmla="*/ 2147483647 h 861"/>
                <a:gd name="T48" fmla="*/ 2147483647 w 621"/>
                <a:gd name="T49" fmla="*/ 2147483647 h 861"/>
                <a:gd name="T50" fmla="*/ 2147483647 w 621"/>
                <a:gd name="T51" fmla="*/ 2147483647 h 861"/>
                <a:gd name="T52" fmla="*/ 2147483647 w 621"/>
                <a:gd name="T53" fmla="*/ 2147483647 h 861"/>
                <a:gd name="T54" fmla="*/ 2147483647 w 621"/>
                <a:gd name="T55" fmla="*/ 2147483647 h 861"/>
                <a:gd name="T56" fmla="*/ 2147483647 w 621"/>
                <a:gd name="T57" fmla="*/ 2147483647 h 861"/>
                <a:gd name="T58" fmla="*/ 2147483647 w 621"/>
                <a:gd name="T59" fmla="*/ 2147483647 h 861"/>
                <a:gd name="T60" fmla="*/ 2147483647 w 621"/>
                <a:gd name="T61" fmla="*/ 2147483647 h 861"/>
                <a:gd name="T62" fmla="*/ 2147483647 w 621"/>
                <a:gd name="T63" fmla="*/ 2147483647 h 861"/>
                <a:gd name="T64" fmla="*/ 2147483647 w 621"/>
                <a:gd name="T65" fmla="*/ 2147483647 h 861"/>
                <a:gd name="T66" fmla="*/ 2147483647 w 621"/>
                <a:gd name="T67" fmla="*/ 2147483647 h 861"/>
                <a:gd name="T68" fmla="*/ 2147483647 w 621"/>
                <a:gd name="T69" fmla="*/ 2147483647 h 861"/>
                <a:gd name="T70" fmla="*/ 2147483647 w 621"/>
                <a:gd name="T71" fmla="*/ 2147483647 h 861"/>
                <a:gd name="T72" fmla="*/ 2147483647 w 621"/>
                <a:gd name="T73" fmla="*/ 2147483647 h 861"/>
                <a:gd name="T74" fmla="*/ 2147483647 w 621"/>
                <a:gd name="T75" fmla="*/ 2147483647 h 861"/>
                <a:gd name="T76" fmla="*/ 2147483647 w 621"/>
                <a:gd name="T77" fmla="*/ 2147483647 h 861"/>
                <a:gd name="T78" fmla="*/ 2147483647 w 621"/>
                <a:gd name="T79" fmla="*/ 2147483647 h 861"/>
                <a:gd name="T80" fmla="*/ 2147483647 w 621"/>
                <a:gd name="T81" fmla="*/ 2147483647 h 861"/>
                <a:gd name="T82" fmla="*/ 2147483647 w 621"/>
                <a:gd name="T83" fmla="*/ 2147483647 h 861"/>
                <a:gd name="T84" fmla="*/ 2147483647 w 621"/>
                <a:gd name="T85" fmla="*/ 2147483647 h 861"/>
                <a:gd name="T86" fmla="*/ 2147483647 w 621"/>
                <a:gd name="T87" fmla="*/ 2147483647 h 861"/>
                <a:gd name="T88" fmla="*/ 2147483647 w 621"/>
                <a:gd name="T89" fmla="*/ 2147483647 h 861"/>
                <a:gd name="T90" fmla="*/ 2147483647 w 621"/>
                <a:gd name="T91" fmla="*/ 2147483647 h 861"/>
                <a:gd name="T92" fmla="*/ 2147483647 w 621"/>
                <a:gd name="T93" fmla="*/ 2147483647 h 861"/>
                <a:gd name="T94" fmla="*/ 2147483647 w 621"/>
                <a:gd name="T95" fmla="*/ 2147483647 h 861"/>
                <a:gd name="T96" fmla="*/ 2147483647 w 621"/>
                <a:gd name="T97" fmla="*/ 2147483647 h 861"/>
                <a:gd name="T98" fmla="*/ 2147483647 w 621"/>
                <a:gd name="T99" fmla="*/ 2147483647 h 861"/>
                <a:gd name="T100" fmla="*/ 2147483647 w 621"/>
                <a:gd name="T101" fmla="*/ 2147483647 h 861"/>
                <a:gd name="T102" fmla="*/ 2147483647 w 621"/>
                <a:gd name="T103" fmla="*/ 2147483647 h 861"/>
                <a:gd name="T104" fmla="*/ 2147483647 w 621"/>
                <a:gd name="T105" fmla="*/ 2147483647 h 861"/>
                <a:gd name="T106" fmla="*/ 2147483647 w 621"/>
                <a:gd name="T107" fmla="*/ 2147483647 h 861"/>
                <a:gd name="T108" fmla="*/ 2147483647 w 621"/>
                <a:gd name="T109" fmla="*/ 2147483647 h 861"/>
                <a:gd name="T110" fmla="*/ 2147483647 w 621"/>
                <a:gd name="T111" fmla="*/ 2147483647 h 861"/>
                <a:gd name="T112" fmla="*/ 2147483647 w 621"/>
                <a:gd name="T113" fmla="*/ 2147483647 h 861"/>
                <a:gd name="T114" fmla="*/ 2147483647 w 621"/>
                <a:gd name="T115" fmla="*/ 2147483647 h 86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21"/>
                <a:gd name="T175" fmla="*/ 0 h 861"/>
                <a:gd name="T176" fmla="*/ 621 w 621"/>
                <a:gd name="T177" fmla="*/ 861 h 86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21" h="861">
                  <a:moveTo>
                    <a:pt x="559" y="250"/>
                  </a:moveTo>
                  <a:lnTo>
                    <a:pt x="564" y="260"/>
                  </a:lnTo>
                  <a:lnTo>
                    <a:pt x="566" y="268"/>
                  </a:lnTo>
                  <a:lnTo>
                    <a:pt x="552" y="276"/>
                  </a:lnTo>
                  <a:lnTo>
                    <a:pt x="549" y="286"/>
                  </a:lnTo>
                  <a:lnTo>
                    <a:pt x="562" y="288"/>
                  </a:lnTo>
                  <a:lnTo>
                    <a:pt x="573" y="299"/>
                  </a:lnTo>
                  <a:lnTo>
                    <a:pt x="569" y="308"/>
                  </a:lnTo>
                  <a:lnTo>
                    <a:pt x="569" y="315"/>
                  </a:lnTo>
                  <a:lnTo>
                    <a:pt x="543" y="320"/>
                  </a:lnTo>
                  <a:lnTo>
                    <a:pt x="536" y="335"/>
                  </a:lnTo>
                  <a:lnTo>
                    <a:pt x="535" y="344"/>
                  </a:lnTo>
                  <a:lnTo>
                    <a:pt x="538" y="352"/>
                  </a:lnTo>
                  <a:lnTo>
                    <a:pt x="534" y="359"/>
                  </a:lnTo>
                  <a:lnTo>
                    <a:pt x="537" y="363"/>
                  </a:lnTo>
                  <a:lnTo>
                    <a:pt x="535" y="372"/>
                  </a:lnTo>
                  <a:lnTo>
                    <a:pt x="530" y="383"/>
                  </a:lnTo>
                  <a:lnTo>
                    <a:pt x="542" y="386"/>
                  </a:lnTo>
                  <a:lnTo>
                    <a:pt x="543" y="377"/>
                  </a:lnTo>
                  <a:lnTo>
                    <a:pt x="546" y="374"/>
                  </a:lnTo>
                  <a:lnTo>
                    <a:pt x="564" y="380"/>
                  </a:lnTo>
                  <a:lnTo>
                    <a:pt x="576" y="400"/>
                  </a:lnTo>
                  <a:lnTo>
                    <a:pt x="578" y="409"/>
                  </a:lnTo>
                  <a:lnTo>
                    <a:pt x="571" y="409"/>
                  </a:lnTo>
                  <a:lnTo>
                    <a:pt x="571" y="415"/>
                  </a:lnTo>
                  <a:lnTo>
                    <a:pt x="565" y="429"/>
                  </a:lnTo>
                  <a:lnTo>
                    <a:pt x="563" y="444"/>
                  </a:lnTo>
                  <a:lnTo>
                    <a:pt x="545" y="460"/>
                  </a:lnTo>
                  <a:lnTo>
                    <a:pt x="533" y="468"/>
                  </a:lnTo>
                  <a:lnTo>
                    <a:pt x="523" y="474"/>
                  </a:lnTo>
                  <a:lnTo>
                    <a:pt x="519" y="470"/>
                  </a:lnTo>
                  <a:lnTo>
                    <a:pt x="514" y="475"/>
                  </a:lnTo>
                  <a:lnTo>
                    <a:pt x="505" y="471"/>
                  </a:lnTo>
                  <a:lnTo>
                    <a:pt x="505" y="464"/>
                  </a:lnTo>
                  <a:lnTo>
                    <a:pt x="492" y="461"/>
                  </a:lnTo>
                  <a:lnTo>
                    <a:pt x="492" y="475"/>
                  </a:lnTo>
                  <a:lnTo>
                    <a:pt x="488" y="489"/>
                  </a:lnTo>
                  <a:lnTo>
                    <a:pt x="488" y="502"/>
                  </a:lnTo>
                  <a:lnTo>
                    <a:pt x="483" y="513"/>
                  </a:lnTo>
                  <a:lnTo>
                    <a:pt x="476" y="518"/>
                  </a:lnTo>
                  <a:lnTo>
                    <a:pt x="466" y="522"/>
                  </a:lnTo>
                  <a:lnTo>
                    <a:pt x="465" y="534"/>
                  </a:lnTo>
                  <a:lnTo>
                    <a:pt x="453" y="537"/>
                  </a:lnTo>
                  <a:lnTo>
                    <a:pt x="428" y="528"/>
                  </a:lnTo>
                  <a:lnTo>
                    <a:pt x="428" y="557"/>
                  </a:lnTo>
                  <a:lnTo>
                    <a:pt x="437" y="559"/>
                  </a:lnTo>
                  <a:lnTo>
                    <a:pt x="430" y="565"/>
                  </a:lnTo>
                  <a:lnTo>
                    <a:pt x="432" y="583"/>
                  </a:lnTo>
                  <a:lnTo>
                    <a:pt x="405" y="588"/>
                  </a:lnTo>
                  <a:lnTo>
                    <a:pt x="399" y="568"/>
                  </a:lnTo>
                  <a:lnTo>
                    <a:pt x="387" y="567"/>
                  </a:lnTo>
                  <a:lnTo>
                    <a:pt x="380" y="562"/>
                  </a:lnTo>
                  <a:lnTo>
                    <a:pt x="373" y="568"/>
                  </a:lnTo>
                  <a:lnTo>
                    <a:pt x="356" y="565"/>
                  </a:lnTo>
                  <a:lnTo>
                    <a:pt x="308" y="586"/>
                  </a:lnTo>
                  <a:lnTo>
                    <a:pt x="303" y="595"/>
                  </a:lnTo>
                  <a:lnTo>
                    <a:pt x="300" y="608"/>
                  </a:lnTo>
                  <a:lnTo>
                    <a:pt x="309" y="608"/>
                  </a:lnTo>
                  <a:lnTo>
                    <a:pt x="311" y="622"/>
                  </a:lnTo>
                  <a:lnTo>
                    <a:pt x="310" y="630"/>
                  </a:lnTo>
                  <a:lnTo>
                    <a:pt x="306" y="649"/>
                  </a:lnTo>
                  <a:lnTo>
                    <a:pt x="313" y="656"/>
                  </a:lnTo>
                  <a:lnTo>
                    <a:pt x="308" y="659"/>
                  </a:lnTo>
                  <a:lnTo>
                    <a:pt x="315" y="674"/>
                  </a:lnTo>
                  <a:lnTo>
                    <a:pt x="316" y="687"/>
                  </a:lnTo>
                  <a:lnTo>
                    <a:pt x="312" y="689"/>
                  </a:lnTo>
                  <a:lnTo>
                    <a:pt x="323" y="688"/>
                  </a:lnTo>
                  <a:lnTo>
                    <a:pt x="325" y="704"/>
                  </a:lnTo>
                  <a:lnTo>
                    <a:pt x="322" y="695"/>
                  </a:lnTo>
                  <a:lnTo>
                    <a:pt x="324" y="705"/>
                  </a:lnTo>
                  <a:lnTo>
                    <a:pt x="334" y="705"/>
                  </a:lnTo>
                  <a:lnTo>
                    <a:pt x="335" y="712"/>
                  </a:lnTo>
                  <a:lnTo>
                    <a:pt x="330" y="717"/>
                  </a:lnTo>
                  <a:lnTo>
                    <a:pt x="337" y="730"/>
                  </a:lnTo>
                  <a:lnTo>
                    <a:pt x="326" y="743"/>
                  </a:lnTo>
                  <a:lnTo>
                    <a:pt x="322" y="757"/>
                  </a:lnTo>
                  <a:lnTo>
                    <a:pt x="326" y="765"/>
                  </a:lnTo>
                  <a:lnTo>
                    <a:pt x="315" y="782"/>
                  </a:lnTo>
                  <a:lnTo>
                    <a:pt x="322" y="791"/>
                  </a:lnTo>
                  <a:lnTo>
                    <a:pt x="325" y="803"/>
                  </a:lnTo>
                  <a:lnTo>
                    <a:pt x="324" y="814"/>
                  </a:lnTo>
                  <a:lnTo>
                    <a:pt x="315" y="814"/>
                  </a:lnTo>
                  <a:lnTo>
                    <a:pt x="309" y="824"/>
                  </a:lnTo>
                  <a:lnTo>
                    <a:pt x="299" y="817"/>
                  </a:lnTo>
                  <a:lnTo>
                    <a:pt x="290" y="820"/>
                  </a:lnTo>
                  <a:lnTo>
                    <a:pt x="287" y="830"/>
                  </a:lnTo>
                  <a:lnTo>
                    <a:pt x="284" y="834"/>
                  </a:lnTo>
                  <a:lnTo>
                    <a:pt x="287" y="844"/>
                  </a:lnTo>
                  <a:lnTo>
                    <a:pt x="283" y="847"/>
                  </a:lnTo>
                  <a:lnTo>
                    <a:pt x="276" y="845"/>
                  </a:lnTo>
                  <a:lnTo>
                    <a:pt x="270" y="857"/>
                  </a:lnTo>
                  <a:lnTo>
                    <a:pt x="265" y="861"/>
                  </a:lnTo>
                  <a:lnTo>
                    <a:pt x="258" y="859"/>
                  </a:lnTo>
                  <a:lnTo>
                    <a:pt x="257" y="852"/>
                  </a:lnTo>
                  <a:lnTo>
                    <a:pt x="263" y="847"/>
                  </a:lnTo>
                  <a:lnTo>
                    <a:pt x="263" y="841"/>
                  </a:lnTo>
                  <a:lnTo>
                    <a:pt x="258" y="835"/>
                  </a:lnTo>
                  <a:lnTo>
                    <a:pt x="261" y="828"/>
                  </a:lnTo>
                  <a:lnTo>
                    <a:pt x="267" y="828"/>
                  </a:lnTo>
                  <a:lnTo>
                    <a:pt x="270" y="814"/>
                  </a:lnTo>
                  <a:lnTo>
                    <a:pt x="256" y="815"/>
                  </a:lnTo>
                  <a:lnTo>
                    <a:pt x="257" y="808"/>
                  </a:lnTo>
                  <a:lnTo>
                    <a:pt x="251" y="807"/>
                  </a:lnTo>
                  <a:lnTo>
                    <a:pt x="244" y="811"/>
                  </a:lnTo>
                  <a:lnTo>
                    <a:pt x="226" y="800"/>
                  </a:lnTo>
                  <a:lnTo>
                    <a:pt x="224" y="783"/>
                  </a:lnTo>
                  <a:lnTo>
                    <a:pt x="230" y="775"/>
                  </a:lnTo>
                  <a:lnTo>
                    <a:pt x="218" y="769"/>
                  </a:lnTo>
                  <a:lnTo>
                    <a:pt x="207" y="773"/>
                  </a:lnTo>
                  <a:lnTo>
                    <a:pt x="198" y="781"/>
                  </a:lnTo>
                  <a:lnTo>
                    <a:pt x="204" y="792"/>
                  </a:lnTo>
                  <a:lnTo>
                    <a:pt x="202" y="804"/>
                  </a:lnTo>
                  <a:lnTo>
                    <a:pt x="197" y="809"/>
                  </a:lnTo>
                  <a:lnTo>
                    <a:pt x="195" y="813"/>
                  </a:lnTo>
                  <a:lnTo>
                    <a:pt x="191" y="811"/>
                  </a:lnTo>
                  <a:lnTo>
                    <a:pt x="176" y="789"/>
                  </a:lnTo>
                  <a:lnTo>
                    <a:pt x="164" y="780"/>
                  </a:lnTo>
                  <a:lnTo>
                    <a:pt x="155" y="783"/>
                  </a:lnTo>
                  <a:lnTo>
                    <a:pt x="145" y="769"/>
                  </a:lnTo>
                  <a:lnTo>
                    <a:pt x="142" y="747"/>
                  </a:lnTo>
                  <a:lnTo>
                    <a:pt x="145" y="740"/>
                  </a:lnTo>
                  <a:lnTo>
                    <a:pt x="157" y="737"/>
                  </a:lnTo>
                  <a:lnTo>
                    <a:pt x="165" y="730"/>
                  </a:lnTo>
                  <a:lnTo>
                    <a:pt x="170" y="720"/>
                  </a:lnTo>
                  <a:lnTo>
                    <a:pt x="158" y="720"/>
                  </a:lnTo>
                  <a:lnTo>
                    <a:pt x="153" y="704"/>
                  </a:lnTo>
                  <a:lnTo>
                    <a:pt x="145" y="697"/>
                  </a:lnTo>
                  <a:lnTo>
                    <a:pt x="150" y="684"/>
                  </a:lnTo>
                  <a:lnTo>
                    <a:pt x="144" y="680"/>
                  </a:lnTo>
                  <a:lnTo>
                    <a:pt x="139" y="669"/>
                  </a:lnTo>
                  <a:lnTo>
                    <a:pt x="145" y="660"/>
                  </a:lnTo>
                  <a:lnTo>
                    <a:pt x="143" y="646"/>
                  </a:lnTo>
                  <a:lnTo>
                    <a:pt x="136" y="638"/>
                  </a:lnTo>
                  <a:lnTo>
                    <a:pt x="129" y="629"/>
                  </a:lnTo>
                  <a:lnTo>
                    <a:pt x="118" y="618"/>
                  </a:lnTo>
                  <a:lnTo>
                    <a:pt x="112" y="614"/>
                  </a:lnTo>
                  <a:lnTo>
                    <a:pt x="103" y="615"/>
                  </a:lnTo>
                  <a:lnTo>
                    <a:pt x="84" y="620"/>
                  </a:lnTo>
                  <a:lnTo>
                    <a:pt x="62" y="630"/>
                  </a:lnTo>
                  <a:lnTo>
                    <a:pt x="30" y="636"/>
                  </a:lnTo>
                  <a:lnTo>
                    <a:pt x="22" y="630"/>
                  </a:lnTo>
                  <a:lnTo>
                    <a:pt x="19" y="620"/>
                  </a:lnTo>
                  <a:lnTo>
                    <a:pt x="1" y="602"/>
                  </a:lnTo>
                  <a:lnTo>
                    <a:pt x="0" y="592"/>
                  </a:lnTo>
                  <a:lnTo>
                    <a:pt x="15" y="590"/>
                  </a:lnTo>
                  <a:lnTo>
                    <a:pt x="21" y="573"/>
                  </a:lnTo>
                  <a:lnTo>
                    <a:pt x="28" y="576"/>
                  </a:lnTo>
                  <a:lnTo>
                    <a:pt x="33" y="575"/>
                  </a:lnTo>
                  <a:lnTo>
                    <a:pt x="40" y="580"/>
                  </a:lnTo>
                  <a:lnTo>
                    <a:pt x="41" y="568"/>
                  </a:lnTo>
                  <a:lnTo>
                    <a:pt x="29" y="558"/>
                  </a:lnTo>
                  <a:lnTo>
                    <a:pt x="40" y="541"/>
                  </a:lnTo>
                  <a:lnTo>
                    <a:pt x="57" y="535"/>
                  </a:lnTo>
                  <a:lnTo>
                    <a:pt x="65" y="537"/>
                  </a:lnTo>
                  <a:lnTo>
                    <a:pt x="72" y="533"/>
                  </a:lnTo>
                  <a:lnTo>
                    <a:pt x="64" y="523"/>
                  </a:lnTo>
                  <a:lnTo>
                    <a:pt x="69" y="519"/>
                  </a:lnTo>
                  <a:lnTo>
                    <a:pt x="83" y="521"/>
                  </a:lnTo>
                  <a:lnTo>
                    <a:pt x="91" y="517"/>
                  </a:lnTo>
                  <a:lnTo>
                    <a:pt x="90" y="501"/>
                  </a:lnTo>
                  <a:lnTo>
                    <a:pt x="79" y="495"/>
                  </a:lnTo>
                  <a:lnTo>
                    <a:pt x="80" y="483"/>
                  </a:lnTo>
                  <a:lnTo>
                    <a:pt x="72" y="472"/>
                  </a:lnTo>
                  <a:lnTo>
                    <a:pt x="60" y="476"/>
                  </a:lnTo>
                  <a:lnTo>
                    <a:pt x="59" y="466"/>
                  </a:lnTo>
                  <a:lnTo>
                    <a:pt x="57" y="456"/>
                  </a:lnTo>
                  <a:lnTo>
                    <a:pt x="64" y="453"/>
                  </a:lnTo>
                  <a:lnTo>
                    <a:pt x="55" y="432"/>
                  </a:lnTo>
                  <a:lnTo>
                    <a:pt x="58" y="421"/>
                  </a:lnTo>
                  <a:lnTo>
                    <a:pt x="79" y="412"/>
                  </a:lnTo>
                  <a:lnTo>
                    <a:pt x="83" y="419"/>
                  </a:lnTo>
                  <a:lnTo>
                    <a:pt x="95" y="420"/>
                  </a:lnTo>
                  <a:lnTo>
                    <a:pt x="95" y="407"/>
                  </a:lnTo>
                  <a:lnTo>
                    <a:pt x="100" y="395"/>
                  </a:lnTo>
                  <a:lnTo>
                    <a:pt x="97" y="386"/>
                  </a:lnTo>
                  <a:lnTo>
                    <a:pt x="100" y="380"/>
                  </a:lnTo>
                  <a:lnTo>
                    <a:pt x="95" y="369"/>
                  </a:lnTo>
                  <a:lnTo>
                    <a:pt x="95" y="359"/>
                  </a:lnTo>
                  <a:lnTo>
                    <a:pt x="106" y="355"/>
                  </a:lnTo>
                  <a:lnTo>
                    <a:pt x="108" y="346"/>
                  </a:lnTo>
                  <a:lnTo>
                    <a:pt x="107" y="336"/>
                  </a:lnTo>
                  <a:lnTo>
                    <a:pt x="100" y="324"/>
                  </a:lnTo>
                  <a:lnTo>
                    <a:pt x="115" y="310"/>
                  </a:lnTo>
                  <a:lnTo>
                    <a:pt x="128" y="303"/>
                  </a:lnTo>
                  <a:lnTo>
                    <a:pt x="134" y="292"/>
                  </a:lnTo>
                  <a:lnTo>
                    <a:pt x="140" y="299"/>
                  </a:lnTo>
                  <a:lnTo>
                    <a:pt x="157" y="299"/>
                  </a:lnTo>
                  <a:lnTo>
                    <a:pt x="168" y="291"/>
                  </a:lnTo>
                  <a:lnTo>
                    <a:pt x="183" y="278"/>
                  </a:lnTo>
                  <a:lnTo>
                    <a:pt x="179" y="270"/>
                  </a:lnTo>
                  <a:lnTo>
                    <a:pt x="187" y="258"/>
                  </a:lnTo>
                  <a:lnTo>
                    <a:pt x="200" y="244"/>
                  </a:lnTo>
                  <a:lnTo>
                    <a:pt x="195" y="233"/>
                  </a:lnTo>
                  <a:lnTo>
                    <a:pt x="198" y="229"/>
                  </a:lnTo>
                  <a:lnTo>
                    <a:pt x="193" y="218"/>
                  </a:lnTo>
                  <a:lnTo>
                    <a:pt x="199" y="216"/>
                  </a:lnTo>
                  <a:lnTo>
                    <a:pt x="222" y="216"/>
                  </a:lnTo>
                  <a:lnTo>
                    <a:pt x="235" y="210"/>
                  </a:lnTo>
                  <a:lnTo>
                    <a:pt x="245" y="209"/>
                  </a:lnTo>
                  <a:lnTo>
                    <a:pt x="235" y="201"/>
                  </a:lnTo>
                  <a:lnTo>
                    <a:pt x="250" y="187"/>
                  </a:lnTo>
                  <a:lnTo>
                    <a:pt x="254" y="173"/>
                  </a:lnTo>
                  <a:lnTo>
                    <a:pt x="247" y="165"/>
                  </a:lnTo>
                  <a:lnTo>
                    <a:pt x="247" y="150"/>
                  </a:lnTo>
                  <a:lnTo>
                    <a:pt x="238" y="143"/>
                  </a:lnTo>
                  <a:lnTo>
                    <a:pt x="223" y="145"/>
                  </a:lnTo>
                  <a:lnTo>
                    <a:pt x="216" y="152"/>
                  </a:lnTo>
                  <a:lnTo>
                    <a:pt x="210" y="144"/>
                  </a:lnTo>
                  <a:lnTo>
                    <a:pt x="202" y="141"/>
                  </a:lnTo>
                  <a:lnTo>
                    <a:pt x="213" y="131"/>
                  </a:lnTo>
                  <a:lnTo>
                    <a:pt x="219" y="121"/>
                  </a:lnTo>
                  <a:lnTo>
                    <a:pt x="226" y="120"/>
                  </a:lnTo>
                  <a:lnTo>
                    <a:pt x="232" y="108"/>
                  </a:lnTo>
                  <a:lnTo>
                    <a:pt x="255" y="110"/>
                  </a:lnTo>
                  <a:lnTo>
                    <a:pt x="263" y="106"/>
                  </a:lnTo>
                  <a:lnTo>
                    <a:pt x="272" y="109"/>
                  </a:lnTo>
                  <a:lnTo>
                    <a:pt x="284" y="103"/>
                  </a:lnTo>
                  <a:lnTo>
                    <a:pt x="292" y="104"/>
                  </a:lnTo>
                  <a:lnTo>
                    <a:pt x="292" y="88"/>
                  </a:lnTo>
                  <a:lnTo>
                    <a:pt x="287" y="86"/>
                  </a:lnTo>
                  <a:lnTo>
                    <a:pt x="285" y="71"/>
                  </a:lnTo>
                  <a:lnTo>
                    <a:pt x="300" y="61"/>
                  </a:lnTo>
                  <a:lnTo>
                    <a:pt x="334" y="63"/>
                  </a:lnTo>
                  <a:lnTo>
                    <a:pt x="331" y="82"/>
                  </a:lnTo>
                  <a:lnTo>
                    <a:pt x="337" y="89"/>
                  </a:lnTo>
                  <a:lnTo>
                    <a:pt x="352" y="85"/>
                  </a:lnTo>
                  <a:lnTo>
                    <a:pt x="358" y="81"/>
                  </a:lnTo>
                  <a:lnTo>
                    <a:pt x="366" y="79"/>
                  </a:lnTo>
                  <a:lnTo>
                    <a:pt x="369" y="68"/>
                  </a:lnTo>
                  <a:lnTo>
                    <a:pt x="385" y="60"/>
                  </a:lnTo>
                  <a:lnTo>
                    <a:pt x="391" y="46"/>
                  </a:lnTo>
                  <a:lnTo>
                    <a:pt x="398" y="36"/>
                  </a:lnTo>
                  <a:lnTo>
                    <a:pt x="404" y="27"/>
                  </a:lnTo>
                  <a:lnTo>
                    <a:pt x="394" y="18"/>
                  </a:lnTo>
                  <a:lnTo>
                    <a:pt x="400" y="14"/>
                  </a:lnTo>
                  <a:lnTo>
                    <a:pt x="407" y="14"/>
                  </a:lnTo>
                  <a:lnTo>
                    <a:pt x="416" y="9"/>
                  </a:lnTo>
                  <a:lnTo>
                    <a:pt x="424" y="4"/>
                  </a:lnTo>
                  <a:lnTo>
                    <a:pt x="432" y="0"/>
                  </a:lnTo>
                  <a:lnTo>
                    <a:pt x="433" y="10"/>
                  </a:lnTo>
                  <a:lnTo>
                    <a:pt x="460" y="9"/>
                  </a:lnTo>
                  <a:lnTo>
                    <a:pt x="471" y="23"/>
                  </a:lnTo>
                  <a:lnTo>
                    <a:pt x="465" y="26"/>
                  </a:lnTo>
                  <a:lnTo>
                    <a:pt x="468" y="33"/>
                  </a:lnTo>
                  <a:lnTo>
                    <a:pt x="463" y="35"/>
                  </a:lnTo>
                  <a:lnTo>
                    <a:pt x="466" y="43"/>
                  </a:lnTo>
                  <a:lnTo>
                    <a:pt x="455" y="47"/>
                  </a:lnTo>
                  <a:lnTo>
                    <a:pt x="456" y="61"/>
                  </a:lnTo>
                  <a:lnTo>
                    <a:pt x="468" y="68"/>
                  </a:lnTo>
                  <a:lnTo>
                    <a:pt x="463" y="72"/>
                  </a:lnTo>
                  <a:lnTo>
                    <a:pt x="466" y="89"/>
                  </a:lnTo>
                  <a:lnTo>
                    <a:pt x="452" y="92"/>
                  </a:lnTo>
                  <a:lnTo>
                    <a:pt x="445" y="104"/>
                  </a:lnTo>
                  <a:lnTo>
                    <a:pt x="451" y="109"/>
                  </a:lnTo>
                  <a:lnTo>
                    <a:pt x="441" y="109"/>
                  </a:lnTo>
                  <a:lnTo>
                    <a:pt x="462" y="123"/>
                  </a:lnTo>
                  <a:lnTo>
                    <a:pt x="464" y="127"/>
                  </a:lnTo>
                  <a:lnTo>
                    <a:pt x="476" y="127"/>
                  </a:lnTo>
                  <a:lnTo>
                    <a:pt x="487" y="134"/>
                  </a:lnTo>
                  <a:lnTo>
                    <a:pt x="502" y="125"/>
                  </a:lnTo>
                  <a:lnTo>
                    <a:pt x="501" y="112"/>
                  </a:lnTo>
                  <a:lnTo>
                    <a:pt x="492" y="116"/>
                  </a:lnTo>
                  <a:lnTo>
                    <a:pt x="487" y="109"/>
                  </a:lnTo>
                  <a:lnTo>
                    <a:pt x="499" y="97"/>
                  </a:lnTo>
                  <a:lnTo>
                    <a:pt x="507" y="97"/>
                  </a:lnTo>
                  <a:lnTo>
                    <a:pt x="506" y="86"/>
                  </a:lnTo>
                  <a:lnTo>
                    <a:pt x="514" y="84"/>
                  </a:lnTo>
                  <a:lnTo>
                    <a:pt x="517" y="96"/>
                  </a:lnTo>
                  <a:lnTo>
                    <a:pt x="525" y="101"/>
                  </a:lnTo>
                  <a:lnTo>
                    <a:pt x="527" y="94"/>
                  </a:lnTo>
                  <a:lnTo>
                    <a:pt x="524" y="85"/>
                  </a:lnTo>
                  <a:lnTo>
                    <a:pt x="532" y="83"/>
                  </a:lnTo>
                  <a:lnTo>
                    <a:pt x="542" y="97"/>
                  </a:lnTo>
                  <a:lnTo>
                    <a:pt x="542" y="112"/>
                  </a:lnTo>
                  <a:lnTo>
                    <a:pt x="553" y="128"/>
                  </a:lnTo>
                  <a:lnTo>
                    <a:pt x="569" y="134"/>
                  </a:lnTo>
                  <a:lnTo>
                    <a:pt x="585" y="147"/>
                  </a:lnTo>
                  <a:lnTo>
                    <a:pt x="589" y="156"/>
                  </a:lnTo>
                  <a:lnTo>
                    <a:pt x="607" y="170"/>
                  </a:lnTo>
                  <a:lnTo>
                    <a:pt x="618" y="182"/>
                  </a:lnTo>
                  <a:lnTo>
                    <a:pt x="617" y="185"/>
                  </a:lnTo>
                  <a:lnTo>
                    <a:pt x="621" y="188"/>
                  </a:lnTo>
                  <a:lnTo>
                    <a:pt x="620" y="199"/>
                  </a:lnTo>
                  <a:lnTo>
                    <a:pt x="607" y="211"/>
                  </a:lnTo>
                  <a:lnTo>
                    <a:pt x="597" y="228"/>
                  </a:lnTo>
                  <a:lnTo>
                    <a:pt x="613" y="244"/>
                  </a:lnTo>
                  <a:lnTo>
                    <a:pt x="600" y="256"/>
                  </a:lnTo>
                  <a:lnTo>
                    <a:pt x="586" y="250"/>
                  </a:lnTo>
                  <a:lnTo>
                    <a:pt x="565" y="245"/>
                  </a:lnTo>
                  <a:lnTo>
                    <a:pt x="559" y="250"/>
                  </a:lnTo>
                  <a:close/>
                </a:path>
              </a:pathLst>
            </a:custGeom>
            <a:grpFill/>
            <a:ln w="1651" cap="flat" cmpd="sng">
              <a:solidFill>
                <a:schemeClr val="bg2"/>
              </a:solidFill>
              <a:prstDash val="solid"/>
              <a:round/>
              <a:headEnd type="none" w="med" len="med"/>
              <a:tailEnd type="none" w="med" len="med"/>
            </a:ln>
          </p:spPr>
          <p:txBody>
            <a:bodyPr lIns="18000" rIns="18000" anchor="ctr">
              <a:spAutoFit/>
            </a:bodyPr>
            <a:lstStyle/>
            <a:p>
              <a:endParaRPr lang="de-DE" dirty="0"/>
            </a:p>
          </p:txBody>
        </p:sp>
        <p:sp>
          <p:nvSpPr>
            <p:cNvPr id="22" name="Grenze Thüringen-Sachsen">
              <a:extLst>
                <a:ext uri="{FF2B5EF4-FFF2-40B4-BE49-F238E27FC236}">
                  <a16:creationId xmlns:a16="http://schemas.microsoft.com/office/drawing/2014/main" id="{5585FE3E-C02E-4733-EA83-15051F437F42}"/>
                </a:ext>
              </a:extLst>
            </p:cNvPr>
            <p:cNvSpPr>
              <a:spLocks/>
            </p:cNvSpPr>
            <p:nvPr/>
          </p:nvSpPr>
          <p:spPr bwMode="auto">
            <a:xfrm>
              <a:off x="6854012" y="3115732"/>
              <a:ext cx="250040" cy="341486"/>
            </a:xfrm>
            <a:custGeom>
              <a:avLst/>
              <a:gdLst>
                <a:gd name="T0" fmla="*/ 2147483647 w 197"/>
                <a:gd name="T1" fmla="*/ 2147483647 h 263"/>
                <a:gd name="T2" fmla="*/ 2147483647 w 197"/>
                <a:gd name="T3" fmla="*/ 2147483647 h 263"/>
                <a:gd name="T4" fmla="*/ 2147483647 w 197"/>
                <a:gd name="T5" fmla="*/ 2147483647 h 263"/>
                <a:gd name="T6" fmla="*/ 2147483647 w 197"/>
                <a:gd name="T7" fmla="*/ 2147483647 h 263"/>
                <a:gd name="T8" fmla="*/ 2147483647 w 197"/>
                <a:gd name="T9" fmla="*/ 2147483647 h 263"/>
                <a:gd name="T10" fmla="*/ 2147483647 w 197"/>
                <a:gd name="T11" fmla="*/ 2147483647 h 263"/>
                <a:gd name="T12" fmla="*/ 2147483647 w 197"/>
                <a:gd name="T13" fmla="*/ 2147483647 h 263"/>
                <a:gd name="T14" fmla="*/ 2147483647 w 197"/>
                <a:gd name="T15" fmla="*/ 2147483647 h 263"/>
                <a:gd name="T16" fmla="*/ 2147483647 w 197"/>
                <a:gd name="T17" fmla="*/ 2147483647 h 263"/>
                <a:gd name="T18" fmla="*/ 2147483647 w 197"/>
                <a:gd name="T19" fmla="*/ 2147483647 h 263"/>
                <a:gd name="T20" fmla="*/ 2147483647 w 197"/>
                <a:gd name="T21" fmla="*/ 2147483647 h 263"/>
                <a:gd name="T22" fmla="*/ 2147483647 w 197"/>
                <a:gd name="T23" fmla="*/ 2147483647 h 263"/>
                <a:gd name="T24" fmla="*/ 2147483647 w 197"/>
                <a:gd name="T25" fmla="*/ 2147483647 h 263"/>
                <a:gd name="T26" fmla="*/ 2147483647 w 197"/>
                <a:gd name="T27" fmla="*/ 2147483647 h 263"/>
                <a:gd name="T28" fmla="*/ 2147483647 w 197"/>
                <a:gd name="T29" fmla="*/ 2147483647 h 263"/>
                <a:gd name="T30" fmla="*/ 2147483647 w 197"/>
                <a:gd name="T31" fmla="*/ 2147483647 h 263"/>
                <a:gd name="T32" fmla="*/ 2147483647 w 197"/>
                <a:gd name="T33" fmla="*/ 2147483647 h 263"/>
                <a:gd name="T34" fmla="*/ 2147483647 w 197"/>
                <a:gd name="T35" fmla="*/ 2147483647 h 263"/>
                <a:gd name="T36" fmla="*/ 2147483647 w 197"/>
                <a:gd name="T37" fmla="*/ 2147483647 h 263"/>
                <a:gd name="T38" fmla="*/ 2147483647 w 197"/>
                <a:gd name="T39" fmla="*/ 2147483647 h 263"/>
                <a:gd name="T40" fmla="*/ 2147483647 w 197"/>
                <a:gd name="T41" fmla="*/ 2147483647 h 263"/>
                <a:gd name="T42" fmla="*/ 2147483647 w 197"/>
                <a:gd name="T43" fmla="*/ 2147483647 h 263"/>
                <a:gd name="T44" fmla="*/ 2147483647 w 197"/>
                <a:gd name="T45" fmla="*/ 2147483647 h 263"/>
                <a:gd name="T46" fmla="*/ 2147483647 w 197"/>
                <a:gd name="T47" fmla="*/ 2147483647 h 263"/>
                <a:gd name="T48" fmla="*/ 2147483647 w 197"/>
                <a:gd name="T49" fmla="*/ 2147483647 h 263"/>
                <a:gd name="T50" fmla="*/ 2147483647 w 197"/>
                <a:gd name="T51" fmla="*/ 2147483647 h 263"/>
                <a:gd name="T52" fmla="*/ 2147483647 w 197"/>
                <a:gd name="T53" fmla="*/ 2147483647 h 263"/>
                <a:gd name="T54" fmla="*/ 2147483647 w 197"/>
                <a:gd name="T55" fmla="*/ 2147483647 h 263"/>
                <a:gd name="T56" fmla="*/ 2147483647 w 197"/>
                <a:gd name="T57" fmla="*/ 2147483647 h 263"/>
                <a:gd name="T58" fmla="*/ 2147483647 w 197"/>
                <a:gd name="T59" fmla="*/ 2147483647 h 263"/>
                <a:gd name="T60" fmla="*/ 2147483647 w 197"/>
                <a:gd name="T61" fmla="*/ 2147483647 h 263"/>
                <a:gd name="T62" fmla="*/ 2147483647 w 197"/>
                <a:gd name="T63" fmla="*/ 2147483647 h 263"/>
                <a:gd name="T64" fmla="*/ 2147483647 w 197"/>
                <a:gd name="T65" fmla="*/ 2147483647 h 263"/>
                <a:gd name="T66" fmla="*/ 2147483647 w 197"/>
                <a:gd name="T67" fmla="*/ 2147483647 h 263"/>
                <a:gd name="T68" fmla="*/ 2147483647 w 197"/>
                <a:gd name="T69" fmla="*/ 2147483647 h 263"/>
                <a:gd name="T70" fmla="*/ 2147483647 w 197"/>
                <a:gd name="T71" fmla="*/ 2147483647 h 263"/>
                <a:gd name="T72" fmla="*/ 2147483647 w 197"/>
                <a:gd name="T73" fmla="*/ 2147483647 h 263"/>
                <a:gd name="T74" fmla="*/ 2147483647 w 197"/>
                <a:gd name="T75" fmla="*/ 2147483647 h 263"/>
                <a:gd name="T76" fmla="*/ 2147483647 w 197"/>
                <a:gd name="T77" fmla="*/ 2147483647 h 263"/>
                <a:gd name="T78" fmla="*/ 2147483647 w 197"/>
                <a:gd name="T79" fmla="*/ 2147483647 h 263"/>
                <a:gd name="T80" fmla="*/ 2147483647 w 197"/>
                <a:gd name="T81" fmla="*/ 2147483647 h 263"/>
                <a:gd name="T82" fmla="*/ 2147483647 w 197"/>
                <a:gd name="T83" fmla="*/ 2147483647 h 263"/>
                <a:gd name="T84" fmla="*/ 2147483647 w 197"/>
                <a:gd name="T85" fmla="*/ 2147483647 h 263"/>
                <a:gd name="T86" fmla="*/ 2147483647 w 197"/>
                <a:gd name="T87" fmla="*/ 2147483647 h 263"/>
                <a:gd name="T88" fmla="*/ 0 w 197"/>
                <a:gd name="T89" fmla="*/ 2147483647 h 263"/>
                <a:gd name="T90" fmla="*/ 2147483647 w 197"/>
                <a:gd name="T91" fmla="*/ 2147483647 h 26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97"/>
                <a:gd name="T139" fmla="*/ 0 h 263"/>
                <a:gd name="T140" fmla="*/ 197 w 197"/>
                <a:gd name="T141" fmla="*/ 263 h 26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97" h="263">
                  <a:moveTo>
                    <a:pt x="100" y="4"/>
                  </a:moveTo>
                  <a:lnTo>
                    <a:pt x="113" y="6"/>
                  </a:lnTo>
                  <a:lnTo>
                    <a:pt x="115" y="0"/>
                  </a:lnTo>
                  <a:lnTo>
                    <a:pt x="120" y="1"/>
                  </a:lnTo>
                  <a:lnTo>
                    <a:pt x="121" y="7"/>
                  </a:lnTo>
                  <a:lnTo>
                    <a:pt x="127" y="11"/>
                  </a:lnTo>
                  <a:lnTo>
                    <a:pt x="131" y="9"/>
                  </a:lnTo>
                  <a:lnTo>
                    <a:pt x="133" y="13"/>
                  </a:lnTo>
                  <a:lnTo>
                    <a:pt x="145" y="12"/>
                  </a:lnTo>
                  <a:lnTo>
                    <a:pt x="146" y="10"/>
                  </a:lnTo>
                  <a:lnTo>
                    <a:pt x="158" y="16"/>
                  </a:lnTo>
                  <a:lnTo>
                    <a:pt x="157" y="22"/>
                  </a:lnTo>
                  <a:lnTo>
                    <a:pt x="161" y="34"/>
                  </a:lnTo>
                  <a:lnTo>
                    <a:pt x="164" y="30"/>
                  </a:lnTo>
                  <a:lnTo>
                    <a:pt x="168" y="31"/>
                  </a:lnTo>
                  <a:lnTo>
                    <a:pt x="168" y="36"/>
                  </a:lnTo>
                  <a:lnTo>
                    <a:pt x="164" y="39"/>
                  </a:lnTo>
                  <a:lnTo>
                    <a:pt x="169" y="43"/>
                  </a:lnTo>
                  <a:lnTo>
                    <a:pt x="179" y="46"/>
                  </a:lnTo>
                  <a:lnTo>
                    <a:pt x="182" y="44"/>
                  </a:lnTo>
                  <a:lnTo>
                    <a:pt x="189" y="46"/>
                  </a:lnTo>
                  <a:lnTo>
                    <a:pt x="193" y="58"/>
                  </a:lnTo>
                  <a:lnTo>
                    <a:pt x="192" y="62"/>
                  </a:lnTo>
                  <a:lnTo>
                    <a:pt x="195" y="67"/>
                  </a:lnTo>
                  <a:lnTo>
                    <a:pt x="197" y="67"/>
                  </a:lnTo>
                  <a:lnTo>
                    <a:pt x="192" y="78"/>
                  </a:lnTo>
                  <a:lnTo>
                    <a:pt x="186" y="74"/>
                  </a:lnTo>
                  <a:lnTo>
                    <a:pt x="175" y="78"/>
                  </a:lnTo>
                  <a:lnTo>
                    <a:pt x="164" y="76"/>
                  </a:lnTo>
                  <a:lnTo>
                    <a:pt x="161" y="81"/>
                  </a:lnTo>
                  <a:lnTo>
                    <a:pt x="153" y="82"/>
                  </a:lnTo>
                  <a:lnTo>
                    <a:pt x="149" y="85"/>
                  </a:lnTo>
                  <a:lnTo>
                    <a:pt x="149" y="90"/>
                  </a:lnTo>
                  <a:lnTo>
                    <a:pt x="144" y="91"/>
                  </a:lnTo>
                  <a:lnTo>
                    <a:pt x="143" y="97"/>
                  </a:lnTo>
                  <a:lnTo>
                    <a:pt x="140" y="99"/>
                  </a:lnTo>
                  <a:lnTo>
                    <a:pt x="139" y="94"/>
                  </a:lnTo>
                  <a:lnTo>
                    <a:pt x="125" y="95"/>
                  </a:lnTo>
                  <a:lnTo>
                    <a:pt x="121" y="102"/>
                  </a:lnTo>
                  <a:lnTo>
                    <a:pt x="118" y="109"/>
                  </a:lnTo>
                  <a:lnTo>
                    <a:pt x="110" y="111"/>
                  </a:lnTo>
                  <a:lnTo>
                    <a:pt x="106" y="107"/>
                  </a:lnTo>
                  <a:lnTo>
                    <a:pt x="100" y="108"/>
                  </a:lnTo>
                  <a:lnTo>
                    <a:pt x="101" y="112"/>
                  </a:lnTo>
                  <a:lnTo>
                    <a:pt x="95" y="111"/>
                  </a:lnTo>
                  <a:lnTo>
                    <a:pt x="96" y="118"/>
                  </a:lnTo>
                  <a:lnTo>
                    <a:pt x="106" y="120"/>
                  </a:lnTo>
                  <a:lnTo>
                    <a:pt x="102" y="131"/>
                  </a:lnTo>
                  <a:lnTo>
                    <a:pt x="93" y="131"/>
                  </a:lnTo>
                  <a:lnTo>
                    <a:pt x="90" y="140"/>
                  </a:lnTo>
                  <a:lnTo>
                    <a:pt x="92" y="144"/>
                  </a:lnTo>
                  <a:lnTo>
                    <a:pt x="100" y="139"/>
                  </a:lnTo>
                  <a:lnTo>
                    <a:pt x="106" y="142"/>
                  </a:lnTo>
                  <a:lnTo>
                    <a:pt x="104" y="146"/>
                  </a:lnTo>
                  <a:lnTo>
                    <a:pt x="96" y="150"/>
                  </a:lnTo>
                  <a:lnTo>
                    <a:pt x="97" y="154"/>
                  </a:lnTo>
                  <a:lnTo>
                    <a:pt x="101" y="158"/>
                  </a:lnTo>
                  <a:lnTo>
                    <a:pt x="108" y="159"/>
                  </a:lnTo>
                  <a:lnTo>
                    <a:pt x="106" y="162"/>
                  </a:lnTo>
                  <a:lnTo>
                    <a:pt x="106" y="167"/>
                  </a:lnTo>
                  <a:lnTo>
                    <a:pt x="101" y="166"/>
                  </a:lnTo>
                  <a:lnTo>
                    <a:pt x="102" y="169"/>
                  </a:lnTo>
                  <a:lnTo>
                    <a:pt x="96" y="169"/>
                  </a:lnTo>
                  <a:lnTo>
                    <a:pt x="97" y="174"/>
                  </a:lnTo>
                  <a:lnTo>
                    <a:pt x="89" y="174"/>
                  </a:lnTo>
                  <a:lnTo>
                    <a:pt x="82" y="170"/>
                  </a:lnTo>
                  <a:lnTo>
                    <a:pt x="79" y="178"/>
                  </a:lnTo>
                  <a:lnTo>
                    <a:pt x="74" y="184"/>
                  </a:lnTo>
                  <a:lnTo>
                    <a:pt x="74" y="192"/>
                  </a:lnTo>
                  <a:lnTo>
                    <a:pt x="72" y="196"/>
                  </a:lnTo>
                  <a:lnTo>
                    <a:pt x="59" y="199"/>
                  </a:lnTo>
                  <a:lnTo>
                    <a:pt x="57" y="195"/>
                  </a:lnTo>
                  <a:lnTo>
                    <a:pt x="52" y="198"/>
                  </a:lnTo>
                  <a:lnTo>
                    <a:pt x="50" y="204"/>
                  </a:lnTo>
                  <a:lnTo>
                    <a:pt x="38" y="207"/>
                  </a:lnTo>
                  <a:lnTo>
                    <a:pt x="35" y="207"/>
                  </a:lnTo>
                  <a:lnTo>
                    <a:pt x="34" y="198"/>
                  </a:lnTo>
                  <a:lnTo>
                    <a:pt x="27" y="200"/>
                  </a:lnTo>
                  <a:lnTo>
                    <a:pt x="24" y="210"/>
                  </a:lnTo>
                  <a:lnTo>
                    <a:pt x="17" y="214"/>
                  </a:lnTo>
                  <a:lnTo>
                    <a:pt x="13" y="214"/>
                  </a:lnTo>
                  <a:lnTo>
                    <a:pt x="12" y="221"/>
                  </a:lnTo>
                  <a:lnTo>
                    <a:pt x="18" y="228"/>
                  </a:lnTo>
                  <a:lnTo>
                    <a:pt x="20" y="234"/>
                  </a:lnTo>
                  <a:lnTo>
                    <a:pt x="15" y="236"/>
                  </a:lnTo>
                  <a:lnTo>
                    <a:pt x="14" y="242"/>
                  </a:lnTo>
                  <a:lnTo>
                    <a:pt x="22" y="247"/>
                  </a:lnTo>
                  <a:lnTo>
                    <a:pt x="4" y="245"/>
                  </a:lnTo>
                  <a:lnTo>
                    <a:pt x="0" y="251"/>
                  </a:lnTo>
                  <a:lnTo>
                    <a:pt x="0" y="255"/>
                  </a:lnTo>
                  <a:lnTo>
                    <a:pt x="13" y="257"/>
                  </a:lnTo>
                  <a:lnTo>
                    <a:pt x="7" y="263"/>
                  </a:lnTo>
                </a:path>
              </a:pathLst>
            </a:custGeom>
            <a:grpFill/>
            <a:ln w="1651" cap="rnd" cmpd="sng">
              <a:solidFill>
                <a:schemeClr val="bg2"/>
              </a:solidFill>
              <a:prstDash val="sysDot"/>
              <a:round/>
              <a:headEnd type="none" w="med" len="med"/>
              <a:tailEnd type="none" w="med" len="med"/>
            </a:ln>
          </p:spPr>
          <p:txBody>
            <a:bodyPr/>
            <a:lstStyle/>
            <a:p>
              <a:endParaRPr lang="de-DE" dirty="0"/>
            </a:p>
          </p:txBody>
        </p:sp>
        <p:sp>
          <p:nvSpPr>
            <p:cNvPr id="23" name="AOK Rheinlandpfalz/Saarland">
              <a:extLst>
                <a:ext uri="{FF2B5EF4-FFF2-40B4-BE49-F238E27FC236}">
                  <a16:creationId xmlns:a16="http://schemas.microsoft.com/office/drawing/2014/main" id="{66D6FECE-1870-01CD-4C1E-59D115F6742F}"/>
                </a:ext>
              </a:extLst>
            </p:cNvPr>
            <p:cNvSpPr>
              <a:spLocks/>
            </p:cNvSpPr>
            <p:nvPr/>
          </p:nvSpPr>
          <p:spPr bwMode="auto">
            <a:xfrm>
              <a:off x="5017423" y="3181952"/>
              <a:ext cx="753928" cy="988104"/>
            </a:xfrm>
            <a:custGeom>
              <a:avLst/>
              <a:gdLst>
                <a:gd name="T0" fmla="*/ 2147483647 w 594"/>
                <a:gd name="T1" fmla="*/ 2147483647 h 761"/>
                <a:gd name="T2" fmla="*/ 2147483647 w 594"/>
                <a:gd name="T3" fmla="*/ 2147483647 h 761"/>
                <a:gd name="T4" fmla="*/ 2147483647 w 594"/>
                <a:gd name="T5" fmla="*/ 2147483647 h 761"/>
                <a:gd name="T6" fmla="*/ 2147483647 w 594"/>
                <a:gd name="T7" fmla="*/ 2147483647 h 761"/>
                <a:gd name="T8" fmla="*/ 2147483647 w 594"/>
                <a:gd name="T9" fmla="*/ 2147483647 h 761"/>
                <a:gd name="T10" fmla="*/ 2147483647 w 594"/>
                <a:gd name="T11" fmla="*/ 2147483647 h 761"/>
                <a:gd name="T12" fmla="*/ 2147483647 w 594"/>
                <a:gd name="T13" fmla="*/ 2147483647 h 761"/>
                <a:gd name="T14" fmla="*/ 2147483647 w 594"/>
                <a:gd name="T15" fmla="*/ 2147483647 h 761"/>
                <a:gd name="T16" fmla="*/ 2147483647 w 594"/>
                <a:gd name="T17" fmla="*/ 2147483647 h 761"/>
                <a:gd name="T18" fmla="*/ 2147483647 w 594"/>
                <a:gd name="T19" fmla="*/ 2147483647 h 761"/>
                <a:gd name="T20" fmla="*/ 2147483647 w 594"/>
                <a:gd name="T21" fmla="*/ 2147483647 h 761"/>
                <a:gd name="T22" fmla="*/ 2147483647 w 594"/>
                <a:gd name="T23" fmla="*/ 2147483647 h 761"/>
                <a:gd name="T24" fmla="*/ 2147483647 w 594"/>
                <a:gd name="T25" fmla="*/ 2147483647 h 761"/>
                <a:gd name="T26" fmla="*/ 2147483647 w 594"/>
                <a:gd name="T27" fmla="*/ 2147483647 h 761"/>
                <a:gd name="T28" fmla="*/ 2147483647 w 594"/>
                <a:gd name="T29" fmla="*/ 2147483647 h 761"/>
                <a:gd name="T30" fmla="*/ 2147483647 w 594"/>
                <a:gd name="T31" fmla="*/ 2147483647 h 761"/>
                <a:gd name="T32" fmla="*/ 2147483647 w 594"/>
                <a:gd name="T33" fmla="*/ 2147483647 h 761"/>
                <a:gd name="T34" fmla="*/ 2147483647 w 594"/>
                <a:gd name="T35" fmla="*/ 2147483647 h 761"/>
                <a:gd name="T36" fmla="*/ 2147483647 w 594"/>
                <a:gd name="T37" fmla="*/ 2147483647 h 761"/>
                <a:gd name="T38" fmla="*/ 2147483647 w 594"/>
                <a:gd name="T39" fmla="*/ 2147483647 h 761"/>
                <a:gd name="T40" fmla="*/ 2147483647 w 594"/>
                <a:gd name="T41" fmla="*/ 2147483647 h 761"/>
                <a:gd name="T42" fmla="*/ 2147483647 w 594"/>
                <a:gd name="T43" fmla="*/ 2147483647 h 761"/>
                <a:gd name="T44" fmla="*/ 2147483647 w 594"/>
                <a:gd name="T45" fmla="*/ 2147483647 h 761"/>
                <a:gd name="T46" fmla="*/ 2147483647 w 594"/>
                <a:gd name="T47" fmla="*/ 2147483647 h 761"/>
                <a:gd name="T48" fmla="*/ 2147483647 w 594"/>
                <a:gd name="T49" fmla="*/ 2147483647 h 761"/>
                <a:gd name="T50" fmla="*/ 2147483647 w 594"/>
                <a:gd name="T51" fmla="*/ 2147483647 h 761"/>
                <a:gd name="T52" fmla="*/ 2147483647 w 594"/>
                <a:gd name="T53" fmla="*/ 2147483647 h 761"/>
                <a:gd name="T54" fmla="*/ 2147483647 w 594"/>
                <a:gd name="T55" fmla="*/ 2147483647 h 761"/>
                <a:gd name="T56" fmla="*/ 2147483647 w 594"/>
                <a:gd name="T57" fmla="*/ 2147483647 h 761"/>
                <a:gd name="T58" fmla="*/ 2147483647 w 594"/>
                <a:gd name="T59" fmla="*/ 2147483647 h 761"/>
                <a:gd name="T60" fmla="*/ 2147483647 w 594"/>
                <a:gd name="T61" fmla="*/ 2147483647 h 761"/>
                <a:gd name="T62" fmla="*/ 2147483647 w 594"/>
                <a:gd name="T63" fmla="*/ 2147483647 h 761"/>
                <a:gd name="T64" fmla="*/ 2147483647 w 594"/>
                <a:gd name="T65" fmla="*/ 2147483647 h 761"/>
                <a:gd name="T66" fmla="*/ 2147483647 w 594"/>
                <a:gd name="T67" fmla="*/ 2147483647 h 761"/>
                <a:gd name="T68" fmla="*/ 2147483647 w 594"/>
                <a:gd name="T69" fmla="*/ 2147483647 h 761"/>
                <a:gd name="T70" fmla="*/ 2147483647 w 594"/>
                <a:gd name="T71" fmla="*/ 2147483647 h 761"/>
                <a:gd name="T72" fmla="*/ 2147483647 w 594"/>
                <a:gd name="T73" fmla="*/ 2147483647 h 761"/>
                <a:gd name="T74" fmla="*/ 2147483647 w 594"/>
                <a:gd name="T75" fmla="*/ 2147483647 h 761"/>
                <a:gd name="T76" fmla="*/ 2147483647 w 594"/>
                <a:gd name="T77" fmla="*/ 2147483647 h 761"/>
                <a:gd name="T78" fmla="*/ 2147483647 w 594"/>
                <a:gd name="T79" fmla="*/ 2147483647 h 761"/>
                <a:gd name="T80" fmla="*/ 2147483647 w 594"/>
                <a:gd name="T81" fmla="*/ 2147483647 h 761"/>
                <a:gd name="T82" fmla="*/ 2147483647 w 594"/>
                <a:gd name="T83" fmla="*/ 2147483647 h 761"/>
                <a:gd name="T84" fmla="*/ 2147483647 w 594"/>
                <a:gd name="T85" fmla="*/ 2147483647 h 761"/>
                <a:gd name="T86" fmla="*/ 2147483647 w 594"/>
                <a:gd name="T87" fmla="*/ 2147483647 h 761"/>
                <a:gd name="T88" fmla="*/ 2147483647 w 594"/>
                <a:gd name="T89" fmla="*/ 2147483647 h 761"/>
                <a:gd name="T90" fmla="*/ 2147483647 w 594"/>
                <a:gd name="T91" fmla="*/ 2147483647 h 761"/>
                <a:gd name="T92" fmla="*/ 2147483647 w 594"/>
                <a:gd name="T93" fmla="*/ 2147483647 h 761"/>
                <a:gd name="T94" fmla="*/ 2147483647 w 594"/>
                <a:gd name="T95" fmla="*/ 2147483647 h 761"/>
                <a:gd name="T96" fmla="*/ 2147483647 w 594"/>
                <a:gd name="T97" fmla="*/ 2147483647 h 761"/>
                <a:gd name="T98" fmla="*/ 2147483647 w 594"/>
                <a:gd name="T99" fmla="*/ 2147483647 h 761"/>
                <a:gd name="T100" fmla="*/ 2147483647 w 594"/>
                <a:gd name="T101" fmla="*/ 2147483647 h 76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94"/>
                <a:gd name="T154" fmla="*/ 0 h 761"/>
                <a:gd name="T155" fmla="*/ 594 w 594"/>
                <a:gd name="T156" fmla="*/ 761 h 76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94" h="761">
                  <a:moveTo>
                    <a:pt x="235" y="689"/>
                  </a:moveTo>
                  <a:lnTo>
                    <a:pt x="226" y="690"/>
                  </a:lnTo>
                  <a:lnTo>
                    <a:pt x="220" y="695"/>
                  </a:lnTo>
                  <a:lnTo>
                    <a:pt x="211" y="689"/>
                  </a:lnTo>
                  <a:lnTo>
                    <a:pt x="202" y="681"/>
                  </a:lnTo>
                  <a:lnTo>
                    <a:pt x="193" y="675"/>
                  </a:lnTo>
                  <a:lnTo>
                    <a:pt x="186" y="672"/>
                  </a:lnTo>
                  <a:lnTo>
                    <a:pt x="177" y="674"/>
                  </a:lnTo>
                  <a:lnTo>
                    <a:pt x="169" y="669"/>
                  </a:lnTo>
                  <a:lnTo>
                    <a:pt x="165" y="678"/>
                  </a:lnTo>
                  <a:lnTo>
                    <a:pt x="160" y="675"/>
                  </a:lnTo>
                  <a:lnTo>
                    <a:pt x="151" y="674"/>
                  </a:lnTo>
                  <a:lnTo>
                    <a:pt x="141" y="669"/>
                  </a:lnTo>
                  <a:lnTo>
                    <a:pt x="139" y="662"/>
                  </a:lnTo>
                  <a:lnTo>
                    <a:pt x="139" y="654"/>
                  </a:lnTo>
                  <a:lnTo>
                    <a:pt x="136" y="654"/>
                  </a:lnTo>
                  <a:lnTo>
                    <a:pt x="130" y="653"/>
                  </a:lnTo>
                  <a:lnTo>
                    <a:pt x="130" y="641"/>
                  </a:lnTo>
                  <a:lnTo>
                    <a:pt x="129" y="645"/>
                  </a:lnTo>
                  <a:lnTo>
                    <a:pt x="124" y="635"/>
                  </a:lnTo>
                  <a:lnTo>
                    <a:pt x="115" y="632"/>
                  </a:lnTo>
                  <a:lnTo>
                    <a:pt x="118" y="623"/>
                  </a:lnTo>
                  <a:lnTo>
                    <a:pt x="109" y="614"/>
                  </a:lnTo>
                  <a:lnTo>
                    <a:pt x="112" y="618"/>
                  </a:lnTo>
                  <a:lnTo>
                    <a:pt x="103" y="600"/>
                  </a:lnTo>
                  <a:lnTo>
                    <a:pt x="99" y="591"/>
                  </a:lnTo>
                  <a:lnTo>
                    <a:pt x="99" y="582"/>
                  </a:lnTo>
                  <a:lnTo>
                    <a:pt x="93" y="578"/>
                  </a:lnTo>
                  <a:lnTo>
                    <a:pt x="88" y="569"/>
                  </a:lnTo>
                  <a:lnTo>
                    <a:pt x="78" y="560"/>
                  </a:lnTo>
                  <a:lnTo>
                    <a:pt x="66" y="551"/>
                  </a:lnTo>
                  <a:lnTo>
                    <a:pt x="54" y="557"/>
                  </a:lnTo>
                  <a:lnTo>
                    <a:pt x="45" y="549"/>
                  </a:lnTo>
                  <a:lnTo>
                    <a:pt x="45" y="542"/>
                  </a:lnTo>
                  <a:lnTo>
                    <a:pt x="49" y="530"/>
                  </a:lnTo>
                  <a:lnTo>
                    <a:pt x="54" y="521"/>
                  </a:lnTo>
                  <a:lnTo>
                    <a:pt x="54" y="508"/>
                  </a:lnTo>
                  <a:lnTo>
                    <a:pt x="63" y="503"/>
                  </a:lnTo>
                  <a:lnTo>
                    <a:pt x="72" y="481"/>
                  </a:lnTo>
                  <a:lnTo>
                    <a:pt x="89" y="455"/>
                  </a:lnTo>
                  <a:lnTo>
                    <a:pt x="97" y="430"/>
                  </a:lnTo>
                  <a:lnTo>
                    <a:pt x="89" y="424"/>
                  </a:lnTo>
                  <a:lnTo>
                    <a:pt x="75" y="426"/>
                  </a:lnTo>
                  <a:lnTo>
                    <a:pt x="65" y="422"/>
                  </a:lnTo>
                  <a:lnTo>
                    <a:pt x="55" y="409"/>
                  </a:lnTo>
                  <a:lnTo>
                    <a:pt x="47" y="413"/>
                  </a:lnTo>
                  <a:lnTo>
                    <a:pt x="39" y="398"/>
                  </a:lnTo>
                  <a:lnTo>
                    <a:pt x="26" y="382"/>
                  </a:lnTo>
                  <a:lnTo>
                    <a:pt x="18" y="359"/>
                  </a:lnTo>
                  <a:lnTo>
                    <a:pt x="9" y="357"/>
                  </a:lnTo>
                  <a:lnTo>
                    <a:pt x="1" y="336"/>
                  </a:lnTo>
                  <a:lnTo>
                    <a:pt x="0" y="314"/>
                  </a:lnTo>
                  <a:lnTo>
                    <a:pt x="7" y="301"/>
                  </a:lnTo>
                  <a:lnTo>
                    <a:pt x="11" y="297"/>
                  </a:lnTo>
                  <a:lnTo>
                    <a:pt x="11" y="293"/>
                  </a:lnTo>
                  <a:lnTo>
                    <a:pt x="8" y="294"/>
                  </a:lnTo>
                  <a:lnTo>
                    <a:pt x="5" y="291"/>
                  </a:lnTo>
                  <a:lnTo>
                    <a:pt x="9" y="291"/>
                  </a:lnTo>
                  <a:lnTo>
                    <a:pt x="8" y="286"/>
                  </a:lnTo>
                  <a:lnTo>
                    <a:pt x="10" y="283"/>
                  </a:lnTo>
                  <a:lnTo>
                    <a:pt x="14" y="285"/>
                  </a:lnTo>
                  <a:lnTo>
                    <a:pt x="14" y="283"/>
                  </a:lnTo>
                  <a:lnTo>
                    <a:pt x="22" y="282"/>
                  </a:lnTo>
                  <a:lnTo>
                    <a:pt x="20" y="278"/>
                  </a:lnTo>
                  <a:lnTo>
                    <a:pt x="21" y="272"/>
                  </a:lnTo>
                  <a:lnTo>
                    <a:pt x="19" y="271"/>
                  </a:lnTo>
                  <a:lnTo>
                    <a:pt x="18" y="268"/>
                  </a:lnTo>
                  <a:lnTo>
                    <a:pt x="16" y="268"/>
                  </a:lnTo>
                  <a:lnTo>
                    <a:pt x="16" y="265"/>
                  </a:lnTo>
                  <a:lnTo>
                    <a:pt x="18" y="264"/>
                  </a:lnTo>
                  <a:lnTo>
                    <a:pt x="20" y="261"/>
                  </a:lnTo>
                  <a:lnTo>
                    <a:pt x="23" y="261"/>
                  </a:lnTo>
                  <a:lnTo>
                    <a:pt x="27" y="254"/>
                  </a:lnTo>
                  <a:lnTo>
                    <a:pt x="39" y="249"/>
                  </a:lnTo>
                  <a:lnTo>
                    <a:pt x="46" y="249"/>
                  </a:lnTo>
                  <a:lnTo>
                    <a:pt x="49" y="244"/>
                  </a:lnTo>
                  <a:lnTo>
                    <a:pt x="47" y="244"/>
                  </a:lnTo>
                  <a:lnTo>
                    <a:pt x="48" y="240"/>
                  </a:lnTo>
                  <a:lnTo>
                    <a:pt x="53" y="233"/>
                  </a:lnTo>
                  <a:lnTo>
                    <a:pt x="53" y="230"/>
                  </a:lnTo>
                  <a:lnTo>
                    <a:pt x="58" y="229"/>
                  </a:lnTo>
                  <a:lnTo>
                    <a:pt x="67" y="235"/>
                  </a:lnTo>
                  <a:lnTo>
                    <a:pt x="66" y="232"/>
                  </a:lnTo>
                  <a:lnTo>
                    <a:pt x="70" y="234"/>
                  </a:lnTo>
                  <a:lnTo>
                    <a:pt x="72" y="230"/>
                  </a:lnTo>
                  <a:lnTo>
                    <a:pt x="77" y="229"/>
                  </a:lnTo>
                  <a:lnTo>
                    <a:pt x="79" y="225"/>
                  </a:lnTo>
                  <a:lnTo>
                    <a:pt x="76" y="223"/>
                  </a:lnTo>
                  <a:lnTo>
                    <a:pt x="77" y="221"/>
                  </a:lnTo>
                  <a:lnTo>
                    <a:pt x="69" y="215"/>
                  </a:lnTo>
                  <a:lnTo>
                    <a:pt x="69" y="212"/>
                  </a:lnTo>
                  <a:lnTo>
                    <a:pt x="83" y="212"/>
                  </a:lnTo>
                  <a:lnTo>
                    <a:pt x="80" y="199"/>
                  </a:lnTo>
                  <a:lnTo>
                    <a:pt x="90" y="196"/>
                  </a:lnTo>
                  <a:lnTo>
                    <a:pt x="98" y="206"/>
                  </a:lnTo>
                  <a:lnTo>
                    <a:pt x="107" y="196"/>
                  </a:lnTo>
                  <a:lnTo>
                    <a:pt x="127" y="194"/>
                  </a:lnTo>
                  <a:lnTo>
                    <a:pt x="132" y="208"/>
                  </a:lnTo>
                  <a:lnTo>
                    <a:pt x="147" y="203"/>
                  </a:lnTo>
                  <a:lnTo>
                    <a:pt x="156" y="213"/>
                  </a:lnTo>
                  <a:lnTo>
                    <a:pt x="166" y="205"/>
                  </a:lnTo>
                  <a:lnTo>
                    <a:pt x="179" y="202"/>
                  </a:lnTo>
                  <a:lnTo>
                    <a:pt x="169" y="188"/>
                  </a:lnTo>
                  <a:lnTo>
                    <a:pt x="173" y="177"/>
                  </a:lnTo>
                  <a:lnTo>
                    <a:pt x="166" y="170"/>
                  </a:lnTo>
                  <a:lnTo>
                    <a:pt x="166" y="160"/>
                  </a:lnTo>
                  <a:lnTo>
                    <a:pt x="175" y="154"/>
                  </a:lnTo>
                  <a:lnTo>
                    <a:pt x="180" y="164"/>
                  </a:lnTo>
                  <a:lnTo>
                    <a:pt x="193" y="171"/>
                  </a:lnTo>
                  <a:lnTo>
                    <a:pt x="204" y="166"/>
                  </a:lnTo>
                  <a:lnTo>
                    <a:pt x="207" y="154"/>
                  </a:lnTo>
                  <a:lnTo>
                    <a:pt x="198" y="143"/>
                  </a:lnTo>
                  <a:lnTo>
                    <a:pt x="211" y="147"/>
                  </a:lnTo>
                  <a:lnTo>
                    <a:pt x="215" y="132"/>
                  </a:lnTo>
                  <a:lnTo>
                    <a:pt x="226" y="135"/>
                  </a:lnTo>
                  <a:lnTo>
                    <a:pt x="241" y="121"/>
                  </a:lnTo>
                  <a:lnTo>
                    <a:pt x="241" y="110"/>
                  </a:lnTo>
                  <a:lnTo>
                    <a:pt x="259" y="99"/>
                  </a:lnTo>
                  <a:lnTo>
                    <a:pt x="265" y="103"/>
                  </a:lnTo>
                  <a:lnTo>
                    <a:pt x="275" y="101"/>
                  </a:lnTo>
                  <a:lnTo>
                    <a:pt x="279" y="107"/>
                  </a:lnTo>
                  <a:lnTo>
                    <a:pt x="285" y="102"/>
                  </a:lnTo>
                  <a:lnTo>
                    <a:pt x="287" y="111"/>
                  </a:lnTo>
                  <a:lnTo>
                    <a:pt x="319" y="107"/>
                  </a:lnTo>
                  <a:lnTo>
                    <a:pt x="325" y="93"/>
                  </a:lnTo>
                  <a:lnTo>
                    <a:pt x="322" y="84"/>
                  </a:lnTo>
                  <a:lnTo>
                    <a:pt x="324" y="78"/>
                  </a:lnTo>
                  <a:lnTo>
                    <a:pt x="344" y="79"/>
                  </a:lnTo>
                  <a:lnTo>
                    <a:pt x="369" y="70"/>
                  </a:lnTo>
                  <a:lnTo>
                    <a:pt x="380" y="70"/>
                  </a:lnTo>
                  <a:lnTo>
                    <a:pt x="386" y="65"/>
                  </a:lnTo>
                  <a:lnTo>
                    <a:pt x="399" y="65"/>
                  </a:lnTo>
                  <a:lnTo>
                    <a:pt x="409" y="58"/>
                  </a:lnTo>
                  <a:lnTo>
                    <a:pt x="405" y="45"/>
                  </a:lnTo>
                  <a:lnTo>
                    <a:pt x="422" y="34"/>
                  </a:lnTo>
                  <a:lnTo>
                    <a:pt x="429" y="33"/>
                  </a:lnTo>
                  <a:lnTo>
                    <a:pt x="424" y="24"/>
                  </a:lnTo>
                  <a:lnTo>
                    <a:pt x="423" y="7"/>
                  </a:lnTo>
                  <a:lnTo>
                    <a:pt x="434" y="0"/>
                  </a:lnTo>
                  <a:lnTo>
                    <a:pt x="441" y="2"/>
                  </a:lnTo>
                  <a:lnTo>
                    <a:pt x="446" y="7"/>
                  </a:lnTo>
                  <a:lnTo>
                    <a:pt x="440" y="18"/>
                  </a:lnTo>
                  <a:lnTo>
                    <a:pt x="447" y="23"/>
                  </a:lnTo>
                  <a:lnTo>
                    <a:pt x="458" y="23"/>
                  </a:lnTo>
                  <a:lnTo>
                    <a:pt x="465" y="37"/>
                  </a:lnTo>
                  <a:lnTo>
                    <a:pt x="475" y="37"/>
                  </a:lnTo>
                  <a:lnTo>
                    <a:pt x="480" y="65"/>
                  </a:lnTo>
                  <a:lnTo>
                    <a:pt x="493" y="79"/>
                  </a:lnTo>
                  <a:lnTo>
                    <a:pt x="495" y="93"/>
                  </a:lnTo>
                  <a:lnTo>
                    <a:pt x="501" y="94"/>
                  </a:lnTo>
                  <a:lnTo>
                    <a:pt x="507" y="90"/>
                  </a:lnTo>
                  <a:lnTo>
                    <a:pt x="513" y="97"/>
                  </a:lnTo>
                  <a:lnTo>
                    <a:pt x="513" y="107"/>
                  </a:lnTo>
                  <a:lnTo>
                    <a:pt x="518" y="118"/>
                  </a:lnTo>
                  <a:lnTo>
                    <a:pt x="515" y="124"/>
                  </a:lnTo>
                  <a:lnTo>
                    <a:pt x="518" y="133"/>
                  </a:lnTo>
                  <a:lnTo>
                    <a:pt x="513" y="145"/>
                  </a:lnTo>
                  <a:lnTo>
                    <a:pt x="513" y="158"/>
                  </a:lnTo>
                  <a:lnTo>
                    <a:pt x="501" y="157"/>
                  </a:lnTo>
                  <a:lnTo>
                    <a:pt x="497" y="150"/>
                  </a:lnTo>
                  <a:lnTo>
                    <a:pt x="488" y="155"/>
                  </a:lnTo>
                  <a:lnTo>
                    <a:pt x="476" y="159"/>
                  </a:lnTo>
                  <a:lnTo>
                    <a:pt x="473" y="170"/>
                  </a:lnTo>
                  <a:lnTo>
                    <a:pt x="482" y="191"/>
                  </a:lnTo>
                  <a:lnTo>
                    <a:pt x="475" y="194"/>
                  </a:lnTo>
                  <a:lnTo>
                    <a:pt x="477" y="204"/>
                  </a:lnTo>
                  <a:lnTo>
                    <a:pt x="478" y="214"/>
                  </a:lnTo>
                  <a:lnTo>
                    <a:pt x="490" y="210"/>
                  </a:lnTo>
                  <a:lnTo>
                    <a:pt x="498" y="221"/>
                  </a:lnTo>
                  <a:lnTo>
                    <a:pt x="497" y="233"/>
                  </a:lnTo>
                  <a:lnTo>
                    <a:pt x="508" y="239"/>
                  </a:lnTo>
                  <a:lnTo>
                    <a:pt x="509" y="255"/>
                  </a:lnTo>
                  <a:lnTo>
                    <a:pt x="501" y="259"/>
                  </a:lnTo>
                  <a:lnTo>
                    <a:pt x="487" y="257"/>
                  </a:lnTo>
                  <a:lnTo>
                    <a:pt x="482" y="261"/>
                  </a:lnTo>
                  <a:lnTo>
                    <a:pt x="490" y="271"/>
                  </a:lnTo>
                  <a:lnTo>
                    <a:pt x="483" y="275"/>
                  </a:lnTo>
                  <a:lnTo>
                    <a:pt x="475" y="273"/>
                  </a:lnTo>
                  <a:lnTo>
                    <a:pt x="458" y="279"/>
                  </a:lnTo>
                  <a:lnTo>
                    <a:pt x="447" y="296"/>
                  </a:lnTo>
                  <a:lnTo>
                    <a:pt x="459" y="306"/>
                  </a:lnTo>
                  <a:lnTo>
                    <a:pt x="458" y="318"/>
                  </a:lnTo>
                  <a:lnTo>
                    <a:pt x="451" y="313"/>
                  </a:lnTo>
                  <a:lnTo>
                    <a:pt x="446" y="314"/>
                  </a:lnTo>
                  <a:lnTo>
                    <a:pt x="439" y="311"/>
                  </a:lnTo>
                  <a:lnTo>
                    <a:pt x="433" y="328"/>
                  </a:lnTo>
                  <a:lnTo>
                    <a:pt x="418" y="329"/>
                  </a:lnTo>
                  <a:lnTo>
                    <a:pt x="419" y="340"/>
                  </a:lnTo>
                  <a:lnTo>
                    <a:pt x="437" y="357"/>
                  </a:lnTo>
                  <a:lnTo>
                    <a:pt x="440" y="368"/>
                  </a:lnTo>
                  <a:lnTo>
                    <a:pt x="448" y="374"/>
                  </a:lnTo>
                  <a:lnTo>
                    <a:pt x="480" y="368"/>
                  </a:lnTo>
                  <a:lnTo>
                    <a:pt x="502" y="357"/>
                  </a:lnTo>
                  <a:lnTo>
                    <a:pt x="521" y="353"/>
                  </a:lnTo>
                  <a:lnTo>
                    <a:pt x="530" y="352"/>
                  </a:lnTo>
                  <a:lnTo>
                    <a:pt x="536" y="356"/>
                  </a:lnTo>
                  <a:lnTo>
                    <a:pt x="547" y="367"/>
                  </a:lnTo>
                  <a:lnTo>
                    <a:pt x="554" y="376"/>
                  </a:lnTo>
                  <a:lnTo>
                    <a:pt x="561" y="384"/>
                  </a:lnTo>
                  <a:lnTo>
                    <a:pt x="563" y="398"/>
                  </a:lnTo>
                  <a:lnTo>
                    <a:pt x="557" y="406"/>
                  </a:lnTo>
                  <a:lnTo>
                    <a:pt x="562" y="418"/>
                  </a:lnTo>
                  <a:lnTo>
                    <a:pt x="568" y="422"/>
                  </a:lnTo>
                  <a:lnTo>
                    <a:pt x="563" y="434"/>
                  </a:lnTo>
                  <a:lnTo>
                    <a:pt x="571" y="441"/>
                  </a:lnTo>
                  <a:lnTo>
                    <a:pt x="576" y="458"/>
                  </a:lnTo>
                  <a:lnTo>
                    <a:pt x="588" y="458"/>
                  </a:lnTo>
                  <a:lnTo>
                    <a:pt x="583" y="468"/>
                  </a:lnTo>
                  <a:lnTo>
                    <a:pt x="575" y="475"/>
                  </a:lnTo>
                  <a:lnTo>
                    <a:pt x="563" y="478"/>
                  </a:lnTo>
                  <a:lnTo>
                    <a:pt x="559" y="485"/>
                  </a:lnTo>
                  <a:lnTo>
                    <a:pt x="563" y="507"/>
                  </a:lnTo>
                  <a:lnTo>
                    <a:pt x="573" y="521"/>
                  </a:lnTo>
                  <a:lnTo>
                    <a:pt x="576" y="528"/>
                  </a:lnTo>
                  <a:lnTo>
                    <a:pt x="571" y="534"/>
                  </a:lnTo>
                  <a:lnTo>
                    <a:pt x="573" y="539"/>
                  </a:lnTo>
                  <a:lnTo>
                    <a:pt x="580" y="564"/>
                  </a:lnTo>
                  <a:lnTo>
                    <a:pt x="576" y="573"/>
                  </a:lnTo>
                  <a:lnTo>
                    <a:pt x="583" y="580"/>
                  </a:lnTo>
                  <a:lnTo>
                    <a:pt x="594" y="581"/>
                  </a:lnTo>
                  <a:lnTo>
                    <a:pt x="592" y="592"/>
                  </a:lnTo>
                  <a:lnTo>
                    <a:pt x="591" y="595"/>
                  </a:lnTo>
                  <a:lnTo>
                    <a:pt x="582" y="598"/>
                  </a:lnTo>
                  <a:lnTo>
                    <a:pt x="584" y="605"/>
                  </a:lnTo>
                  <a:lnTo>
                    <a:pt x="590" y="602"/>
                  </a:lnTo>
                  <a:lnTo>
                    <a:pt x="593" y="605"/>
                  </a:lnTo>
                  <a:lnTo>
                    <a:pt x="587" y="618"/>
                  </a:lnTo>
                  <a:lnTo>
                    <a:pt x="580" y="626"/>
                  </a:lnTo>
                  <a:lnTo>
                    <a:pt x="581" y="630"/>
                  </a:lnTo>
                  <a:lnTo>
                    <a:pt x="590" y="633"/>
                  </a:lnTo>
                  <a:lnTo>
                    <a:pt x="584" y="640"/>
                  </a:lnTo>
                  <a:lnTo>
                    <a:pt x="573" y="651"/>
                  </a:lnTo>
                  <a:lnTo>
                    <a:pt x="562" y="665"/>
                  </a:lnTo>
                  <a:lnTo>
                    <a:pt x="561" y="679"/>
                  </a:lnTo>
                  <a:lnTo>
                    <a:pt x="555" y="690"/>
                  </a:lnTo>
                  <a:lnTo>
                    <a:pt x="557" y="700"/>
                  </a:lnTo>
                  <a:lnTo>
                    <a:pt x="551" y="721"/>
                  </a:lnTo>
                  <a:lnTo>
                    <a:pt x="543" y="732"/>
                  </a:lnTo>
                  <a:lnTo>
                    <a:pt x="537" y="751"/>
                  </a:lnTo>
                  <a:lnTo>
                    <a:pt x="534" y="754"/>
                  </a:lnTo>
                  <a:lnTo>
                    <a:pt x="528" y="759"/>
                  </a:lnTo>
                  <a:lnTo>
                    <a:pt x="521" y="761"/>
                  </a:lnTo>
                  <a:lnTo>
                    <a:pt x="520" y="758"/>
                  </a:lnTo>
                  <a:lnTo>
                    <a:pt x="500" y="755"/>
                  </a:lnTo>
                  <a:lnTo>
                    <a:pt x="455" y="739"/>
                  </a:lnTo>
                  <a:lnTo>
                    <a:pt x="450" y="734"/>
                  </a:lnTo>
                  <a:lnTo>
                    <a:pt x="445" y="734"/>
                  </a:lnTo>
                  <a:lnTo>
                    <a:pt x="436" y="728"/>
                  </a:lnTo>
                  <a:lnTo>
                    <a:pt x="431" y="730"/>
                  </a:lnTo>
                  <a:lnTo>
                    <a:pt x="418" y="723"/>
                  </a:lnTo>
                  <a:lnTo>
                    <a:pt x="402" y="732"/>
                  </a:lnTo>
                  <a:lnTo>
                    <a:pt x="390" y="728"/>
                  </a:lnTo>
                  <a:lnTo>
                    <a:pt x="383" y="728"/>
                  </a:lnTo>
                  <a:lnTo>
                    <a:pt x="376" y="725"/>
                  </a:lnTo>
                  <a:lnTo>
                    <a:pt x="346" y="720"/>
                  </a:lnTo>
                  <a:lnTo>
                    <a:pt x="339" y="713"/>
                  </a:lnTo>
                  <a:lnTo>
                    <a:pt x="338" y="703"/>
                  </a:lnTo>
                  <a:lnTo>
                    <a:pt x="334" y="700"/>
                  </a:lnTo>
                  <a:lnTo>
                    <a:pt x="335" y="691"/>
                  </a:lnTo>
                  <a:lnTo>
                    <a:pt x="325" y="692"/>
                  </a:lnTo>
                  <a:lnTo>
                    <a:pt x="321" y="686"/>
                  </a:lnTo>
                  <a:lnTo>
                    <a:pt x="310" y="689"/>
                  </a:lnTo>
                  <a:lnTo>
                    <a:pt x="298" y="690"/>
                  </a:lnTo>
                  <a:lnTo>
                    <a:pt x="286" y="693"/>
                  </a:lnTo>
                  <a:lnTo>
                    <a:pt x="282" y="696"/>
                  </a:lnTo>
                  <a:lnTo>
                    <a:pt x="277" y="699"/>
                  </a:lnTo>
                  <a:lnTo>
                    <a:pt x="271" y="695"/>
                  </a:lnTo>
                  <a:lnTo>
                    <a:pt x="276" y="695"/>
                  </a:lnTo>
                  <a:lnTo>
                    <a:pt x="264" y="698"/>
                  </a:lnTo>
                  <a:lnTo>
                    <a:pt x="258" y="698"/>
                  </a:lnTo>
                  <a:lnTo>
                    <a:pt x="250" y="695"/>
                  </a:lnTo>
                  <a:lnTo>
                    <a:pt x="243" y="693"/>
                  </a:lnTo>
                  <a:lnTo>
                    <a:pt x="235" y="689"/>
                  </a:lnTo>
                  <a:close/>
                </a:path>
              </a:pathLst>
            </a:custGeom>
            <a:grpFill/>
            <a:ln w="1651" cap="flat" cmpd="sng">
              <a:solidFill>
                <a:schemeClr val="bg2"/>
              </a:solidFill>
              <a:prstDash val="solid"/>
              <a:round/>
              <a:headEnd type="none" w="med" len="med"/>
              <a:tailEnd type="none" w="med" len="med"/>
            </a:ln>
          </p:spPr>
          <p:txBody>
            <a:bodyPr lIns="18000" rIns="18000" anchor="ctr">
              <a:spAutoFit/>
            </a:bodyPr>
            <a:lstStyle/>
            <a:p>
              <a:endParaRPr lang="de-DE" dirty="0"/>
            </a:p>
          </p:txBody>
        </p:sp>
        <p:sp>
          <p:nvSpPr>
            <p:cNvPr id="24" name="AOK Saarland">
              <a:extLst>
                <a:ext uri="{FF2B5EF4-FFF2-40B4-BE49-F238E27FC236}">
                  <a16:creationId xmlns:a16="http://schemas.microsoft.com/office/drawing/2014/main" id="{D144B369-4011-4281-F9C8-00BF57893629}"/>
                </a:ext>
              </a:extLst>
            </p:cNvPr>
            <p:cNvSpPr>
              <a:spLocks/>
            </p:cNvSpPr>
            <p:nvPr/>
          </p:nvSpPr>
          <p:spPr bwMode="auto">
            <a:xfrm>
              <a:off x="5088500" y="3815585"/>
              <a:ext cx="333810" cy="259686"/>
            </a:xfrm>
            <a:custGeom>
              <a:avLst/>
              <a:gdLst>
                <a:gd name="T0" fmla="*/ 2147483647 w 263"/>
                <a:gd name="T1" fmla="*/ 2147483647 h 200"/>
                <a:gd name="T2" fmla="*/ 2147483647 w 263"/>
                <a:gd name="T3" fmla="*/ 2147483647 h 200"/>
                <a:gd name="T4" fmla="*/ 2147483647 w 263"/>
                <a:gd name="T5" fmla="*/ 2147483647 h 200"/>
                <a:gd name="T6" fmla="*/ 2147483647 w 263"/>
                <a:gd name="T7" fmla="*/ 2147483647 h 200"/>
                <a:gd name="T8" fmla="*/ 2147483647 w 263"/>
                <a:gd name="T9" fmla="*/ 2147483647 h 200"/>
                <a:gd name="T10" fmla="*/ 2147483647 w 263"/>
                <a:gd name="T11" fmla="*/ 2147483647 h 200"/>
                <a:gd name="T12" fmla="*/ 2147483647 w 263"/>
                <a:gd name="T13" fmla="*/ 2147483647 h 200"/>
                <a:gd name="T14" fmla="*/ 2147483647 w 263"/>
                <a:gd name="T15" fmla="*/ 2147483647 h 200"/>
                <a:gd name="T16" fmla="*/ 2147483647 w 263"/>
                <a:gd name="T17" fmla="*/ 2147483647 h 200"/>
                <a:gd name="T18" fmla="*/ 2147483647 w 263"/>
                <a:gd name="T19" fmla="*/ 2147483647 h 200"/>
                <a:gd name="T20" fmla="*/ 2147483647 w 263"/>
                <a:gd name="T21" fmla="*/ 2147483647 h 200"/>
                <a:gd name="T22" fmla="*/ 2147483647 w 263"/>
                <a:gd name="T23" fmla="*/ 2147483647 h 200"/>
                <a:gd name="T24" fmla="*/ 2147483647 w 263"/>
                <a:gd name="T25" fmla="*/ 2147483647 h 200"/>
                <a:gd name="T26" fmla="*/ 2147483647 w 263"/>
                <a:gd name="T27" fmla="*/ 2147483647 h 200"/>
                <a:gd name="T28" fmla="*/ 2147483647 w 263"/>
                <a:gd name="T29" fmla="*/ 2147483647 h 200"/>
                <a:gd name="T30" fmla="*/ 2147483647 w 263"/>
                <a:gd name="T31" fmla="*/ 2147483647 h 200"/>
                <a:gd name="T32" fmla="*/ 2147483647 w 263"/>
                <a:gd name="T33" fmla="*/ 2147483647 h 200"/>
                <a:gd name="T34" fmla="*/ 2147483647 w 263"/>
                <a:gd name="T35" fmla="*/ 2147483647 h 200"/>
                <a:gd name="T36" fmla="*/ 2147483647 w 263"/>
                <a:gd name="T37" fmla="*/ 2147483647 h 200"/>
                <a:gd name="T38" fmla="*/ 2147483647 w 263"/>
                <a:gd name="T39" fmla="*/ 2147483647 h 200"/>
                <a:gd name="T40" fmla="*/ 2147483647 w 263"/>
                <a:gd name="T41" fmla="*/ 2147483647 h 200"/>
                <a:gd name="T42" fmla="*/ 2147483647 w 263"/>
                <a:gd name="T43" fmla="*/ 2147483647 h 200"/>
                <a:gd name="T44" fmla="*/ 2147483647 w 263"/>
                <a:gd name="T45" fmla="*/ 2147483647 h 200"/>
                <a:gd name="T46" fmla="*/ 2147483647 w 263"/>
                <a:gd name="T47" fmla="*/ 2147483647 h 200"/>
                <a:gd name="T48" fmla="*/ 2147483647 w 263"/>
                <a:gd name="T49" fmla="*/ 2147483647 h 200"/>
                <a:gd name="T50" fmla="*/ 2147483647 w 263"/>
                <a:gd name="T51" fmla="*/ 2147483647 h 200"/>
                <a:gd name="T52" fmla="*/ 2147483647 w 263"/>
                <a:gd name="T53" fmla="*/ 2147483647 h 200"/>
                <a:gd name="T54" fmla="*/ 2147483647 w 263"/>
                <a:gd name="T55" fmla="*/ 2147483647 h 200"/>
                <a:gd name="T56" fmla="*/ 2147483647 w 263"/>
                <a:gd name="T57" fmla="*/ 2147483647 h 200"/>
                <a:gd name="T58" fmla="*/ 2147483647 w 263"/>
                <a:gd name="T59" fmla="*/ 2147483647 h 200"/>
                <a:gd name="T60" fmla="*/ 2147483647 w 263"/>
                <a:gd name="T61" fmla="*/ 2147483647 h 200"/>
                <a:gd name="T62" fmla="*/ 2147483647 w 263"/>
                <a:gd name="T63" fmla="*/ 2147483647 h 200"/>
                <a:gd name="T64" fmla="*/ 2147483647 w 263"/>
                <a:gd name="T65" fmla="*/ 0 h 200"/>
                <a:gd name="T66" fmla="*/ 2147483647 w 263"/>
                <a:gd name="T67" fmla="*/ 2147483647 h 200"/>
                <a:gd name="T68" fmla="*/ 2147483647 w 263"/>
                <a:gd name="T69" fmla="*/ 2147483647 h 200"/>
                <a:gd name="T70" fmla="*/ 2147483647 w 263"/>
                <a:gd name="T71" fmla="*/ 2147483647 h 200"/>
                <a:gd name="T72" fmla="*/ 2147483647 w 263"/>
                <a:gd name="T73" fmla="*/ 2147483647 h 200"/>
                <a:gd name="T74" fmla="*/ 2147483647 w 263"/>
                <a:gd name="T75" fmla="*/ 2147483647 h 200"/>
                <a:gd name="T76" fmla="*/ 2147483647 w 263"/>
                <a:gd name="T77" fmla="*/ 2147483647 h 200"/>
                <a:gd name="T78" fmla="*/ 2147483647 w 263"/>
                <a:gd name="T79" fmla="*/ 2147483647 h 200"/>
                <a:gd name="T80" fmla="*/ 2147483647 w 263"/>
                <a:gd name="T81" fmla="*/ 2147483647 h 200"/>
                <a:gd name="T82" fmla="*/ 2147483647 w 263"/>
                <a:gd name="T83" fmla="*/ 2147483647 h 200"/>
                <a:gd name="T84" fmla="*/ 2147483647 w 263"/>
                <a:gd name="T85" fmla="*/ 2147483647 h 200"/>
                <a:gd name="T86" fmla="*/ 2147483647 w 263"/>
                <a:gd name="T87" fmla="*/ 2147483647 h 200"/>
                <a:gd name="T88" fmla="*/ 2147483647 w 263"/>
                <a:gd name="T89" fmla="*/ 2147483647 h 200"/>
                <a:gd name="T90" fmla="*/ 2147483647 w 263"/>
                <a:gd name="T91" fmla="*/ 2147483647 h 200"/>
                <a:gd name="T92" fmla="*/ 2147483647 w 263"/>
                <a:gd name="T93" fmla="*/ 2147483647 h 200"/>
                <a:gd name="T94" fmla="*/ 2147483647 w 263"/>
                <a:gd name="T95" fmla="*/ 2147483647 h 200"/>
                <a:gd name="T96" fmla="*/ 2147483647 w 263"/>
                <a:gd name="T97" fmla="*/ 2147483647 h 200"/>
                <a:gd name="T98" fmla="*/ 2147483647 w 263"/>
                <a:gd name="T99" fmla="*/ 2147483647 h 200"/>
                <a:gd name="T100" fmla="*/ 2147483647 w 263"/>
                <a:gd name="T101" fmla="*/ 2147483647 h 200"/>
                <a:gd name="T102" fmla="*/ 0 w 263"/>
                <a:gd name="T103" fmla="*/ 2147483647 h 20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63"/>
                <a:gd name="T157" fmla="*/ 0 h 200"/>
                <a:gd name="T158" fmla="*/ 263 w 263"/>
                <a:gd name="T159" fmla="*/ 200 h 200"/>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63" h="200">
                  <a:moveTo>
                    <a:pt x="244" y="200"/>
                  </a:moveTo>
                  <a:lnTo>
                    <a:pt x="237" y="188"/>
                  </a:lnTo>
                  <a:lnTo>
                    <a:pt x="226" y="173"/>
                  </a:lnTo>
                  <a:lnTo>
                    <a:pt x="231" y="161"/>
                  </a:lnTo>
                  <a:lnTo>
                    <a:pt x="243" y="155"/>
                  </a:lnTo>
                  <a:lnTo>
                    <a:pt x="244" y="146"/>
                  </a:lnTo>
                  <a:lnTo>
                    <a:pt x="252" y="145"/>
                  </a:lnTo>
                  <a:lnTo>
                    <a:pt x="256" y="131"/>
                  </a:lnTo>
                  <a:lnTo>
                    <a:pt x="263" y="124"/>
                  </a:lnTo>
                  <a:lnTo>
                    <a:pt x="258" y="114"/>
                  </a:lnTo>
                  <a:lnTo>
                    <a:pt x="247" y="110"/>
                  </a:lnTo>
                  <a:lnTo>
                    <a:pt x="238" y="104"/>
                  </a:lnTo>
                  <a:lnTo>
                    <a:pt x="236" y="97"/>
                  </a:lnTo>
                  <a:lnTo>
                    <a:pt x="222" y="85"/>
                  </a:lnTo>
                  <a:lnTo>
                    <a:pt x="232" y="76"/>
                  </a:lnTo>
                  <a:lnTo>
                    <a:pt x="227" y="79"/>
                  </a:lnTo>
                  <a:lnTo>
                    <a:pt x="240" y="70"/>
                  </a:lnTo>
                  <a:lnTo>
                    <a:pt x="236" y="63"/>
                  </a:lnTo>
                  <a:lnTo>
                    <a:pt x="236" y="55"/>
                  </a:lnTo>
                  <a:lnTo>
                    <a:pt x="242" y="51"/>
                  </a:lnTo>
                  <a:lnTo>
                    <a:pt x="234" y="42"/>
                  </a:lnTo>
                  <a:lnTo>
                    <a:pt x="232" y="26"/>
                  </a:lnTo>
                  <a:lnTo>
                    <a:pt x="224" y="26"/>
                  </a:lnTo>
                  <a:lnTo>
                    <a:pt x="219" y="33"/>
                  </a:lnTo>
                  <a:lnTo>
                    <a:pt x="207" y="27"/>
                  </a:lnTo>
                  <a:lnTo>
                    <a:pt x="204" y="18"/>
                  </a:lnTo>
                  <a:lnTo>
                    <a:pt x="193" y="17"/>
                  </a:lnTo>
                  <a:lnTo>
                    <a:pt x="189" y="12"/>
                  </a:lnTo>
                  <a:lnTo>
                    <a:pt x="184" y="15"/>
                  </a:lnTo>
                  <a:lnTo>
                    <a:pt x="172" y="2"/>
                  </a:lnTo>
                  <a:lnTo>
                    <a:pt x="166" y="7"/>
                  </a:lnTo>
                  <a:lnTo>
                    <a:pt x="166" y="4"/>
                  </a:lnTo>
                  <a:lnTo>
                    <a:pt x="158" y="0"/>
                  </a:lnTo>
                  <a:lnTo>
                    <a:pt x="160" y="3"/>
                  </a:lnTo>
                  <a:lnTo>
                    <a:pt x="148" y="1"/>
                  </a:lnTo>
                  <a:lnTo>
                    <a:pt x="143" y="4"/>
                  </a:lnTo>
                  <a:lnTo>
                    <a:pt x="139" y="7"/>
                  </a:lnTo>
                  <a:lnTo>
                    <a:pt x="142" y="13"/>
                  </a:lnTo>
                  <a:lnTo>
                    <a:pt x="136" y="16"/>
                  </a:lnTo>
                  <a:lnTo>
                    <a:pt x="119" y="16"/>
                  </a:lnTo>
                  <a:lnTo>
                    <a:pt x="108" y="20"/>
                  </a:lnTo>
                  <a:lnTo>
                    <a:pt x="99" y="28"/>
                  </a:lnTo>
                  <a:lnTo>
                    <a:pt x="93" y="27"/>
                  </a:lnTo>
                  <a:lnTo>
                    <a:pt x="77" y="38"/>
                  </a:lnTo>
                  <a:lnTo>
                    <a:pt x="74" y="37"/>
                  </a:lnTo>
                  <a:lnTo>
                    <a:pt x="59" y="43"/>
                  </a:lnTo>
                  <a:lnTo>
                    <a:pt x="51" y="47"/>
                  </a:lnTo>
                  <a:lnTo>
                    <a:pt x="43" y="40"/>
                  </a:lnTo>
                  <a:lnTo>
                    <a:pt x="29" y="41"/>
                  </a:lnTo>
                  <a:lnTo>
                    <a:pt x="23" y="35"/>
                  </a:lnTo>
                  <a:lnTo>
                    <a:pt x="11" y="33"/>
                  </a:lnTo>
                  <a:lnTo>
                    <a:pt x="0" y="33"/>
                  </a:lnTo>
                </a:path>
              </a:pathLst>
            </a:custGeom>
            <a:grpFill/>
            <a:ln w="1651" cap="rnd" cmpd="sng">
              <a:solidFill>
                <a:schemeClr val="bg2"/>
              </a:solidFill>
              <a:prstDash val="sysDot"/>
              <a:round/>
              <a:headEnd type="none" w="med" len="med"/>
              <a:tailEnd type="none" w="med" len="med"/>
            </a:ln>
          </p:spPr>
          <p:txBody>
            <a:bodyPr lIns="18000" rIns="18000" anchor="ctr">
              <a:spAutoFit/>
            </a:bodyPr>
            <a:lstStyle/>
            <a:p>
              <a:endParaRPr lang="de-DE" dirty="0"/>
            </a:p>
          </p:txBody>
        </p:sp>
        <p:sp>
          <p:nvSpPr>
            <p:cNvPr id="25" name="AOK Berlin">
              <a:extLst>
                <a:ext uri="{FF2B5EF4-FFF2-40B4-BE49-F238E27FC236}">
                  <a16:creationId xmlns:a16="http://schemas.microsoft.com/office/drawing/2014/main" id="{F6F681A0-AE23-5A70-4AD6-45207F7D62D7}"/>
                </a:ext>
              </a:extLst>
            </p:cNvPr>
            <p:cNvSpPr>
              <a:spLocks/>
            </p:cNvSpPr>
            <p:nvPr/>
          </p:nvSpPr>
          <p:spPr bwMode="auto">
            <a:xfrm>
              <a:off x="7214476" y="2330183"/>
              <a:ext cx="201809" cy="163602"/>
            </a:xfrm>
            <a:custGeom>
              <a:avLst/>
              <a:gdLst>
                <a:gd name="T0" fmla="*/ 2147483647 w 266"/>
                <a:gd name="T1" fmla="*/ 2147483647 h 215"/>
                <a:gd name="T2" fmla="*/ 2147483647 w 266"/>
                <a:gd name="T3" fmla="*/ 2147483647 h 215"/>
                <a:gd name="T4" fmla="*/ 2147483647 w 266"/>
                <a:gd name="T5" fmla="*/ 2147483647 h 215"/>
                <a:gd name="T6" fmla="*/ 2147483647 w 266"/>
                <a:gd name="T7" fmla="*/ 2147483647 h 215"/>
                <a:gd name="T8" fmla="*/ 2147483647 w 266"/>
                <a:gd name="T9" fmla="*/ 2147483647 h 215"/>
                <a:gd name="T10" fmla="*/ 2147483647 w 266"/>
                <a:gd name="T11" fmla="*/ 2147483647 h 215"/>
                <a:gd name="T12" fmla="*/ 2147483647 w 266"/>
                <a:gd name="T13" fmla="*/ 2147483647 h 215"/>
                <a:gd name="T14" fmla="*/ 2147483647 w 266"/>
                <a:gd name="T15" fmla="*/ 2147483647 h 215"/>
                <a:gd name="T16" fmla="*/ 2147483647 w 266"/>
                <a:gd name="T17" fmla="*/ 2147483647 h 215"/>
                <a:gd name="T18" fmla="*/ 2147483647 w 266"/>
                <a:gd name="T19" fmla="*/ 2147483647 h 215"/>
                <a:gd name="T20" fmla="*/ 2147483647 w 266"/>
                <a:gd name="T21" fmla="*/ 2147483647 h 215"/>
                <a:gd name="T22" fmla="*/ 2147483647 w 266"/>
                <a:gd name="T23" fmla="*/ 2147483647 h 215"/>
                <a:gd name="T24" fmla="*/ 2147483647 w 266"/>
                <a:gd name="T25" fmla="*/ 2147483647 h 215"/>
                <a:gd name="T26" fmla="*/ 2147483647 w 266"/>
                <a:gd name="T27" fmla="*/ 2147483647 h 215"/>
                <a:gd name="T28" fmla="*/ 2147483647 w 266"/>
                <a:gd name="T29" fmla="*/ 2147483647 h 215"/>
                <a:gd name="T30" fmla="*/ 2147483647 w 266"/>
                <a:gd name="T31" fmla="*/ 2147483647 h 215"/>
                <a:gd name="T32" fmla="*/ 2147483647 w 266"/>
                <a:gd name="T33" fmla="*/ 2147483647 h 215"/>
                <a:gd name="T34" fmla="*/ 2147483647 w 266"/>
                <a:gd name="T35" fmla="*/ 2147483647 h 215"/>
                <a:gd name="T36" fmla="*/ 2147483647 w 266"/>
                <a:gd name="T37" fmla="*/ 2147483647 h 215"/>
                <a:gd name="T38" fmla="*/ 2147483647 w 266"/>
                <a:gd name="T39" fmla="*/ 2147483647 h 215"/>
                <a:gd name="T40" fmla="*/ 2147483647 w 266"/>
                <a:gd name="T41" fmla="*/ 2147483647 h 215"/>
                <a:gd name="T42" fmla="*/ 2147483647 w 266"/>
                <a:gd name="T43" fmla="*/ 2147483647 h 215"/>
                <a:gd name="T44" fmla="*/ 2147483647 w 266"/>
                <a:gd name="T45" fmla="*/ 0 h 215"/>
                <a:gd name="T46" fmla="*/ 2147483647 w 266"/>
                <a:gd name="T47" fmla="*/ 2147483647 h 215"/>
                <a:gd name="T48" fmla="*/ 2147483647 w 266"/>
                <a:gd name="T49" fmla="*/ 2147483647 h 215"/>
                <a:gd name="T50" fmla="*/ 2147483647 w 266"/>
                <a:gd name="T51" fmla="*/ 2147483647 h 215"/>
                <a:gd name="T52" fmla="*/ 2147483647 w 266"/>
                <a:gd name="T53" fmla="*/ 2147483647 h 215"/>
                <a:gd name="T54" fmla="*/ 2147483647 w 266"/>
                <a:gd name="T55" fmla="*/ 2147483647 h 215"/>
                <a:gd name="T56" fmla="*/ 2147483647 w 266"/>
                <a:gd name="T57" fmla="*/ 2147483647 h 215"/>
                <a:gd name="T58" fmla="*/ 2147483647 w 266"/>
                <a:gd name="T59" fmla="*/ 2147483647 h 215"/>
                <a:gd name="T60" fmla="*/ 2147483647 w 266"/>
                <a:gd name="T61" fmla="*/ 2147483647 h 215"/>
                <a:gd name="T62" fmla="*/ 2147483647 w 266"/>
                <a:gd name="T63" fmla="*/ 2147483647 h 215"/>
                <a:gd name="T64" fmla="*/ 2147483647 w 266"/>
                <a:gd name="T65" fmla="*/ 2147483647 h 21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66"/>
                <a:gd name="T100" fmla="*/ 0 h 215"/>
                <a:gd name="T101" fmla="*/ 266 w 266"/>
                <a:gd name="T102" fmla="*/ 215 h 21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66" h="215">
                  <a:moveTo>
                    <a:pt x="0" y="189"/>
                  </a:moveTo>
                  <a:lnTo>
                    <a:pt x="14" y="194"/>
                  </a:lnTo>
                  <a:lnTo>
                    <a:pt x="25" y="191"/>
                  </a:lnTo>
                  <a:lnTo>
                    <a:pt x="38" y="186"/>
                  </a:lnTo>
                  <a:lnTo>
                    <a:pt x="43" y="176"/>
                  </a:lnTo>
                  <a:lnTo>
                    <a:pt x="59" y="177"/>
                  </a:lnTo>
                  <a:lnTo>
                    <a:pt x="68" y="188"/>
                  </a:lnTo>
                  <a:lnTo>
                    <a:pt x="91" y="189"/>
                  </a:lnTo>
                  <a:lnTo>
                    <a:pt x="106" y="186"/>
                  </a:lnTo>
                  <a:lnTo>
                    <a:pt x="118" y="202"/>
                  </a:lnTo>
                  <a:lnTo>
                    <a:pt x="131" y="202"/>
                  </a:lnTo>
                  <a:lnTo>
                    <a:pt x="146" y="196"/>
                  </a:lnTo>
                  <a:lnTo>
                    <a:pt x="142" y="180"/>
                  </a:lnTo>
                  <a:lnTo>
                    <a:pt x="154" y="173"/>
                  </a:lnTo>
                  <a:lnTo>
                    <a:pt x="160" y="185"/>
                  </a:lnTo>
                  <a:lnTo>
                    <a:pt x="173" y="183"/>
                  </a:lnTo>
                  <a:lnTo>
                    <a:pt x="181" y="189"/>
                  </a:lnTo>
                  <a:lnTo>
                    <a:pt x="194" y="188"/>
                  </a:lnTo>
                  <a:lnTo>
                    <a:pt x="206" y="195"/>
                  </a:lnTo>
                  <a:lnTo>
                    <a:pt x="222" y="196"/>
                  </a:lnTo>
                  <a:lnTo>
                    <a:pt x="223" y="215"/>
                  </a:lnTo>
                  <a:lnTo>
                    <a:pt x="229" y="215"/>
                  </a:lnTo>
                  <a:lnTo>
                    <a:pt x="236" y="200"/>
                  </a:lnTo>
                  <a:lnTo>
                    <a:pt x="247" y="192"/>
                  </a:lnTo>
                  <a:lnTo>
                    <a:pt x="238" y="189"/>
                  </a:lnTo>
                  <a:lnTo>
                    <a:pt x="263" y="174"/>
                  </a:lnTo>
                  <a:lnTo>
                    <a:pt x="260" y="164"/>
                  </a:lnTo>
                  <a:lnTo>
                    <a:pt x="266" y="149"/>
                  </a:lnTo>
                  <a:lnTo>
                    <a:pt x="250" y="142"/>
                  </a:lnTo>
                  <a:lnTo>
                    <a:pt x="244" y="148"/>
                  </a:lnTo>
                  <a:lnTo>
                    <a:pt x="240" y="138"/>
                  </a:lnTo>
                  <a:lnTo>
                    <a:pt x="224" y="135"/>
                  </a:lnTo>
                  <a:lnTo>
                    <a:pt x="214" y="135"/>
                  </a:lnTo>
                  <a:lnTo>
                    <a:pt x="206" y="141"/>
                  </a:lnTo>
                  <a:lnTo>
                    <a:pt x="214" y="100"/>
                  </a:lnTo>
                  <a:lnTo>
                    <a:pt x="220" y="93"/>
                  </a:lnTo>
                  <a:lnTo>
                    <a:pt x="204" y="92"/>
                  </a:lnTo>
                  <a:lnTo>
                    <a:pt x="200" y="83"/>
                  </a:lnTo>
                  <a:lnTo>
                    <a:pt x="192" y="83"/>
                  </a:lnTo>
                  <a:lnTo>
                    <a:pt x="184" y="66"/>
                  </a:lnTo>
                  <a:lnTo>
                    <a:pt x="158" y="54"/>
                  </a:lnTo>
                  <a:lnTo>
                    <a:pt x="155" y="46"/>
                  </a:lnTo>
                  <a:lnTo>
                    <a:pt x="158" y="32"/>
                  </a:lnTo>
                  <a:lnTo>
                    <a:pt x="167" y="23"/>
                  </a:lnTo>
                  <a:lnTo>
                    <a:pt x="160" y="5"/>
                  </a:lnTo>
                  <a:lnTo>
                    <a:pt x="148" y="0"/>
                  </a:lnTo>
                  <a:lnTo>
                    <a:pt x="142" y="11"/>
                  </a:lnTo>
                  <a:lnTo>
                    <a:pt x="143" y="20"/>
                  </a:lnTo>
                  <a:lnTo>
                    <a:pt x="131" y="22"/>
                  </a:lnTo>
                  <a:lnTo>
                    <a:pt x="125" y="32"/>
                  </a:lnTo>
                  <a:lnTo>
                    <a:pt x="114" y="22"/>
                  </a:lnTo>
                  <a:lnTo>
                    <a:pt x="109" y="28"/>
                  </a:lnTo>
                  <a:lnTo>
                    <a:pt x="89" y="28"/>
                  </a:lnTo>
                  <a:lnTo>
                    <a:pt x="92" y="15"/>
                  </a:lnTo>
                  <a:lnTo>
                    <a:pt x="59" y="18"/>
                  </a:lnTo>
                  <a:lnTo>
                    <a:pt x="54" y="34"/>
                  </a:lnTo>
                  <a:lnTo>
                    <a:pt x="40" y="36"/>
                  </a:lnTo>
                  <a:lnTo>
                    <a:pt x="37" y="47"/>
                  </a:lnTo>
                  <a:lnTo>
                    <a:pt x="42" y="59"/>
                  </a:lnTo>
                  <a:lnTo>
                    <a:pt x="22" y="57"/>
                  </a:lnTo>
                  <a:lnTo>
                    <a:pt x="10" y="62"/>
                  </a:lnTo>
                  <a:lnTo>
                    <a:pt x="7" y="76"/>
                  </a:lnTo>
                  <a:lnTo>
                    <a:pt x="5" y="107"/>
                  </a:lnTo>
                  <a:lnTo>
                    <a:pt x="20" y="112"/>
                  </a:lnTo>
                  <a:lnTo>
                    <a:pt x="6" y="140"/>
                  </a:lnTo>
                  <a:lnTo>
                    <a:pt x="1" y="155"/>
                  </a:lnTo>
                  <a:lnTo>
                    <a:pt x="0" y="189"/>
                  </a:lnTo>
                  <a:close/>
                </a:path>
              </a:pathLst>
            </a:custGeom>
            <a:grpFill/>
            <a:ln w="1651" cap="rnd" cmpd="sng">
              <a:solidFill>
                <a:schemeClr val="bg2"/>
              </a:solidFill>
              <a:prstDash val="sysDot"/>
              <a:round/>
              <a:headEnd type="none" w="med" len="med"/>
              <a:tailEnd type="none" w="med" len="med"/>
            </a:ln>
          </p:spPr>
          <p:txBody>
            <a:bodyPr lIns="18000" rIns="18000" anchor="ctr">
              <a:spAutoFit/>
            </a:bodyPr>
            <a:lstStyle/>
            <a:p>
              <a:endParaRPr lang="de-DE" dirty="0"/>
            </a:p>
          </p:txBody>
        </p:sp>
        <p:sp>
          <p:nvSpPr>
            <p:cNvPr id="26" name="AOK Brandenburg">
              <a:extLst>
                <a:ext uri="{FF2B5EF4-FFF2-40B4-BE49-F238E27FC236}">
                  <a16:creationId xmlns:a16="http://schemas.microsoft.com/office/drawing/2014/main" id="{DBF48AD0-28B6-9B60-C73C-343A7739BA2C}"/>
                </a:ext>
              </a:extLst>
            </p:cNvPr>
            <p:cNvSpPr>
              <a:spLocks/>
            </p:cNvSpPr>
            <p:nvPr/>
          </p:nvSpPr>
          <p:spPr bwMode="auto">
            <a:xfrm>
              <a:off x="6687741" y="1949744"/>
              <a:ext cx="884660" cy="199958"/>
            </a:xfrm>
            <a:custGeom>
              <a:avLst/>
              <a:gdLst>
                <a:gd name="T0" fmla="*/ 2147483647 w 697"/>
                <a:gd name="T1" fmla="*/ 2147483647 h 154"/>
                <a:gd name="T2" fmla="*/ 2147483647 w 697"/>
                <a:gd name="T3" fmla="*/ 2147483647 h 154"/>
                <a:gd name="T4" fmla="*/ 2147483647 w 697"/>
                <a:gd name="T5" fmla="*/ 2147483647 h 154"/>
                <a:gd name="T6" fmla="*/ 2147483647 w 697"/>
                <a:gd name="T7" fmla="*/ 2147483647 h 154"/>
                <a:gd name="T8" fmla="*/ 2147483647 w 697"/>
                <a:gd name="T9" fmla="*/ 2147483647 h 154"/>
                <a:gd name="T10" fmla="*/ 2147483647 w 697"/>
                <a:gd name="T11" fmla="*/ 2147483647 h 154"/>
                <a:gd name="T12" fmla="*/ 2147483647 w 697"/>
                <a:gd name="T13" fmla="*/ 2147483647 h 154"/>
                <a:gd name="T14" fmla="*/ 2147483647 w 697"/>
                <a:gd name="T15" fmla="*/ 2147483647 h 154"/>
                <a:gd name="T16" fmla="*/ 2147483647 w 697"/>
                <a:gd name="T17" fmla="*/ 2147483647 h 154"/>
                <a:gd name="T18" fmla="*/ 2147483647 w 697"/>
                <a:gd name="T19" fmla="*/ 2147483647 h 154"/>
                <a:gd name="T20" fmla="*/ 2147483647 w 697"/>
                <a:gd name="T21" fmla="*/ 2147483647 h 154"/>
                <a:gd name="T22" fmla="*/ 2147483647 w 697"/>
                <a:gd name="T23" fmla="*/ 2147483647 h 154"/>
                <a:gd name="T24" fmla="*/ 2147483647 w 697"/>
                <a:gd name="T25" fmla="*/ 2147483647 h 154"/>
                <a:gd name="T26" fmla="*/ 2147483647 w 697"/>
                <a:gd name="T27" fmla="*/ 2147483647 h 154"/>
                <a:gd name="T28" fmla="*/ 2147483647 w 697"/>
                <a:gd name="T29" fmla="*/ 2147483647 h 154"/>
                <a:gd name="T30" fmla="*/ 2147483647 w 697"/>
                <a:gd name="T31" fmla="*/ 2147483647 h 154"/>
                <a:gd name="T32" fmla="*/ 2147483647 w 697"/>
                <a:gd name="T33" fmla="*/ 2147483647 h 154"/>
                <a:gd name="T34" fmla="*/ 2147483647 w 697"/>
                <a:gd name="T35" fmla="*/ 2147483647 h 154"/>
                <a:gd name="T36" fmla="*/ 2147483647 w 697"/>
                <a:gd name="T37" fmla="*/ 2147483647 h 154"/>
                <a:gd name="T38" fmla="*/ 2147483647 w 697"/>
                <a:gd name="T39" fmla="*/ 2147483647 h 154"/>
                <a:gd name="T40" fmla="*/ 2147483647 w 697"/>
                <a:gd name="T41" fmla="*/ 2147483647 h 154"/>
                <a:gd name="T42" fmla="*/ 2147483647 w 697"/>
                <a:gd name="T43" fmla="*/ 2147483647 h 154"/>
                <a:gd name="T44" fmla="*/ 2147483647 w 697"/>
                <a:gd name="T45" fmla="*/ 2147483647 h 154"/>
                <a:gd name="T46" fmla="*/ 2147483647 w 697"/>
                <a:gd name="T47" fmla="*/ 2147483647 h 154"/>
                <a:gd name="T48" fmla="*/ 2147483647 w 697"/>
                <a:gd name="T49" fmla="*/ 2147483647 h 154"/>
                <a:gd name="T50" fmla="*/ 2147483647 w 697"/>
                <a:gd name="T51" fmla="*/ 2147483647 h 154"/>
                <a:gd name="T52" fmla="*/ 2147483647 w 697"/>
                <a:gd name="T53" fmla="*/ 2147483647 h 154"/>
                <a:gd name="T54" fmla="*/ 2147483647 w 697"/>
                <a:gd name="T55" fmla="*/ 2147483647 h 154"/>
                <a:gd name="T56" fmla="*/ 2147483647 w 697"/>
                <a:gd name="T57" fmla="*/ 2147483647 h 154"/>
                <a:gd name="T58" fmla="*/ 2147483647 w 697"/>
                <a:gd name="T59" fmla="*/ 2147483647 h 154"/>
                <a:gd name="T60" fmla="*/ 2147483647 w 697"/>
                <a:gd name="T61" fmla="*/ 2147483647 h 154"/>
                <a:gd name="T62" fmla="*/ 2147483647 w 697"/>
                <a:gd name="T63" fmla="*/ 2147483647 h 154"/>
                <a:gd name="T64" fmla="*/ 2147483647 w 697"/>
                <a:gd name="T65" fmla="*/ 2147483647 h 154"/>
                <a:gd name="T66" fmla="*/ 2147483647 w 697"/>
                <a:gd name="T67" fmla="*/ 2147483647 h 154"/>
                <a:gd name="T68" fmla="*/ 2147483647 w 697"/>
                <a:gd name="T69" fmla="*/ 2147483647 h 154"/>
                <a:gd name="T70" fmla="*/ 2147483647 w 697"/>
                <a:gd name="T71" fmla="*/ 2147483647 h 154"/>
                <a:gd name="T72" fmla="*/ 2147483647 w 697"/>
                <a:gd name="T73" fmla="*/ 2147483647 h 154"/>
                <a:gd name="T74" fmla="*/ 2147483647 w 697"/>
                <a:gd name="T75" fmla="*/ 2147483647 h 154"/>
                <a:gd name="T76" fmla="*/ 2147483647 w 697"/>
                <a:gd name="T77" fmla="*/ 2147483647 h 154"/>
                <a:gd name="T78" fmla="*/ 2147483647 w 697"/>
                <a:gd name="T79" fmla="*/ 2147483647 h 154"/>
                <a:gd name="T80" fmla="*/ 2147483647 w 697"/>
                <a:gd name="T81" fmla="*/ 2147483647 h 154"/>
                <a:gd name="T82" fmla="*/ 2147483647 w 697"/>
                <a:gd name="T83" fmla="*/ 2147483647 h 154"/>
                <a:gd name="T84" fmla="*/ 2147483647 w 697"/>
                <a:gd name="T85" fmla="*/ 2147483647 h 154"/>
                <a:gd name="T86" fmla="*/ 2147483647 w 697"/>
                <a:gd name="T87" fmla="*/ 2147483647 h 154"/>
                <a:gd name="T88" fmla="*/ 2147483647 w 697"/>
                <a:gd name="T89" fmla="*/ 2147483647 h 154"/>
                <a:gd name="T90" fmla="*/ 2147483647 w 697"/>
                <a:gd name="T91" fmla="*/ 2147483647 h 154"/>
                <a:gd name="T92" fmla="*/ 2147483647 w 697"/>
                <a:gd name="T93" fmla="*/ 2147483647 h 154"/>
                <a:gd name="T94" fmla="*/ 2147483647 w 697"/>
                <a:gd name="T95" fmla="*/ 2147483647 h 154"/>
                <a:gd name="T96" fmla="*/ 0 w 697"/>
                <a:gd name="T97" fmla="*/ 2147483647 h 154"/>
                <a:gd name="T98" fmla="*/ 2147483647 w 697"/>
                <a:gd name="T99" fmla="*/ 2147483647 h 154"/>
                <a:gd name="T100" fmla="*/ 2147483647 w 697"/>
                <a:gd name="T101" fmla="*/ 2147483647 h 154"/>
                <a:gd name="T102" fmla="*/ 2147483647 w 697"/>
                <a:gd name="T103" fmla="*/ 2147483647 h 154"/>
                <a:gd name="T104" fmla="*/ 2147483647 w 697"/>
                <a:gd name="T105" fmla="*/ 2147483647 h 154"/>
                <a:gd name="T106" fmla="*/ 2147483647 w 697"/>
                <a:gd name="T107" fmla="*/ 2147483647 h 154"/>
                <a:gd name="T108" fmla="*/ 2147483647 w 697"/>
                <a:gd name="T109" fmla="*/ 2147483647 h 154"/>
                <a:gd name="T110" fmla="*/ 2147483647 w 697"/>
                <a:gd name="T111" fmla="*/ 2147483647 h 15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697"/>
                <a:gd name="T169" fmla="*/ 0 h 154"/>
                <a:gd name="T170" fmla="*/ 702 w 697"/>
                <a:gd name="T171" fmla="*/ 156 h 15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697" h="154">
                  <a:moveTo>
                    <a:pt x="697" y="36"/>
                  </a:moveTo>
                  <a:lnTo>
                    <a:pt x="689" y="36"/>
                  </a:lnTo>
                  <a:lnTo>
                    <a:pt x="682" y="39"/>
                  </a:lnTo>
                  <a:lnTo>
                    <a:pt x="674" y="44"/>
                  </a:lnTo>
                  <a:lnTo>
                    <a:pt x="666" y="43"/>
                  </a:lnTo>
                  <a:lnTo>
                    <a:pt x="663" y="47"/>
                  </a:lnTo>
                  <a:lnTo>
                    <a:pt x="654" y="51"/>
                  </a:lnTo>
                  <a:lnTo>
                    <a:pt x="655" y="53"/>
                  </a:lnTo>
                  <a:lnTo>
                    <a:pt x="647" y="57"/>
                  </a:lnTo>
                  <a:lnTo>
                    <a:pt x="643" y="56"/>
                  </a:lnTo>
                  <a:lnTo>
                    <a:pt x="636" y="58"/>
                  </a:lnTo>
                  <a:lnTo>
                    <a:pt x="629" y="59"/>
                  </a:lnTo>
                  <a:lnTo>
                    <a:pt x="636" y="48"/>
                  </a:lnTo>
                  <a:lnTo>
                    <a:pt x="639" y="39"/>
                  </a:lnTo>
                  <a:lnTo>
                    <a:pt x="631" y="30"/>
                  </a:lnTo>
                  <a:lnTo>
                    <a:pt x="627" y="32"/>
                  </a:lnTo>
                  <a:lnTo>
                    <a:pt x="625" y="27"/>
                  </a:lnTo>
                  <a:lnTo>
                    <a:pt x="626" y="26"/>
                  </a:lnTo>
                  <a:lnTo>
                    <a:pt x="626" y="19"/>
                  </a:lnTo>
                  <a:lnTo>
                    <a:pt x="623" y="13"/>
                  </a:lnTo>
                  <a:lnTo>
                    <a:pt x="617" y="14"/>
                  </a:lnTo>
                  <a:lnTo>
                    <a:pt x="612" y="3"/>
                  </a:lnTo>
                  <a:lnTo>
                    <a:pt x="608" y="0"/>
                  </a:lnTo>
                  <a:lnTo>
                    <a:pt x="596" y="4"/>
                  </a:lnTo>
                  <a:lnTo>
                    <a:pt x="585" y="6"/>
                  </a:lnTo>
                  <a:lnTo>
                    <a:pt x="583" y="2"/>
                  </a:lnTo>
                  <a:lnTo>
                    <a:pt x="579" y="8"/>
                  </a:lnTo>
                  <a:lnTo>
                    <a:pt x="575" y="20"/>
                  </a:lnTo>
                  <a:lnTo>
                    <a:pt x="565" y="19"/>
                  </a:lnTo>
                  <a:lnTo>
                    <a:pt x="564" y="23"/>
                  </a:lnTo>
                  <a:lnTo>
                    <a:pt x="557" y="15"/>
                  </a:lnTo>
                  <a:lnTo>
                    <a:pt x="552" y="20"/>
                  </a:lnTo>
                  <a:lnTo>
                    <a:pt x="547" y="17"/>
                  </a:lnTo>
                  <a:lnTo>
                    <a:pt x="543" y="19"/>
                  </a:lnTo>
                  <a:lnTo>
                    <a:pt x="542" y="13"/>
                  </a:lnTo>
                  <a:lnTo>
                    <a:pt x="531" y="16"/>
                  </a:lnTo>
                  <a:lnTo>
                    <a:pt x="530" y="11"/>
                  </a:lnTo>
                  <a:lnTo>
                    <a:pt x="525" y="16"/>
                  </a:lnTo>
                  <a:lnTo>
                    <a:pt x="522" y="12"/>
                  </a:lnTo>
                  <a:lnTo>
                    <a:pt x="507" y="14"/>
                  </a:lnTo>
                  <a:lnTo>
                    <a:pt x="506" y="19"/>
                  </a:lnTo>
                  <a:lnTo>
                    <a:pt x="506" y="23"/>
                  </a:lnTo>
                  <a:lnTo>
                    <a:pt x="506" y="27"/>
                  </a:lnTo>
                  <a:lnTo>
                    <a:pt x="503" y="33"/>
                  </a:lnTo>
                  <a:lnTo>
                    <a:pt x="499" y="33"/>
                  </a:lnTo>
                  <a:lnTo>
                    <a:pt x="497" y="38"/>
                  </a:lnTo>
                  <a:lnTo>
                    <a:pt x="496" y="50"/>
                  </a:lnTo>
                  <a:lnTo>
                    <a:pt x="492" y="47"/>
                  </a:lnTo>
                  <a:lnTo>
                    <a:pt x="493" y="59"/>
                  </a:lnTo>
                  <a:lnTo>
                    <a:pt x="488" y="61"/>
                  </a:lnTo>
                  <a:lnTo>
                    <a:pt x="483" y="57"/>
                  </a:lnTo>
                  <a:lnTo>
                    <a:pt x="483" y="62"/>
                  </a:lnTo>
                  <a:lnTo>
                    <a:pt x="478" y="62"/>
                  </a:lnTo>
                  <a:lnTo>
                    <a:pt x="474" y="72"/>
                  </a:lnTo>
                  <a:lnTo>
                    <a:pt x="471" y="71"/>
                  </a:lnTo>
                  <a:lnTo>
                    <a:pt x="469" y="76"/>
                  </a:lnTo>
                  <a:lnTo>
                    <a:pt x="459" y="63"/>
                  </a:lnTo>
                  <a:lnTo>
                    <a:pt x="447" y="62"/>
                  </a:lnTo>
                  <a:lnTo>
                    <a:pt x="439" y="72"/>
                  </a:lnTo>
                  <a:lnTo>
                    <a:pt x="432" y="83"/>
                  </a:lnTo>
                  <a:lnTo>
                    <a:pt x="423" y="86"/>
                  </a:lnTo>
                  <a:lnTo>
                    <a:pt x="418" y="76"/>
                  </a:lnTo>
                  <a:lnTo>
                    <a:pt x="414" y="74"/>
                  </a:lnTo>
                  <a:lnTo>
                    <a:pt x="410" y="79"/>
                  </a:lnTo>
                  <a:lnTo>
                    <a:pt x="403" y="80"/>
                  </a:lnTo>
                  <a:lnTo>
                    <a:pt x="403" y="94"/>
                  </a:lnTo>
                  <a:lnTo>
                    <a:pt x="391" y="98"/>
                  </a:lnTo>
                  <a:lnTo>
                    <a:pt x="388" y="102"/>
                  </a:lnTo>
                  <a:lnTo>
                    <a:pt x="386" y="100"/>
                  </a:lnTo>
                  <a:lnTo>
                    <a:pt x="380" y="107"/>
                  </a:lnTo>
                  <a:lnTo>
                    <a:pt x="373" y="109"/>
                  </a:lnTo>
                  <a:lnTo>
                    <a:pt x="368" y="108"/>
                  </a:lnTo>
                  <a:lnTo>
                    <a:pt x="373" y="101"/>
                  </a:lnTo>
                  <a:lnTo>
                    <a:pt x="371" y="98"/>
                  </a:lnTo>
                  <a:lnTo>
                    <a:pt x="367" y="100"/>
                  </a:lnTo>
                  <a:lnTo>
                    <a:pt x="367" y="103"/>
                  </a:lnTo>
                  <a:lnTo>
                    <a:pt x="360" y="105"/>
                  </a:lnTo>
                  <a:lnTo>
                    <a:pt x="353" y="104"/>
                  </a:lnTo>
                  <a:lnTo>
                    <a:pt x="349" y="107"/>
                  </a:lnTo>
                  <a:lnTo>
                    <a:pt x="343" y="97"/>
                  </a:lnTo>
                  <a:lnTo>
                    <a:pt x="334" y="100"/>
                  </a:lnTo>
                  <a:lnTo>
                    <a:pt x="323" y="104"/>
                  </a:lnTo>
                  <a:lnTo>
                    <a:pt x="318" y="100"/>
                  </a:lnTo>
                  <a:lnTo>
                    <a:pt x="320" y="88"/>
                  </a:lnTo>
                  <a:lnTo>
                    <a:pt x="314" y="90"/>
                  </a:lnTo>
                  <a:lnTo>
                    <a:pt x="299" y="86"/>
                  </a:lnTo>
                  <a:lnTo>
                    <a:pt x="301" y="80"/>
                  </a:lnTo>
                  <a:lnTo>
                    <a:pt x="290" y="82"/>
                  </a:lnTo>
                  <a:lnTo>
                    <a:pt x="287" y="84"/>
                  </a:lnTo>
                  <a:lnTo>
                    <a:pt x="285" y="82"/>
                  </a:lnTo>
                  <a:lnTo>
                    <a:pt x="278" y="78"/>
                  </a:lnTo>
                  <a:lnTo>
                    <a:pt x="261" y="75"/>
                  </a:lnTo>
                  <a:lnTo>
                    <a:pt x="262" y="78"/>
                  </a:lnTo>
                  <a:lnTo>
                    <a:pt x="248" y="76"/>
                  </a:lnTo>
                  <a:lnTo>
                    <a:pt x="244" y="79"/>
                  </a:lnTo>
                  <a:lnTo>
                    <a:pt x="241" y="73"/>
                  </a:lnTo>
                  <a:lnTo>
                    <a:pt x="236" y="69"/>
                  </a:lnTo>
                  <a:lnTo>
                    <a:pt x="236" y="67"/>
                  </a:lnTo>
                  <a:lnTo>
                    <a:pt x="216" y="61"/>
                  </a:lnTo>
                  <a:lnTo>
                    <a:pt x="205" y="55"/>
                  </a:lnTo>
                  <a:lnTo>
                    <a:pt x="199" y="56"/>
                  </a:lnTo>
                  <a:lnTo>
                    <a:pt x="194" y="52"/>
                  </a:lnTo>
                  <a:lnTo>
                    <a:pt x="192" y="45"/>
                  </a:lnTo>
                  <a:lnTo>
                    <a:pt x="188" y="48"/>
                  </a:lnTo>
                  <a:lnTo>
                    <a:pt x="183" y="46"/>
                  </a:lnTo>
                  <a:lnTo>
                    <a:pt x="185" y="52"/>
                  </a:lnTo>
                  <a:lnTo>
                    <a:pt x="180" y="52"/>
                  </a:lnTo>
                  <a:lnTo>
                    <a:pt x="174" y="41"/>
                  </a:lnTo>
                  <a:lnTo>
                    <a:pt x="168" y="46"/>
                  </a:lnTo>
                  <a:lnTo>
                    <a:pt x="161" y="34"/>
                  </a:lnTo>
                  <a:lnTo>
                    <a:pt x="156" y="37"/>
                  </a:lnTo>
                  <a:lnTo>
                    <a:pt x="150" y="40"/>
                  </a:lnTo>
                  <a:lnTo>
                    <a:pt x="153" y="46"/>
                  </a:lnTo>
                  <a:lnTo>
                    <a:pt x="146" y="54"/>
                  </a:lnTo>
                  <a:lnTo>
                    <a:pt x="140" y="56"/>
                  </a:lnTo>
                  <a:lnTo>
                    <a:pt x="144" y="62"/>
                  </a:lnTo>
                  <a:lnTo>
                    <a:pt x="134" y="63"/>
                  </a:lnTo>
                  <a:lnTo>
                    <a:pt x="130" y="73"/>
                  </a:lnTo>
                  <a:lnTo>
                    <a:pt x="120" y="74"/>
                  </a:lnTo>
                  <a:lnTo>
                    <a:pt x="118" y="72"/>
                  </a:lnTo>
                  <a:lnTo>
                    <a:pt x="105" y="80"/>
                  </a:lnTo>
                  <a:lnTo>
                    <a:pt x="91" y="76"/>
                  </a:lnTo>
                  <a:lnTo>
                    <a:pt x="104" y="72"/>
                  </a:lnTo>
                  <a:lnTo>
                    <a:pt x="105" y="68"/>
                  </a:lnTo>
                  <a:lnTo>
                    <a:pt x="102" y="62"/>
                  </a:lnTo>
                  <a:lnTo>
                    <a:pt x="95" y="62"/>
                  </a:lnTo>
                  <a:lnTo>
                    <a:pt x="98" y="68"/>
                  </a:lnTo>
                  <a:lnTo>
                    <a:pt x="87" y="68"/>
                  </a:lnTo>
                  <a:lnTo>
                    <a:pt x="83" y="61"/>
                  </a:lnTo>
                  <a:lnTo>
                    <a:pt x="75" y="70"/>
                  </a:lnTo>
                  <a:lnTo>
                    <a:pt x="65" y="81"/>
                  </a:lnTo>
                  <a:lnTo>
                    <a:pt x="59" y="89"/>
                  </a:lnTo>
                  <a:lnTo>
                    <a:pt x="54" y="83"/>
                  </a:lnTo>
                  <a:lnTo>
                    <a:pt x="47" y="83"/>
                  </a:lnTo>
                  <a:lnTo>
                    <a:pt x="37" y="81"/>
                  </a:lnTo>
                  <a:lnTo>
                    <a:pt x="26" y="90"/>
                  </a:lnTo>
                  <a:lnTo>
                    <a:pt x="20" y="90"/>
                  </a:lnTo>
                  <a:lnTo>
                    <a:pt x="11" y="94"/>
                  </a:lnTo>
                  <a:lnTo>
                    <a:pt x="0" y="97"/>
                  </a:lnTo>
                  <a:lnTo>
                    <a:pt x="13" y="103"/>
                  </a:lnTo>
                  <a:lnTo>
                    <a:pt x="17" y="108"/>
                  </a:lnTo>
                  <a:lnTo>
                    <a:pt x="11" y="111"/>
                  </a:lnTo>
                  <a:lnTo>
                    <a:pt x="12" y="117"/>
                  </a:lnTo>
                  <a:lnTo>
                    <a:pt x="8" y="118"/>
                  </a:lnTo>
                  <a:lnTo>
                    <a:pt x="13" y="125"/>
                  </a:lnTo>
                  <a:lnTo>
                    <a:pt x="15" y="123"/>
                  </a:lnTo>
                  <a:lnTo>
                    <a:pt x="28" y="131"/>
                  </a:lnTo>
                  <a:lnTo>
                    <a:pt x="31" y="138"/>
                  </a:lnTo>
                  <a:lnTo>
                    <a:pt x="33" y="138"/>
                  </a:lnTo>
                  <a:lnTo>
                    <a:pt x="35" y="133"/>
                  </a:lnTo>
                  <a:lnTo>
                    <a:pt x="39" y="134"/>
                  </a:lnTo>
                  <a:lnTo>
                    <a:pt x="40" y="138"/>
                  </a:lnTo>
                  <a:lnTo>
                    <a:pt x="36" y="141"/>
                  </a:lnTo>
                  <a:lnTo>
                    <a:pt x="41" y="145"/>
                  </a:lnTo>
                  <a:lnTo>
                    <a:pt x="49" y="141"/>
                  </a:lnTo>
                  <a:lnTo>
                    <a:pt x="63" y="146"/>
                  </a:lnTo>
                  <a:lnTo>
                    <a:pt x="57" y="150"/>
                  </a:lnTo>
                  <a:lnTo>
                    <a:pt x="50" y="150"/>
                  </a:lnTo>
                  <a:lnTo>
                    <a:pt x="49" y="152"/>
                  </a:lnTo>
                  <a:lnTo>
                    <a:pt x="42" y="150"/>
                  </a:lnTo>
                  <a:lnTo>
                    <a:pt x="38" y="152"/>
                  </a:lnTo>
                  <a:lnTo>
                    <a:pt x="27" y="154"/>
                  </a:lnTo>
                </a:path>
              </a:pathLst>
            </a:custGeom>
            <a:grpFill/>
            <a:ln w="1651" cap="rnd" cmpd="sng">
              <a:solidFill>
                <a:schemeClr val="tx1"/>
              </a:solidFill>
              <a:prstDash val="sysDot"/>
              <a:round/>
              <a:headEnd type="none" w="med" len="med"/>
              <a:tailEnd type="none" w="med" len="med"/>
            </a:ln>
          </p:spPr>
          <p:txBody>
            <a:bodyPr lIns="18000" rIns="18000" anchor="ctr">
              <a:spAutoFit/>
            </a:bodyPr>
            <a:lstStyle/>
            <a:p>
              <a:endParaRPr lang="de-DE" dirty="0"/>
            </a:p>
          </p:txBody>
        </p:sp>
      </p:grpSp>
      <p:sp>
        <p:nvSpPr>
          <p:cNvPr id="52" name="Bildplatzhalter 51">
            <a:extLst>
              <a:ext uri="{FF2B5EF4-FFF2-40B4-BE49-F238E27FC236}">
                <a16:creationId xmlns:a16="http://schemas.microsoft.com/office/drawing/2014/main" id="{28AD4737-E5F5-A057-4247-F1DD5D420F41}"/>
              </a:ext>
            </a:extLst>
          </p:cNvPr>
          <p:cNvSpPr>
            <a:spLocks noGrp="1"/>
          </p:cNvSpPr>
          <p:nvPr>
            <p:ph type="pic" sz="quarter" idx="14"/>
          </p:nvPr>
        </p:nvSpPr>
        <p:spPr/>
        <p:txBody>
          <a:bodyPr/>
          <a:lstStyle/>
          <a:p>
            <a:endParaRPr lang="de-DE"/>
          </a:p>
        </p:txBody>
      </p:sp>
      <p:sp>
        <p:nvSpPr>
          <p:cNvPr id="6" name="Textplatzhalter 5"/>
          <p:cNvSpPr>
            <a:spLocks noGrp="1"/>
          </p:cNvSpPr>
          <p:nvPr>
            <p:ph type="body" sz="quarter" idx="16"/>
          </p:nvPr>
        </p:nvSpPr>
        <p:spPr/>
        <p:txBody>
          <a:bodyPr/>
          <a:lstStyle/>
          <a:p>
            <a:r>
              <a:rPr lang="en-GB" dirty="0"/>
              <a:t>Customers</a:t>
            </a:r>
          </a:p>
        </p:txBody>
      </p:sp>
      <p:sp>
        <p:nvSpPr>
          <p:cNvPr id="7" name="Titel 6"/>
          <p:cNvSpPr>
            <a:spLocks noGrp="1"/>
          </p:cNvSpPr>
          <p:nvPr>
            <p:ph type="title"/>
          </p:nvPr>
        </p:nvSpPr>
        <p:spPr/>
        <p:txBody>
          <a:bodyPr>
            <a:normAutofit fontScale="90000"/>
          </a:bodyPr>
          <a:lstStyle/>
          <a:p>
            <a:r>
              <a:rPr lang="en-GB" dirty="0"/>
              <a:t>AOK Systems covers more than 55%</a:t>
            </a:r>
            <a:br>
              <a:rPr lang="en-GB" dirty="0"/>
            </a:br>
            <a:r>
              <a:rPr lang="en-GB" dirty="0"/>
              <a:t>of Germany’s SHI market</a:t>
            </a:r>
          </a:p>
        </p:txBody>
      </p:sp>
      <p:sp>
        <p:nvSpPr>
          <p:cNvPr id="10" name="Inhaltsplatzhalter 9"/>
          <p:cNvSpPr>
            <a:spLocks noGrp="1"/>
          </p:cNvSpPr>
          <p:nvPr>
            <p:ph idx="17"/>
          </p:nvPr>
        </p:nvSpPr>
        <p:spPr/>
        <p:txBody>
          <a:bodyPr>
            <a:normAutofit lnSpcReduction="10000"/>
          </a:bodyPr>
          <a:lstStyle/>
          <a:p>
            <a:r>
              <a:rPr lang="en-GB" sz="1400" dirty="0"/>
              <a:t>AOK community</a:t>
            </a:r>
          </a:p>
          <a:p>
            <a:r>
              <a:rPr lang="en-GB" sz="1400" dirty="0"/>
              <a:t>BARMER </a:t>
            </a:r>
          </a:p>
          <a:p>
            <a:r>
              <a:rPr lang="en-GB" sz="1400" dirty="0" err="1"/>
              <a:t>Hanseatische</a:t>
            </a:r>
            <a:r>
              <a:rPr lang="en-GB" sz="1400" dirty="0"/>
              <a:t> </a:t>
            </a:r>
            <a:r>
              <a:rPr lang="en-GB" sz="1400" dirty="0" err="1"/>
              <a:t>Krankenkasse</a:t>
            </a:r>
            <a:r>
              <a:rPr lang="en-GB" sz="1400" dirty="0"/>
              <a:t> (HEK)</a:t>
            </a:r>
          </a:p>
          <a:p>
            <a:r>
              <a:rPr lang="en-GB" sz="1400" dirty="0" err="1"/>
              <a:t>Knappschaft</a:t>
            </a:r>
            <a:r>
              <a:rPr lang="en-GB" sz="1400" dirty="0"/>
              <a:t>-Bahn-See</a:t>
            </a:r>
          </a:p>
          <a:p>
            <a:r>
              <a:rPr lang="en-GB" sz="1400" dirty="0"/>
              <a:t>Mobil </a:t>
            </a:r>
            <a:r>
              <a:rPr lang="en-GB" sz="1400" dirty="0" err="1"/>
              <a:t>Krankenkasse</a:t>
            </a:r>
            <a:endParaRPr lang="en-GB" sz="1400" dirty="0"/>
          </a:p>
          <a:p>
            <a:r>
              <a:rPr lang="en-GB" sz="1400" dirty="0"/>
              <a:t>VIACTIV </a:t>
            </a:r>
            <a:r>
              <a:rPr lang="en-GB" sz="1400" dirty="0" err="1"/>
              <a:t>Krankenkasse</a:t>
            </a:r>
            <a:endParaRPr lang="en-GB" sz="1400" dirty="0"/>
          </a:p>
          <a:p>
            <a:r>
              <a:rPr lang="en-GB" sz="1400" dirty="0"/>
              <a:t>Mobil ISC</a:t>
            </a:r>
          </a:p>
          <a:p>
            <a:r>
              <a:rPr lang="en-GB" sz="1400" dirty="0"/>
              <a:t>National Association of Statutory Health Insurance Funds</a:t>
            </a:r>
          </a:p>
          <a:p>
            <a:r>
              <a:rPr lang="en-GB" sz="1400" dirty="0"/>
              <a:t>ITSG </a:t>
            </a:r>
            <a:r>
              <a:rPr lang="en-GB" sz="1400" dirty="0" err="1"/>
              <a:t>Informationstechnische</a:t>
            </a:r>
            <a:r>
              <a:rPr lang="en-GB" sz="1400" dirty="0"/>
              <a:t> </a:t>
            </a:r>
            <a:r>
              <a:rPr lang="en-GB" sz="1400" dirty="0" err="1"/>
              <a:t>Servicestelle</a:t>
            </a:r>
            <a:r>
              <a:rPr lang="en-GB" sz="1400" dirty="0"/>
              <a:t> der </a:t>
            </a:r>
            <a:r>
              <a:rPr lang="en-GB" sz="1400" dirty="0" err="1"/>
              <a:t>gesetzlichen</a:t>
            </a:r>
            <a:r>
              <a:rPr lang="en-GB" sz="1400" dirty="0"/>
              <a:t> </a:t>
            </a:r>
            <a:r>
              <a:rPr lang="en-GB" sz="1400" dirty="0" err="1"/>
              <a:t>Krankenversicherung</a:t>
            </a:r>
            <a:endParaRPr lang="en-GB" sz="1400" dirty="0"/>
          </a:p>
          <a:p>
            <a:endParaRPr lang="en-GB" sz="1400" dirty="0"/>
          </a:p>
          <a:p>
            <a:endParaRPr lang="en-GB" sz="1400" dirty="0"/>
          </a:p>
          <a:p>
            <a:pPr marL="0" indent="0">
              <a:buNone/>
            </a:pPr>
            <a:endParaRPr lang="en-GB" sz="1400" dirty="0"/>
          </a:p>
        </p:txBody>
      </p:sp>
      <p:sp>
        <p:nvSpPr>
          <p:cNvPr id="67" name="Textfeld 376"/>
          <p:cNvSpPr txBox="1">
            <a:spLocks noChangeArrowheads="1"/>
          </p:cNvSpPr>
          <p:nvPr/>
        </p:nvSpPr>
        <p:spPr bwMode="auto">
          <a:xfrm>
            <a:off x="231861" y="4346892"/>
            <a:ext cx="106631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eaLnBrk="1" hangingPunct="1">
              <a:spcBef>
                <a:spcPct val="0"/>
              </a:spcBef>
              <a:defRPr altLang="de-DE" sz="1100" b="1">
                <a:solidFill>
                  <a:schemeClr val="tx1"/>
                </a:solidFill>
              </a:defRPr>
            </a:pPr>
            <a:r>
              <a:rPr lang="en-GB" i="1" dirty="0"/>
              <a:t>Non-oscare</a:t>
            </a:r>
            <a:r>
              <a:rPr lang="en-GB" i="1" baseline="30000" dirty="0"/>
              <a:t>®</a:t>
            </a:r>
          </a:p>
        </p:txBody>
      </p:sp>
      <p:pic>
        <p:nvPicPr>
          <p:cNvPr id="68" name="Picture 7" descr="http://upload.wikimedia.org/wikipedia/de/thumb/4/47/GKV-Spitzenverband_logo.svg/640px-GKV-Spitzenverband_logo.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2919" y="4392019"/>
            <a:ext cx="468313" cy="27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7183" y="2356343"/>
            <a:ext cx="787443" cy="2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 name="Picture 8"/>
          <p:cNvPicPr>
            <a:picLocks noChangeAspect="1" noChangeArrowheads="1"/>
          </p:cNvPicPr>
          <p:nvPr/>
        </p:nvPicPr>
        <p:blipFill rotWithShape="1">
          <a:blip r:embed="rId5">
            <a:extLst>
              <a:ext uri="{28A0092B-C50C-407E-A947-70E740481C1C}">
                <a14:useLocalDpi xmlns:a14="http://schemas.microsoft.com/office/drawing/2010/main" val="0"/>
              </a:ext>
            </a:extLst>
          </a:blip>
          <a:srcRect t="8245" r="65907" b="36958"/>
          <a:stretch/>
        </p:blipFill>
        <p:spPr bwMode="auto">
          <a:xfrm>
            <a:off x="890689" y="2000277"/>
            <a:ext cx="758818" cy="2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 name="Picture 5" descr="http://www.kbs.de/SiteGlobals/StyleBundles/Bilder/Farbschema__A/logo__a,templateId=default,property=default.gif">
            <a:hlinkClick r:id="rId6" tooltip="Zur Startseite"/>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30346"/>
          <a:stretch/>
        </p:blipFill>
        <p:spPr bwMode="auto">
          <a:xfrm>
            <a:off x="563396" y="3224019"/>
            <a:ext cx="1039502" cy="193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 name="Textfeld 376"/>
          <p:cNvSpPr txBox="1">
            <a:spLocks noChangeArrowheads="1"/>
          </p:cNvSpPr>
          <p:nvPr/>
        </p:nvSpPr>
        <p:spPr bwMode="auto">
          <a:xfrm>
            <a:off x="231861" y="1689926"/>
            <a:ext cx="133562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eaLnBrk="1" hangingPunct="1">
              <a:spcBef>
                <a:spcPct val="0"/>
              </a:spcBef>
              <a:defRPr altLang="de-DE" sz="1100" b="1">
                <a:solidFill>
                  <a:schemeClr val="tx1"/>
                </a:solidFill>
              </a:defRPr>
            </a:pPr>
            <a:r>
              <a:rPr lang="en-GB" i="1" dirty="0"/>
              <a:t>SHI data centres:</a:t>
            </a:r>
          </a:p>
        </p:txBody>
      </p:sp>
      <p:sp>
        <p:nvSpPr>
          <p:cNvPr id="73" name="Textfeld 376"/>
          <p:cNvSpPr txBox="1">
            <a:spLocks noChangeArrowheads="1"/>
          </p:cNvSpPr>
          <p:nvPr/>
        </p:nvSpPr>
        <p:spPr bwMode="auto">
          <a:xfrm>
            <a:off x="-78562" y="2754283"/>
            <a:ext cx="1466775" cy="261610"/>
          </a:xfrm>
          <a:prstGeom prst="rect">
            <a:avLst/>
          </a:prstGeom>
          <a:noFill/>
          <a:ln>
            <a:headEnd/>
            <a:tailEnd/>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a:spAutoFit/>
          </a:bodyPr>
          <a:lstStyle>
            <a:defPPr>
              <a:defRPr lang="de-DE"/>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defRPr sz="1100" b="1">
                <a:solidFill>
                  <a:schemeClr val="tx1"/>
                </a:solidFill>
                <a:latin typeface="Arial" charset="0"/>
                <a:cs typeface="Arial" charset="0"/>
              </a:defRPr>
            </a:pPr>
            <a:r>
              <a:rPr lang="en-GB" sz="1050" i="1" dirty="0"/>
              <a:t>oscare</a:t>
            </a:r>
            <a:r>
              <a:rPr lang="en-GB" sz="1050" i="1" baseline="30000" dirty="0"/>
              <a:t>®</a:t>
            </a:r>
            <a:r>
              <a:rPr lang="en-GB" sz="1050" i="1" dirty="0"/>
              <a:t> customers</a:t>
            </a:r>
            <a:r>
              <a:rPr lang="en-GB" dirty="0"/>
              <a:t>:</a:t>
            </a:r>
          </a:p>
        </p:txBody>
      </p:sp>
      <p:pic>
        <p:nvPicPr>
          <p:cNvPr id="74"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10139" y="2318556"/>
            <a:ext cx="554400" cy="27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 name="Picture 6"/>
          <p:cNvPicPr>
            <a:picLocks noChangeAspect="1" noChangeArrowheads="1"/>
          </p:cNvPicPr>
          <p:nvPr/>
        </p:nvPicPr>
        <p:blipFill rotWithShape="1">
          <a:blip r:embed="rId9">
            <a:extLst>
              <a:ext uri="{28A0092B-C50C-407E-A947-70E740481C1C}">
                <a14:useLocalDpi xmlns:a14="http://schemas.microsoft.com/office/drawing/2010/main" val="0"/>
              </a:ext>
            </a:extLst>
          </a:blip>
          <a:srcRect t="17440" b="17440"/>
          <a:stretch/>
        </p:blipFill>
        <p:spPr bwMode="auto">
          <a:xfrm>
            <a:off x="1917204" y="2006270"/>
            <a:ext cx="678053" cy="180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0" name="Picture 2" descr="http://www.itsg.de/templates/images/itsg.logo.gif"/>
          <p:cNvPicPr>
            <a:picLocks noChangeAspect="1" noChangeArrowheads="1"/>
          </p:cNvPicPr>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07791" y="4276816"/>
            <a:ext cx="675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14" descr="Datei:Hanseatische Krankenkasse logo.sv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61494" y="3850097"/>
            <a:ext cx="956460" cy="324000"/>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2" descr="\\daten\Marketing_Vertrieb\02_Marketing_Kommunikation\02_CI_CD\Logos\Kundenlogos\viaktiv KK\VIACTIV_RGB_Schwarz_orange_3_cm.jp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9804" y="3871986"/>
            <a:ext cx="781276" cy="216000"/>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42567" y="3505523"/>
            <a:ext cx="1172578" cy="1836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5" name="Rechteck 64"/>
          <p:cNvSpPr/>
          <p:nvPr/>
        </p:nvSpPr>
        <p:spPr>
          <a:xfrm>
            <a:off x="1421060" y="1703254"/>
            <a:ext cx="1664238" cy="261610"/>
          </a:xfrm>
          <a:prstGeom prst="rect">
            <a:avLst/>
          </a:prstGeom>
        </p:spPr>
        <p:txBody>
          <a:bodyPr wrap="none">
            <a:spAutoFit/>
          </a:bodyPr>
          <a:ls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spcBef>
                <a:spcPct val="0"/>
              </a:spcBef>
              <a:defRPr altLang="de-DE" sz="1100">
                <a:solidFill>
                  <a:srgbClr val="646567"/>
                </a:solidFill>
              </a:defRPr>
            </a:pPr>
            <a:r>
              <a:rPr lang="en-GB" dirty="0"/>
              <a:t>ARGE AOK data centre</a:t>
            </a:r>
          </a:p>
        </p:txBody>
      </p:sp>
      <p:pic>
        <p:nvPicPr>
          <p:cNvPr id="63" name="Grafik 62">
            <a:extLst>
              <a:ext uri="{FF2B5EF4-FFF2-40B4-BE49-F238E27FC236}">
                <a16:creationId xmlns:a16="http://schemas.microsoft.com/office/drawing/2014/main" id="{B0D43818-61DC-4314-8A21-29E1C2EE0F51}"/>
              </a:ext>
            </a:extLst>
          </p:cNvPr>
          <p:cNvPicPr>
            <a:picLocks noChangeAspect="1"/>
          </p:cNvPicPr>
          <p:nvPr/>
        </p:nvPicPr>
        <p:blipFill>
          <a:blip r:embed="rId14"/>
          <a:stretch>
            <a:fillRect/>
          </a:stretch>
        </p:blipFill>
        <p:spPr>
          <a:xfrm>
            <a:off x="1789149" y="2747212"/>
            <a:ext cx="866824" cy="277200"/>
          </a:xfrm>
          <a:prstGeom prst="rect">
            <a:avLst/>
          </a:prstGeom>
        </p:spPr>
      </p:pic>
      <p:pic>
        <p:nvPicPr>
          <p:cNvPr id="4" name="Grafik 3">
            <a:extLst>
              <a:ext uri="{FF2B5EF4-FFF2-40B4-BE49-F238E27FC236}">
                <a16:creationId xmlns:a16="http://schemas.microsoft.com/office/drawing/2014/main" id="{346E396D-F5C7-4D39-907C-2D76F3C90B1B}"/>
              </a:ext>
            </a:extLst>
          </p:cNvPr>
          <p:cNvPicPr>
            <a:picLocks noChangeAspect="1"/>
          </p:cNvPicPr>
          <p:nvPr/>
        </p:nvPicPr>
        <p:blipFill>
          <a:blip r:embed="rId15"/>
          <a:stretch>
            <a:fillRect/>
          </a:stretch>
        </p:blipFill>
        <p:spPr>
          <a:xfrm>
            <a:off x="1519882" y="3880939"/>
            <a:ext cx="671858" cy="277200"/>
          </a:xfrm>
          <a:prstGeom prst="rect">
            <a:avLst/>
          </a:prstGeom>
        </p:spPr>
      </p:pic>
      <p:sp>
        <p:nvSpPr>
          <p:cNvPr id="9" name="Fußzeilenplatzhalter 4">
            <a:extLst>
              <a:ext uri="{FF2B5EF4-FFF2-40B4-BE49-F238E27FC236}">
                <a16:creationId xmlns:a16="http://schemas.microsoft.com/office/drawing/2014/main" id="{6BF236AF-FD6A-B9F8-94A5-3FA613AADC35}"/>
              </a:ext>
            </a:extLst>
          </p:cNvPr>
          <p:cNvSpPr>
            <a:spLocks noGrp="1"/>
          </p:cNvSpPr>
          <p:nvPr>
            <p:ph type="ftr" sz="quarter" idx="3"/>
          </p:nvPr>
        </p:nvSpPr>
        <p:spPr>
          <a:xfrm>
            <a:off x="2481977" y="4816800"/>
            <a:ext cx="5236372" cy="288000"/>
          </a:xfrm>
          <a:prstGeom prst="rect">
            <a:avLst/>
          </a:prstGeom>
        </p:spPr>
        <p:txBody>
          <a:bodyPr wrap="none" lIns="0" tIns="0" rIns="0" bIns="0" anchor="ctr" anchorCtr="0"/>
          <a:lstStyle>
            <a:lvl1pPr>
              <a:defRPr sz="800" baseline="0">
                <a:solidFill>
                  <a:schemeClr val="accent4"/>
                </a:solidFill>
              </a:defRPr>
            </a:lvl1pPr>
          </a:lstStyle>
          <a:p>
            <a:r>
              <a:rPr lang="de-DE"/>
              <a:t>| HANA Tech Con </a:t>
            </a:r>
            <a:endParaRPr lang="de-DE" dirty="0"/>
          </a:p>
        </p:txBody>
      </p:sp>
      <p:sp>
        <p:nvSpPr>
          <p:cNvPr id="49" name="Datumsplatzhalter 2">
            <a:extLst>
              <a:ext uri="{FF2B5EF4-FFF2-40B4-BE49-F238E27FC236}">
                <a16:creationId xmlns:a16="http://schemas.microsoft.com/office/drawing/2014/main" id="{4B41F1EC-9E8C-F0C1-217E-4EAAFFD193FA}"/>
              </a:ext>
            </a:extLst>
          </p:cNvPr>
          <p:cNvSpPr>
            <a:spLocks noGrp="1"/>
          </p:cNvSpPr>
          <p:nvPr>
            <p:ph type="dt" sz="half" idx="2"/>
          </p:nvPr>
        </p:nvSpPr>
        <p:spPr>
          <a:xfrm>
            <a:off x="2206800" y="4819822"/>
            <a:ext cx="335852" cy="288000"/>
          </a:xfrm>
          <a:prstGeom prst="rect">
            <a:avLst/>
          </a:prstGeom>
        </p:spPr>
        <p:txBody>
          <a:bodyPr lIns="0" tIns="0" rIns="0" bIns="0" anchor="ctr" anchorCtr="0"/>
          <a:lstStyle>
            <a:lvl1pPr>
              <a:defRPr sz="800">
                <a:solidFill>
                  <a:schemeClr val="accent4"/>
                </a:solidFill>
              </a:defRPr>
            </a:lvl1pPr>
          </a:lstStyle>
          <a:p>
            <a:r>
              <a:rPr lang="de-DE"/>
              <a:t>2025</a:t>
            </a:r>
            <a:endParaRPr lang="de-DE" dirty="0"/>
          </a:p>
        </p:txBody>
      </p:sp>
    </p:spTree>
    <p:extLst>
      <p:ext uri="{BB962C8B-B14F-4D97-AF65-F5344CB8AC3E}">
        <p14:creationId xmlns:p14="http://schemas.microsoft.com/office/powerpoint/2010/main" val="3417613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nhaltsplatzhalter 7">
            <a:extLst>
              <a:ext uri="{FF2B5EF4-FFF2-40B4-BE49-F238E27FC236}">
                <a16:creationId xmlns:a16="http://schemas.microsoft.com/office/drawing/2014/main" id="{05E9F04B-1D27-538C-D50C-5F5F5D52C6F2}"/>
              </a:ext>
            </a:extLst>
          </p:cNvPr>
          <p:cNvPicPr>
            <a:picLocks noGrp="1" noChangeAspect="1"/>
          </p:cNvPicPr>
          <p:nvPr>
            <p:ph idx="1"/>
          </p:nvPr>
        </p:nvPicPr>
        <p:blipFill>
          <a:blip r:embed="rId2"/>
          <a:stretch>
            <a:fillRect/>
          </a:stretch>
        </p:blipFill>
        <p:spPr>
          <a:xfrm>
            <a:off x="911520" y="1773058"/>
            <a:ext cx="7144747" cy="2572109"/>
          </a:xfrm>
        </p:spPr>
      </p:pic>
      <p:sp>
        <p:nvSpPr>
          <p:cNvPr id="3" name="Textplatzhalter 2">
            <a:extLst>
              <a:ext uri="{FF2B5EF4-FFF2-40B4-BE49-F238E27FC236}">
                <a16:creationId xmlns:a16="http://schemas.microsoft.com/office/drawing/2014/main" id="{EB13CA69-2227-DF16-5A2A-4E22C20A701E}"/>
              </a:ext>
            </a:extLst>
          </p:cNvPr>
          <p:cNvSpPr>
            <a:spLocks noGrp="1"/>
          </p:cNvSpPr>
          <p:nvPr>
            <p:ph type="body" sz="quarter" idx="16"/>
          </p:nvPr>
        </p:nvSpPr>
        <p:spPr/>
        <p:txBody>
          <a:bodyPr/>
          <a:lstStyle/>
          <a:p>
            <a:r>
              <a:rPr lang="de-DE" sz="1000" dirty="0"/>
              <a:t>HANA STATEMENT HINTS</a:t>
            </a:r>
            <a:endParaRPr lang="de-DE" dirty="0"/>
          </a:p>
        </p:txBody>
      </p:sp>
      <p:sp>
        <p:nvSpPr>
          <p:cNvPr id="4" name="Titel 3">
            <a:extLst>
              <a:ext uri="{FF2B5EF4-FFF2-40B4-BE49-F238E27FC236}">
                <a16:creationId xmlns:a16="http://schemas.microsoft.com/office/drawing/2014/main" id="{905A1E57-7D78-15AF-85EB-1A177DA8A426}"/>
              </a:ext>
            </a:extLst>
          </p:cNvPr>
          <p:cNvSpPr>
            <a:spLocks noGrp="1"/>
          </p:cNvSpPr>
          <p:nvPr>
            <p:ph type="title"/>
          </p:nvPr>
        </p:nvSpPr>
        <p:spPr/>
        <p:txBody>
          <a:bodyPr>
            <a:normAutofit fontScale="90000"/>
          </a:bodyPr>
          <a:lstStyle/>
          <a:p>
            <a:r>
              <a:rPr lang="de-DE" dirty="0"/>
              <a:t>HANA SQL OPTIMIZER</a:t>
            </a:r>
            <a:br>
              <a:rPr lang="de-DE" dirty="0"/>
            </a:br>
            <a:endParaRPr lang="de-DE" dirty="0"/>
          </a:p>
        </p:txBody>
      </p:sp>
      <p:sp>
        <p:nvSpPr>
          <p:cNvPr id="5" name="Datumsplatzhalter 4">
            <a:extLst>
              <a:ext uri="{FF2B5EF4-FFF2-40B4-BE49-F238E27FC236}">
                <a16:creationId xmlns:a16="http://schemas.microsoft.com/office/drawing/2014/main" id="{AB2139DB-C680-57D4-FB6B-886E48E415BC}"/>
              </a:ext>
            </a:extLst>
          </p:cNvPr>
          <p:cNvSpPr>
            <a:spLocks noGrp="1"/>
          </p:cNvSpPr>
          <p:nvPr>
            <p:ph type="dt" sz="half" idx="2"/>
          </p:nvPr>
        </p:nvSpPr>
        <p:spPr/>
        <p:txBody>
          <a:bodyPr/>
          <a:lstStyle/>
          <a:p>
            <a:r>
              <a:rPr lang="de-DE"/>
              <a:t>2025</a:t>
            </a:r>
            <a:endParaRPr lang="de-DE" dirty="0"/>
          </a:p>
        </p:txBody>
      </p:sp>
      <p:sp>
        <p:nvSpPr>
          <p:cNvPr id="6" name="Fußzeilenplatzhalter 5">
            <a:extLst>
              <a:ext uri="{FF2B5EF4-FFF2-40B4-BE49-F238E27FC236}">
                <a16:creationId xmlns:a16="http://schemas.microsoft.com/office/drawing/2014/main" id="{7FB49C7A-8B83-5A38-8DC4-6FB48163497D}"/>
              </a:ext>
            </a:extLst>
          </p:cNvPr>
          <p:cNvSpPr>
            <a:spLocks noGrp="1"/>
          </p:cNvSpPr>
          <p:nvPr>
            <p:ph type="ftr" sz="quarter" idx="3"/>
          </p:nvPr>
        </p:nvSpPr>
        <p:spPr/>
        <p:txBody>
          <a:bodyPr/>
          <a:lstStyle/>
          <a:p>
            <a:r>
              <a:rPr lang="de-DE"/>
              <a:t>| HANA Tech Con </a:t>
            </a:r>
            <a:endParaRPr lang="de-DE" dirty="0"/>
          </a:p>
        </p:txBody>
      </p:sp>
      <p:sp>
        <p:nvSpPr>
          <p:cNvPr id="2" name="Textfeld 1">
            <a:extLst>
              <a:ext uri="{FF2B5EF4-FFF2-40B4-BE49-F238E27FC236}">
                <a16:creationId xmlns:a16="http://schemas.microsoft.com/office/drawing/2014/main" id="{A35099B2-D2CD-02D7-8F6D-C5FD491F5AB0}"/>
              </a:ext>
            </a:extLst>
          </p:cNvPr>
          <p:cNvSpPr txBox="1"/>
          <p:nvPr/>
        </p:nvSpPr>
        <p:spPr>
          <a:xfrm>
            <a:off x="649851" y="4395705"/>
            <a:ext cx="1711037" cy="246221"/>
          </a:xfrm>
          <a:prstGeom prst="rect">
            <a:avLst/>
          </a:prstGeom>
          <a:noFill/>
        </p:spPr>
        <p:txBody>
          <a:bodyPr wrap="square" rtlCol="0">
            <a:spAutoFit/>
          </a:bodyPr>
          <a:lstStyle/>
          <a:p>
            <a:r>
              <a:rPr lang="de-DE" sz="1000" dirty="0"/>
              <a:t>Source: </a:t>
            </a:r>
            <a:r>
              <a:rPr lang="de-DE" sz="1000" dirty="0" err="1"/>
              <a:t>openSAP</a:t>
            </a:r>
            <a:endParaRPr lang="de-DE" sz="1000" dirty="0"/>
          </a:p>
        </p:txBody>
      </p:sp>
    </p:spTree>
    <p:extLst>
      <p:ext uri="{BB962C8B-B14F-4D97-AF65-F5344CB8AC3E}">
        <p14:creationId xmlns:p14="http://schemas.microsoft.com/office/powerpoint/2010/main" val="2622224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nhaltsplatzhalter 8">
            <a:extLst>
              <a:ext uri="{FF2B5EF4-FFF2-40B4-BE49-F238E27FC236}">
                <a16:creationId xmlns:a16="http://schemas.microsoft.com/office/drawing/2014/main" id="{ED698090-0F8C-48A2-84A5-F957A9AD2DD4}"/>
              </a:ext>
            </a:extLst>
          </p:cNvPr>
          <p:cNvPicPr>
            <a:picLocks noGrp="1" noChangeAspect="1"/>
          </p:cNvPicPr>
          <p:nvPr>
            <p:ph idx="1"/>
          </p:nvPr>
        </p:nvPicPr>
        <p:blipFill>
          <a:blip r:embed="rId2"/>
          <a:stretch>
            <a:fillRect/>
          </a:stretch>
        </p:blipFill>
        <p:spPr>
          <a:xfrm>
            <a:off x="775277" y="1658072"/>
            <a:ext cx="3145703" cy="2705100"/>
          </a:xfrm>
        </p:spPr>
      </p:pic>
      <p:sp>
        <p:nvSpPr>
          <p:cNvPr id="3" name="Textplatzhalter 2">
            <a:extLst>
              <a:ext uri="{FF2B5EF4-FFF2-40B4-BE49-F238E27FC236}">
                <a16:creationId xmlns:a16="http://schemas.microsoft.com/office/drawing/2014/main" id="{E5AD6E5C-2BAF-2B97-ACFD-6B7520D49D72}"/>
              </a:ext>
            </a:extLst>
          </p:cNvPr>
          <p:cNvSpPr>
            <a:spLocks noGrp="1"/>
          </p:cNvSpPr>
          <p:nvPr>
            <p:ph type="body" sz="quarter" idx="16"/>
          </p:nvPr>
        </p:nvSpPr>
        <p:spPr/>
        <p:txBody>
          <a:bodyPr/>
          <a:lstStyle/>
          <a:p>
            <a:r>
              <a:rPr lang="de-DE" sz="1000" dirty="0"/>
              <a:t>HANA STATEMENT HINTS</a:t>
            </a:r>
            <a:endParaRPr lang="de-DE" dirty="0"/>
          </a:p>
        </p:txBody>
      </p:sp>
      <p:sp>
        <p:nvSpPr>
          <p:cNvPr id="4" name="Titel 3">
            <a:extLst>
              <a:ext uri="{FF2B5EF4-FFF2-40B4-BE49-F238E27FC236}">
                <a16:creationId xmlns:a16="http://schemas.microsoft.com/office/drawing/2014/main" id="{AA991497-8A0C-7813-B542-EFE5E0789B1B}"/>
              </a:ext>
            </a:extLst>
          </p:cNvPr>
          <p:cNvSpPr>
            <a:spLocks noGrp="1"/>
          </p:cNvSpPr>
          <p:nvPr>
            <p:ph type="title"/>
          </p:nvPr>
        </p:nvSpPr>
        <p:spPr/>
        <p:txBody>
          <a:bodyPr/>
          <a:lstStyle/>
          <a:p>
            <a:r>
              <a:rPr lang="de-DE" sz="1800" b="1" i="0" u="none" strike="noStrike" baseline="0" dirty="0">
                <a:latin typeface="Arial" panose="020B0604020202020204" pitchFamily="34" charset="0"/>
              </a:rPr>
              <a:t>SAP HANA Query </a:t>
            </a:r>
            <a:r>
              <a:rPr lang="de-DE" sz="1800" b="1" i="0" u="none" strike="noStrike" baseline="0" dirty="0" err="1">
                <a:latin typeface="Arial" panose="020B0604020202020204" pitchFamily="34" charset="0"/>
              </a:rPr>
              <a:t>Processor</a:t>
            </a:r>
            <a:r>
              <a:rPr lang="de-DE" sz="1800" b="1" i="0" u="none" strike="noStrike" baseline="0" dirty="0">
                <a:latin typeface="Arial" panose="020B0604020202020204" pitchFamily="34" charset="0"/>
              </a:rPr>
              <a:t> </a:t>
            </a:r>
            <a:r>
              <a:rPr lang="de-DE" sz="1800" b="1" i="0" u="none" strike="noStrike" baseline="0" dirty="0" err="1">
                <a:latin typeface="Arial" panose="020B0604020202020204" pitchFamily="34" charset="0"/>
              </a:rPr>
              <a:t>components</a:t>
            </a:r>
            <a:endParaRPr lang="de-DE" dirty="0"/>
          </a:p>
        </p:txBody>
      </p:sp>
      <p:pic>
        <p:nvPicPr>
          <p:cNvPr id="11" name="Inhaltsplatzhalter 10">
            <a:extLst>
              <a:ext uri="{FF2B5EF4-FFF2-40B4-BE49-F238E27FC236}">
                <a16:creationId xmlns:a16="http://schemas.microsoft.com/office/drawing/2014/main" id="{388CEFB9-CE1D-9012-278D-9D83AD883583}"/>
              </a:ext>
            </a:extLst>
          </p:cNvPr>
          <p:cNvPicPr>
            <a:picLocks noGrp="1" noChangeAspect="1"/>
          </p:cNvPicPr>
          <p:nvPr>
            <p:ph idx="17"/>
          </p:nvPr>
        </p:nvPicPr>
        <p:blipFill>
          <a:blip r:embed="rId3"/>
          <a:stretch>
            <a:fillRect/>
          </a:stretch>
        </p:blipFill>
        <p:spPr>
          <a:xfrm>
            <a:off x="4489450" y="1718913"/>
            <a:ext cx="3941763" cy="2680399"/>
          </a:xfrm>
        </p:spPr>
      </p:pic>
      <p:sp>
        <p:nvSpPr>
          <p:cNvPr id="6" name="Datumsplatzhalter 5">
            <a:extLst>
              <a:ext uri="{FF2B5EF4-FFF2-40B4-BE49-F238E27FC236}">
                <a16:creationId xmlns:a16="http://schemas.microsoft.com/office/drawing/2014/main" id="{3F635A4C-368D-F05D-A924-FC2D4229DEFD}"/>
              </a:ext>
            </a:extLst>
          </p:cNvPr>
          <p:cNvSpPr>
            <a:spLocks noGrp="1"/>
          </p:cNvSpPr>
          <p:nvPr>
            <p:ph type="dt" sz="half" idx="2"/>
          </p:nvPr>
        </p:nvSpPr>
        <p:spPr/>
        <p:txBody>
          <a:bodyPr/>
          <a:lstStyle/>
          <a:p>
            <a:r>
              <a:rPr lang="de-DE"/>
              <a:t>2025</a:t>
            </a:r>
            <a:endParaRPr lang="de-DE" dirty="0"/>
          </a:p>
        </p:txBody>
      </p:sp>
      <p:sp>
        <p:nvSpPr>
          <p:cNvPr id="7" name="Fußzeilenplatzhalter 6">
            <a:extLst>
              <a:ext uri="{FF2B5EF4-FFF2-40B4-BE49-F238E27FC236}">
                <a16:creationId xmlns:a16="http://schemas.microsoft.com/office/drawing/2014/main" id="{2927F197-05CE-3075-DDCE-620F94612324}"/>
              </a:ext>
            </a:extLst>
          </p:cNvPr>
          <p:cNvSpPr>
            <a:spLocks noGrp="1"/>
          </p:cNvSpPr>
          <p:nvPr>
            <p:ph type="ftr" sz="quarter" idx="3"/>
          </p:nvPr>
        </p:nvSpPr>
        <p:spPr/>
        <p:txBody>
          <a:bodyPr/>
          <a:lstStyle/>
          <a:p>
            <a:r>
              <a:rPr lang="de-DE"/>
              <a:t>| HANA Tech Con </a:t>
            </a:r>
            <a:endParaRPr lang="de-DE" dirty="0"/>
          </a:p>
        </p:txBody>
      </p:sp>
      <p:sp>
        <p:nvSpPr>
          <p:cNvPr id="12" name="Textfeld 11">
            <a:extLst>
              <a:ext uri="{FF2B5EF4-FFF2-40B4-BE49-F238E27FC236}">
                <a16:creationId xmlns:a16="http://schemas.microsoft.com/office/drawing/2014/main" id="{8261AE63-F638-36D0-B64C-1A917C2EB6F3}"/>
              </a:ext>
            </a:extLst>
          </p:cNvPr>
          <p:cNvSpPr txBox="1"/>
          <p:nvPr/>
        </p:nvSpPr>
        <p:spPr>
          <a:xfrm>
            <a:off x="649851" y="4395705"/>
            <a:ext cx="1711037" cy="246221"/>
          </a:xfrm>
          <a:prstGeom prst="rect">
            <a:avLst/>
          </a:prstGeom>
          <a:noFill/>
        </p:spPr>
        <p:txBody>
          <a:bodyPr wrap="square" rtlCol="0">
            <a:spAutoFit/>
          </a:bodyPr>
          <a:lstStyle/>
          <a:p>
            <a:r>
              <a:rPr lang="de-DE" sz="1000" dirty="0"/>
              <a:t>Source: </a:t>
            </a:r>
            <a:r>
              <a:rPr lang="de-DE" sz="1000" dirty="0" err="1"/>
              <a:t>openSAP</a:t>
            </a:r>
            <a:endParaRPr lang="de-DE" sz="1000" dirty="0"/>
          </a:p>
        </p:txBody>
      </p:sp>
    </p:spTree>
    <p:extLst>
      <p:ext uri="{BB962C8B-B14F-4D97-AF65-F5344CB8AC3E}">
        <p14:creationId xmlns:p14="http://schemas.microsoft.com/office/powerpoint/2010/main" val="1602386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nhaltsplatzhalter 13"/>
          <p:cNvPicPr>
            <a:picLocks noGrp="1" noChangeAspect="1"/>
          </p:cNvPicPr>
          <p:nvPr>
            <p:ph idx="1"/>
          </p:nvPr>
        </p:nvPicPr>
        <p:blipFill>
          <a:blip r:embed="rId2"/>
          <a:stretch>
            <a:fillRect/>
          </a:stretch>
        </p:blipFill>
        <p:spPr>
          <a:xfrm>
            <a:off x="1489364" y="1706563"/>
            <a:ext cx="5456171" cy="2705100"/>
          </a:xfrm>
        </p:spPr>
      </p:pic>
      <p:sp>
        <p:nvSpPr>
          <p:cNvPr id="6" name="Textplatzhalter 5"/>
          <p:cNvSpPr>
            <a:spLocks noGrp="1"/>
          </p:cNvSpPr>
          <p:nvPr>
            <p:ph type="body" sz="quarter" idx="16"/>
          </p:nvPr>
        </p:nvSpPr>
        <p:spPr/>
        <p:txBody>
          <a:bodyPr/>
          <a:lstStyle/>
          <a:p>
            <a:r>
              <a:rPr lang="de-DE" sz="1000" dirty="0"/>
              <a:t>HANA STATEMENT HINTS</a:t>
            </a:r>
            <a:endParaRPr lang="de-DE" dirty="0"/>
          </a:p>
        </p:txBody>
      </p:sp>
      <p:sp>
        <p:nvSpPr>
          <p:cNvPr id="7" name="Titel 6"/>
          <p:cNvSpPr>
            <a:spLocks noGrp="1"/>
          </p:cNvSpPr>
          <p:nvPr>
            <p:ph type="title"/>
          </p:nvPr>
        </p:nvSpPr>
        <p:spPr/>
        <p:txBody>
          <a:bodyPr/>
          <a:lstStyle/>
          <a:p>
            <a:r>
              <a:rPr lang="de-DE" dirty="0"/>
              <a:t>EXECUTION PLAN</a:t>
            </a:r>
          </a:p>
        </p:txBody>
      </p:sp>
      <p:sp>
        <p:nvSpPr>
          <p:cNvPr id="3" name="Datumsplatzhalter 2"/>
          <p:cNvSpPr>
            <a:spLocks noGrp="1"/>
          </p:cNvSpPr>
          <p:nvPr>
            <p:ph type="dt" sz="half" idx="2"/>
          </p:nvPr>
        </p:nvSpPr>
        <p:spPr/>
        <p:txBody>
          <a:bodyPr/>
          <a:lstStyle/>
          <a:p>
            <a:r>
              <a:rPr lang="de-DE"/>
              <a:t>2025</a:t>
            </a:r>
          </a:p>
        </p:txBody>
      </p:sp>
      <p:sp>
        <p:nvSpPr>
          <p:cNvPr id="4" name="Fußzeilenplatzhalter 3"/>
          <p:cNvSpPr>
            <a:spLocks noGrp="1"/>
          </p:cNvSpPr>
          <p:nvPr>
            <p:ph type="ftr" sz="quarter" idx="3"/>
          </p:nvPr>
        </p:nvSpPr>
        <p:spPr/>
        <p:txBody>
          <a:bodyPr/>
          <a:lstStyle/>
          <a:p>
            <a:r>
              <a:rPr lang="de-DE"/>
              <a:t>| HANA Tech Con </a:t>
            </a:r>
          </a:p>
        </p:txBody>
      </p:sp>
      <p:sp>
        <p:nvSpPr>
          <p:cNvPr id="2" name="Textfeld 1">
            <a:extLst>
              <a:ext uri="{FF2B5EF4-FFF2-40B4-BE49-F238E27FC236}">
                <a16:creationId xmlns:a16="http://schemas.microsoft.com/office/drawing/2014/main" id="{F2643C24-1CA8-6027-CF97-D5E16A4DA58B}"/>
              </a:ext>
            </a:extLst>
          </p:cNvPr>
          <p:cNvSpPr txBox="1"/>
          <p:nvPr/>
        </p:nvSpPr>
        <p:spPr>
          <a:xfrm>
            <a:off x="649851" y="4395705"/>
            <a:ext cx="1711037" cy="246221"/>
          </a:xfrm>
          <a:prstGeom prst="rect">
            <a:avLst/>
          </a:prstGeom>
          <a:noFill/>
        </p:spPr>
        <p:txBody>
          <a:bodyPr wrap="square" rtlCol="0">
            <a:spAutoFit/>
          </a:bodyPr>
          <a:lstStyle/>
          <a:p>
            <a:r>
              <a:rPr lang="de-DE" sz="1000" dirty="0"/>
              <a:t>Source: </a:t>
            </a:r>
            <a:r>
              <a:rPr lang="de-DE" sz="1000" dirty="0" err="1"/>
              <a:t>openSAP</a:t>
            </a:r>
            <a:endParaRPr lang="de-DE" sz="1000" dirty="0"/>
          </a:p>
        </p:txBody>
      </p:sp>
    </p:spTree>
    <p:extLst>
      <p:ext uri="{BB962C8B-B14F-4D97-AF65-F5344CB8AC3E}">
        <p14:creationId xmlns:p14="http://schemas.microsoft.com/office/powerpoint/2010/main" val="4052754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898B5782-5DE5-659F-0A25-A9AB7FD5F37F}"/>
              </a:ext>
            </a:extLst>
          </p:cNvPr>
          <p:cNvSpPr>
            <a:spLocks noGrp="1"/>
          </p:cNvSpPr>
          <p:nvPr>
            <p:ph idx="1"/>
          </p:nvPr>
        </p:nvSpPr>
        <p:spPr>
          <a:xfrm>
            <a:off x="536575" y="1540552"/>
            <a:ext cx="7894638" cy="2622739"/>
          </a:xfrm>
        </p:spPr>
        <p:txBody>
          <a:bodyPr>
            <a:normAutofit/>
          </a:bodyPr>
          <a:lstStyle/>
          <a:p>
            <a:r>
              <a:rPr lang="en-US" sz="1400" dirty="0"/>
              <a:t>Hints are instructions for the SAP HANA database server or other components involved in the processing of database requests (e.g. SAP HANA client, SAP ABAP database interface or SAP ABAP DBSL). </a:t>
            </a:r>
          </a:p>
          <a:p>
            <a:r>
              <a:rPr lang="en-US" sz="1400" dirty="0"/>
              <a:t>Hints can influence how a database request is generated or processed. </a:t>
            </a:r>
          </a:p>
          <a:p>
            <a:r>
              <a:rPr lang="en-US" sz="1400" dirty="0"/>
              <a:t>influence the SAP HANA optimizer’s behavior during query execution</a:t>
            </a:r>
          </a:p>
          <a:p>
            <a:r>
              <a:rPr lang="en-US" sz="1400" dirty="0"/>
              <a:t>They do not change the result set of the database requests.</a:t>
            </a:r>
          </a:p>
          <a:p>
            <a:r>
              <a:rPr lang="en-US" sz="1400" dirty="0"/>
              <a:t>Statement hints allow to globally map SAP HANA hints to a SQL statement without having to adjust the application coding.</a:t>
            </a:r>
          </a:p>
          <a:p>
            <a:pPr algn="l"/>
            <a:endParaRPr lang="en-US" b="0" i="0" dirty="0">
              <a:solidFill>
                <a:srgbClr val="131E29"/>
              </a:solidFill>
              <a:effectLst/>
              <a:latin typeface="Arial" panose="020B0604020202020204" pitchFamily="34" charset="0"/>
            </a:endParaRPr>
          </a:p>
          <a:p>
            <a:endParaRPr lang="de-DE" dirty="0"/>
          </a:p>
        </p:txBody>
      </p:sp>
      <p:sp>
        <p:nvSpPr>
          <p:cNvPr id="3" name="Textplatzhalter 2">
            <a:extLst>
              <a:ext uri="{FF2B5EF4-FFF2-40B4-BE49-F238E27FC236}">
                <a16:creationId xmlns:a16="http://schemas.microsoft.com/office/drawing/2014/main" id="{F28A2168-4D74-21AB-E950-6AD1509584D5}"/>
              </a:ext>
            </a:extLst>
          </p:cNvPr>
          <p:cNvSpPr>
            <a:spLocks noGrp="1"/>
          </p:cNvSpPr>
          <p:nvPr>
            <p:ph type="body" sz="quarter" idx="16"/>
          </p:nvPr>
        </p:nvSpPr>
        <p:spPr/>
        <p:txBody>
          <a:bodyPr/>
          <a:lstStyle/>
          <a:p>
            <a:r>
              <a:rPr lang="de-DE" sz="1000" dirty="0"/>
              <a:t>HANA STATEMENT HINTS</a:t>
            </a:r>
            <a:endParaRPr lang="de-DE" dirty="0"/>
          </a:p>
        </p:txBody>
      </p:sp>
      <p:sp>
        <p:nvSpPr>
          <p:cNvPr id="4" name="Titel 3">
            <a:extLst>
              <a:ext uri="{FF2B5EF4-FFF2-40B4-BE49-F238E27FC236}">
                <a16:creationId xmlns:a16="http://schemas.microsoft.com/office/drawing/2014/main" id="{D42A20BF-0741-F385-409F-8CB23103A2DE}"/>
              </a:ext>
            </a:extLst>
          </p:cNvPr>
          <p:cNvSpPr>
            <a:spLocks noGrp="1"/>
          </p:cNvSpPr>
          <p:nvPr>
            <p:ph type="title"/>
          </p:nvPr>
        </p:nvSpPr>
        <p:spPr/>
        <p:txBody>
          <a:bodyPr>
            <a:normAutofit fontScale="90000"/>
          </a:bodyPr>
          <a:lstStyle/>
          <a:p>
            <a:r>
              <a:rPr lang="en-US" dirty="0"/>
              <a:t>What Are HANA Statement Hints?</a:t>
            </a:r>
            <a:br>
              <a:rPr lang="de-DE" dirty="0"/>
            </a:br>
            <a:endParaRPr lang="de-DE" dirty="0"/>
          </a:p>
        </p:txBody>
      </p:sp>
      <p:sp>
        <p:nvSpPr>
          <p:cNvPr id="5" name="Datumsplatzhalter 4">
            <a:extLst>
              <a:ext uri="{FF2B5EF4-FFF2-40B4-BE49-F238E27FC236}">
                <a16:creationId xmlns:a16="http://schemas.microsoft.com/office/drawing/2014/main" id="{4FA386C1-525C-76F2-7653-2932A5670932}"/>
              </a:ext>
            </a:extLst>
          </p:cNvPr>
          <p:cNvSpPr>
            <a:spLocks noGrp="1"/>
          </p:cNvSpPr>
          <p:nvPr>
            <p:ph type="dt" sz="half" idx="2"/>
          </p:nvPr>
        </p:nvSpPr>
        <p:spPr/>
        <p:txBody>
          <a:bodyPr/>
          <a:lstStyle/>
          <a:p>
            <a:r>
              <a:rPr lang="de-DE"/>
              <a:t>2025</a:t>
            </a:r>
            <a:endParaRPr lang="de-DE" dirty="0"/>
          </a:p>
        </p:txBody>
      </p:sp>
      <p:sp>
        <p:nvSpPr>
          <p:cNvPr id="6" name="Fußzeilenplatzhalter 5">
            <a:extLst>
              <a:ext uri="{FF2B5EF4-FFF2-40B4-BE49-F238E27FC236}">
                <a16:creationId xmlns:a16="http://schemas.microsoft.com/office/drawing/2014/main" id="{5EEDC609-DE1E-7448-0786-E1F3B5798C65}"/>
              </a:ext>
            </a:extLst>
          </p:cNvPr>
          <p:cNvSpPr>
            <a:spLocks noGrp="1"/>
          </p:cNvSpPr>
          <p:nvPr>
            <p:ph type="ftr" sz="quarter" idx="3"/>
          </p:nvPr>
        </p:nvSpPr>
        <p:spPr/>
        <p:txBody>
          <a:bodyPr/>
          <a:lstStyle/>
          <a:p>
            <a:r>
              <a:rPr lang="de-DE"/>
              <a:t>| HANA Tech Con </a:t>
            </a:r>
            <a:endParaRPr lang="de-DE" dirty="0"/>
          </a:p>
        </p:txBody>
      </p:sp>
    </p:spTree>
    <p:extLst>
      <p:ext uri="{BB962C8B-B14F-4D97-AF65-F5344CB8AC3E}">
        <p14:creationId xmlns:p14="http://schemas.microsoft.com/office/powerpoint/2010/main" val="522466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5FC1C655-8AAB-59B3-C17E-AEFE5C5188C9}"/>
              </a:ext>
            </a:extLst>
          </p:cNvPr>
          <p:cNvSpPr>
            <a:spLocks noGrp="1"/>
          </p:cNvSpPr>
          <p:nvPr>
            <p:ph idx="1"/>
          </p:nvPr>
        </p:nvSpPr>
        <p:spPr/>
        <p:txBody>
          <a:bodyPr>
            <a:normAutofit fontScale="77500" lnSpcReduction="20000"/>
          </a:bodyPr>
          <a:lstStyle/>
          <a:p>
            <a:r>
              <a:rPr lang="en-US" sz="2000" dirty="0"/>
              <a:t>Improved query performance</a:t>
            </a:r>
          </a:p>
          <a:p>
            <a:r>
              <a:rPr lang="en-US" sz="2000" dirty="0"/>
              <a:t>Reduced resource consumption</a:t>
            </a:r>
          </a:p>
          <a:p>
            <a:r>
              <a:rPr lang="en-US" sz="2000" dirty="0"/>
              <a:t>No terminations (as a workaround for bugs that result in terminations)</a:t>
            </a:r>
          </a:p>
          <a:p>
            <a:r>
              <a:rPr lang="en-US" sz="2000" dirty="0"/>
              <a:t>No crashes (as a workaround for bugs that result in crashes)</a:t>
            </a:r>
          </a:p>
          <a:p>
            <a:r>
              <a:rPr lang="en-US" sz="2000" dirty="0"/>
              <a:t>Enhanced predictability of query execution plans</a:t>
            </a:r>
          </a:p>
          <a:p>
            <a:r>
              <a:rPr lang="en-US" sz="2000" dirty="0"/>
              <a:t>Useful in troubleshooting and fine-tuning complex queries</a:t>
            </a:r>
          </a:p>
          <a:p>
            <a:r>
              <a:rPr lang="en-US" sz="2000" dirty="0"/>
              <a:t>Better control over query execution</a:t>
            </a:r>
          </a:p>
          <a:p>
            <a:r>
              <a:rPr lang="en-US" sz="2000" dirty="0"/>
              <a:t>temporarily or permanently</a:t>
            </a:r>
          </a:p>
          <a:p>
            <a:r>
              <a:rPr lang="en-US" sz="2000" dirty="0"/>
              <a:t>Be aware that some hints may be needed on a permanent basis because they stabilize accesses. For example, hints delivered via SAP Note </a:t>
            </a:r>
            <a:r>
              <a:rPr lang="en-US" sz="2000" dirty="0">
                <a:hlinkClick r:id="rId2">
                  <a:extLst>
                    <a:ext uri="{A12FA001-AC4F-418D-AE19-62706E023703}">
                      <ahyp:hlinkClr xmlns:ahyp="http://schemas.microsoft.com/office/drawing/2018/hyperlinkcolor" val="tx"/>
                    </a:ext>
                  </a:extLst>
                </a:hlinkClick>
              </a:rPr>
              <a:t>2700051</a:t>
            </a:r>
            <a:r>
              <a:rPr lang="en-US" sz="2000" dirty="0"/>
              <a:t> are often useful on a permanent basis. </a:t>
            </a:r>
            <a:endParaRPr lang="de-DE" sz="2000" dirty="0"/>
          </a:p>
          <a:p>
            <a:endParaRPr lang="en-US" sz="2000" dirty="0"/>
          </a:p>
          <a:p>
            <a:endParaRPr lang="de-DE" dirty="0"/>
          </a:p>
        </p:txBody>
      </p:sp>
      <p:sp>
        <p:nvSpPr>
          <p:cNvPr id="3" name="Textplatzhalter 2">
            <a:extLst>
              <a:ext uri="{FF2B5EF4-FFF2-40B4-BE49-F238E27FC236}">
                <a16:creationId xmlns:a16="http://schemas.microsoft.com/office/drawing/2014/main" id="{358E9AAF-CFC0-0DDF-93FE-9E56B1E3EC7E}"/>
              </a:ext>
            </a:extLst>
          </p:cNvPr>
          <p:cNvSpPr>
            <a:spLocks noGrp="1"/>
          </p:cNvSpPr>
          <p:nvPr>
            <p:ph type="body" sz="quarter" idx="16"/>
          </p:nvPr>
        </p:nvSpPr>
        <p:spPr/>
        <p:txBody>
          <a:bodyPr/>
          <a:lstStyle/>
          <a:p>
            <a:r>
              <a:rPr lang="de-DE" dirty="0" err="1"/>
              <a:t>Introduction</a:t>
            </a:r>
            <a:r>
              <a:rPr lang="de-DE" dirty="0"/>
              <a:t> </a:t>
            </a:r>
            <a:r>
              <a:rPr lang="de-DE" dirty="0" err="1"/>
              <a:t>to</a:t>
            </a:r>
            <a:r>
              <a:rPr lang="de-DE" dirty="0"/>
              <a:t> HANA </a:t>
            </a:r>
            <a:r>
              <a:rPr lang="de-DE" dirty="0" err="1"/>
              <a:t>Hints</a:t>
            </a:r>
            <a:endParaRPr lang="de-DE" dirty="0"/>
          </a:p>
        </p:txBody>
      </p:sp>
      <p:sp>
        <p:nvSpPr>
          <p:cNvPr id="4" name="Titel 3">
            <a:extLst>
              <a:ext uri="{FF2B5EF4-FFF2-40B4-BE49-F238E27FC236}">
                <a16:creationId xmlns:a16="http://schemas.microsoft.com/office/drawing/2014/main" id="{4BFA23AC-D5B1-33F0-7A1A-67A61237191B}"/>
              </a:ext>
            </a:extLst>
          </p:cNvPr>
          <p:cNvSpPr>
            <a:spLocks noGrp="1"/>
          </p:cNvSpPr>
          <p:nvPr>
            <p:ph type="title"/>
          </p:nvPr>
        </p:nvSpPr>
        <p:spPr/>
        <p:txBody>
          <a:bodyPr>
            <a:normAutofit/>
          </a:bodyPr>
          <a:lstStyle/>
          <a:p>
            <a:r>
              <a:rPr lang="de-DE" dirty="0" err="1"/>
              <a:t>Why</a:t>
            </a:r>
            <a:r>
              <a:rPr lang="de-DE" dirty="0"/>
              <a:t> Use </a:t>
            </a:r>
            <a:r>
              <a:rPr lang="de-DE" dirty="0" err="1"/>
              <a:t>Hints</a:t>
            </a:r>
            <a:endParaRPr lang="de-DE" dirty="0"/>
          </a:p>
        </p:txBody>
      </p:sp>
      <p:sp>
        <p:nvSpPr>
          <p:cNvPr id="5" name="Datumsplatzhalter 4">
            <a:extLst>
              <a:ext uri="{FF2B5EF4-FFF2-40B4-BE49-F238E27FC236}">
                <a16:creationId xmlns:a16="http://schemas.microsoft.com/office/drawing/2014/main" id="{0A97BAAA-5600-F69C-12EC-8F9C65C9390C}"/>
              </a:ext>
            </a:extLst>
          </p:cNvPr>
          <p:cNvSpPr>
            <a:spLocks noGrp="1"/>
          </p:cNvSpPr>
          <p:nvPr>
            <p:ph type="dt" sz="half" idx="2"/>
          </p:nvPr>
        </p:nvSpPr>
        <p:spPr/>
        <p:txBody>
          <a:bodyPr/>
          <a:lstStyle/>
          <a:p>
            <a:r>
              <a:rPr lang="de-DE"/>
              <a:t>2025</a:t>
            </a:r>
            <a:endParaRPr lang="de-DE" dirty="0"/>
          </a:p>
        </p:txBody>
      </p:sp>
      <p:sp>
        <p:nvSpPr>
          <p:cNvPr id="6" name="Fußzeilenplatzhalter 5">
            <a:extLst>
              <a:ext uri="{FF2B5EF4-FFF2-40B4-BE49-F238E27FC236}">
                <a16:creationId xmlns:a16="http://schemas.microsoft.com/office/drawing/2014/main" id="{B04444EE-FBE7-6A28-64CC-D3C8E554F73A}"/>
              </a:ext>
            </a:extLst>
          </p:cNvPr>
          <p:cNvSpPr>
            <a:spLocks noGrp="1"/>
          </p:cNvSpPr>
          <p:nvPr>
            <p:ph type="ftr" sz="quarter" idx="3"/>
          </p:nvPr>
        </p:nvSpPr>
        <p:spPr/>
        <p:txBody>
          <a:bodyPr/>
          <a:lstStyle/>
          <a:p>
            <a:r>
              <a:rPr lang="de-DE"/>
              <a:t>| HANA Tech Con </a:t>
            </a:r>
            <a:endParaRPr lang="de-DE" dirty="0"/>
          </a:p>
        </p:txBody>
      </p:sp>
    </p:spTree>
    <p:extLst>
      <p:ext uri="{BB962C8B-B14F-4D97-AF65-F5344CB8AC3E}">
        <p14:creationId xmlns:p14="http://schemas.microsoft.com/office/powerpoint/2010/main" val="1484372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05D0CC81-52A0-3137-873A-FA6FECBF3F88}"/>
              </a:ext>
            </a:extLst>
          </p:cNvPr>
          <p:cNvSpPr>
            <a:spLocks noGrp="1"/>
          </p:cNvSpPr>
          <p:nvPr>
            <p:ph idx="1"/>
          </p:nvPr>
        </p:nvSpPr>
        <p:spPr/>
        <p:txBody>
          <a:bodyPr>
            <a:normAutofit fontScale="92500" lnSpcReduction="10000"/>
          </a:bodyPr>
          <a:lstStyle/>
          <a:p>
            <a:r>
              <a:rPr lang="en-US" dirty="0"/>
              <a:t>Possible performance degradation if misused</a:t>
            </a:r>
            <a:endParaRPr lang="de-DE" b="0" i="0" dirty="0">
              <a:solidFill>
                <a:srgbClr val="131E29"/>
              </a:solidFill>
              <a:effectLst/>
              <a:latin typeface="Arial" panose="020B0604020202020204" pitchFamily="34" charset="0"/>
            </a:endParaRPr>
          </a:p>
          <a:p>
            <a:r>
              <a:rPr lang="en-US" dirty="0"/>
              <a:t>Use hints only when necessary</a:t>
            </a:r>
          </a:p>
          <a:p>
            <a:r>
              <a:rPr lang="en-US" dirty="0"/>
              <a:t>It is recommended to keep statement hints implemented as a specific workaround only as long as required. </a:t>
            </a:r>
          </a:p>
          <a:p>
            <a:r>
              <a:rPr lang="en-US" dirty="0"/>
              <a:t>Once the underlying issue is fixed, the hint should be removed. (e.g. after HANA Upgrades or SAP Upgrades </a:t>
            </a:r>
            <a:r>
              <a:rPr lang="en-US" dirty="0" err="1"/>
              <a:t>odr</a:t>
            </a:r>
            <a:r>
              <a:rPr lang="en-US" dirty="0"/>
              <a:t> adjusting of the application)</a:t>
            </a:r>
          </a:p>
          <a:p>
            <a:r>
              <a:rPr lang="en-US" dirty="0"/>
              <a:t>HANA Configuration Check ID M1169 ("Total number of implemented statement hints") of the SAP HANA Mini Checks (SAP Note </a:t>
            </a:r>
            <a:r>
              <a:rPr lang="en-US" dirty="0">
                <a:hlinkClick r:id="rId2">
                  <a:extLst>
                    <a:ext uri="{A12FA001-AC4F-418D-AE19-62706E023703}">
                      <ahyp:hlinkClr xmlns:ahyp="http://schemas.microsoft.com/office/drawing/2018/hyperlinkcolor" val="tx"/>
                    </a:ext>
                  </a:extLst>
                </a:hlinkClick>
              </a:rPr>
              <a:t>1999993</a:t>
            </a:r>
            <a:r>
              <a:rPr lang="en-US" dirty="0"/>
              <a:t>) is raised as potentially critical if the number of existing statement hints is unusually high. </a:t>
            </a:r>
          </a:p>
          <a:p>
            <a:endParaRPr lang="en-US" b="0" i="0" dirty="0">
              <a:solidFill>
                <a:srgbClr val="131E29"/>
              </a:solidFill>
              <a:effectLst/>
              <a:latin typeface="Arial" panose="020B0604020202020204" pitchFamily="34" charset="0"/>
            </a:endParaRPr>
          </a:p>
          <a:p>
            <a:endParaRPr lang="en-US" dirty="0"/>
          </a:p>
          <a:p>
            <a:endParaRPr lang="de-DE" dirty="0"/>
          </a:p>
        </p:txBody>
      </p:sp>
      <p:sp>
        <p:nvSpPr>
          <p:cNvPr id="3" name="Textplatzhalter 2">
            <a:extLst>
              <a:ext uri="{FF2B5EF4-FFF2-40B4-BE49-F238E27FC236}">
                <a16:creationId xmlns:a16="http://schemas.microsoft.com/office/drawing/2014/main" id="{809E482E-BBB4-9B5E-18A2-97109A63D223}"/>
              </a:ext>
            </a:extLst>
          </p:cNvPr>
          <p:cNvSpPr>
            <a:spLocks noGrp="1"/>
          </p:cNvSpPr>
          <p:nvPr>
            <p:ph type="body" sz="quarter" idx="16"/>
          </p:nvPr>
        </p:nvSpPr>
        <p:spPr/>
        <p:txBody>
          <a:bodyPr/>
          <a:lstStyle/>
          <a:p>
            <a:r>
              <a:rPr lang="de-DE" dirty="0" err="1"/>
              <a:t>Introduction</a:t>
            </a:r>
            <a:r>
              <a:rPr lang="de-DE" dirty="0"/>
              <a:t> </a:t>
            </a:r>
            <a:r>
              <a:rPr lang="de-DE" dirty="0" err="1"/>
              <a:t>to</a:t>
            </a:r>
            <a:r>
              <a:rPr lang="de-DE" dirty="0"/>
              <a:t> HANA </a:t>
            </a:r>
            <a:r>
              <a:rPr lang="de-DE" dirty="0" err="1"/>
              <a:t>Hints</a:t>
            </a:r>
            <a:endParaRPr lang="de-DE" dirty="0"/>
          </a:p>
        </p:txBody>
      </p:sp>
      <p:sp>
        <p:nvSpPr>
          <p:cNvPr id="4" name="Titel 3">
            <a:extLst>
              <a:ext uri="{FF2B5EF4-FFF2-40B4-BE49-F238E27FC236}">
                <a16:creationId xmlns:a16="http://schemas.microsoft.com/office/drawing/2014/main" id="{5651B958-E2A6-E703-093C-E0EEEDA15B29}"/>
              </a:ext>
            </a:extLst>
          </p:cNvPr>
          <p:cNvSpPr>
            <a:spLocks noGrp="1"/>
          </p:cNvSpPr>
          <p:nvPr>
            <p:ph type="title"/>
          </p:nvPr>
        </p:nvSpPr>
        <p:spPr/>
        <p:txBody>
          <a:bodyPr>
            <a:normAutofit/>
          </a:bodyPr>
          <a:lstStyle/>
          <a:p>
            <a:r>
              <a:rPr lang="de-DE" sz="2400" dirty="0" err="1"/>
              <a:t>Risks</a:t>
            </a:r>
            <a:r>
              <a:rPr lang="de-DE" sz="2400" dirty="0"/>
              <a:t> and </a:t>
            </a:r>
            <a:r>
              <a:rPr lang="de-DE" sz="2400" dirty="0" err="1"/>
              <a:t>Recommendations</a:t>
            </a:r>
            <a:endParaRPr lang="de-DE" dirty="0"/>
          </a:p>
        </p:txBody>
      </p:sp>
      <p:sp>
        <p:nvSpPr>
          <p:cNvPr id="5" name="Datumsplatzhalter 4">
            <a:extLst>
              <a:ext uri="{FF2B5EF4-FFF2-40B4-BE49-F238E27FC236}">
                <a16:creationId xmlns:a16="http://schemas.microsoft.com/office/drawing/2014/main" id="{84C1AE11-5241-0DD4-EA4D-B3F13E830036}"/>
              </a:ext>
            </a:extLst>
          </p:cNvPr>
          <p:cNvSpPr>
            <a:spLocks noGrp="1"/>
          </p:cNvSpPr>
          <p:nvPr>
            <p:ph type="dt" sz="half" idx="2"/>
          </p:nvPr>
        </p:nvSpPr>
        <p:spPr/>
        <p:txBody>
          <a:bodyPr/>
          <a:lstStyle/>
          <a:p>
            <a:r>
              <a:rPr lang="de-DE"/>
              <a:t>2025</a:t>
            </a:r>
            <a:endParaRPr lang="de-DE" dirty="0"/>
          </a:p>
        </p:txBody>
      </p:sp>
      <p:sp>
        <p:nvSpPr>
          <p:cNvPr id="6" name="Fußzeilenplatzhalter 5">
            <a:extLst>
              <a:ext uri="{FF2B5EF4-FFF2-40B4-BE49-F238E27FC236}">
                <a16:creationId xmlns:a16="http://schemas.microsoft.com/office/drawing/2014/main" id="{9164BD9D-E97D-29BE-FA9A-645FF86B0B0C}"/>
              </a:ext>
            </a:extLst>
          </p:cNvPr>
          <p:cNvSpPr>
            <a:spLocks noGrp="1"/>
          </p:cNvSpPr>
          <p:nvPr>
            <p:ph type="ftr" sz="quarter" idx="3"/>
          </p:nvPr>
        </p:nvSpPr>
        <p:spPr/>
        <p:txBody>
          <a:bodyPr/>
          <a:lstStyle/>
          <a:p>
            <a:r>
              <a:rPr lang="de-DE"/>
              <a:t>| HANA Tech Con </a:t>
            </a:r>
            <a:endParaRPr lang="de-DE" dirty="0"/>
          </a:p>
        </p:txBody>
      </p:sp>
    </p:spTree>
    <p:extLst>
      <p:ext uri="{BB962C8B-B14F-4D97-AF65-F5344CB8AC3E}">
        <p14:creationId xmlns:p14="http://schemas.microsoft.com/office/powerpoint/2010/main" val="1873664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C53467CD-8983-C36B-D749-8AB755427117}"/>
              </a:ext>
            </a:extLst>
          </p:cNvPr>
          <p:cNvSpPr>
            <a:spLocks noGrp="1"/>
          </p:cNvSpPr>
          <p:nvPr>
            <p:ph idx="1"/>
          </p:nvPr>
        </p:nvSpPr>
        <p:spPr>
          <a:xfrm>
            <a:off x="536575" y="1482437"/>
            <a:ext cx="7894638" cy="3158836"/>
          </a:xfrm>
        </p:spPr>
        <p:txBody>
          <a:bodyPr>
            <a:normAutofit fontScale="85000" lnSpcReduction="20000"/>
          </a:bodyPr>
          <a:lstStyle/>
          <a:p>
            <a:r>
              <a:rPr lang="en-US" sz="2600" b="1" dirty="0"/>
              <a:t>Changing an Execution Engine Decision</a:t>
            </a:r>
          </a:p>
          <a:p>
            <a:pPr lvl="1"/>
            <a:r>
              <a:rPr lang="en-US" sz="2600" dirty="0"/>
              <a:t>USE_&lt;engine&gt;_PLAN Hints</a:t>
            </a:r>
          </a:p>
          <a:p>
            <a:pPr lvl="1"/>
            <a:r>
              <a:rPr lang="en-US" sz="2600" dirty="0"/>
              <a:t>NO_USE_&lt;engine&gt;_PLAN Hints: </a:t>
            </a:r>
          </a:p>
          <a:p>
            <a:pPr lvl="1"/>
            <a:r>
              <a:rPr lang="en-US" sz="2600" dirty="0"/>
              <a:t>If a query cannot be executed in the specified engine, the USE_&lt;engine&gt;_PLAN hint does not have any effect.</a:t>
            </a:r>
          </a:p>
          <a:p>
            <a:pPr lvl="1"/>
            <a:r>
              <a:rPr lang="en-US" sz="2800" dirty="0"/>
              <a:t>Hints from the SAP Note 2700051</a:t>
            </a:r>
            <a:endParaRPr lang="en-US" sz="2600" dirty="0"/>
          </a:p>
          <a:p>
            <a:r>
              <a:rPr lang="de-DE" sz="2600" b="1" dirty="0" err="1"/>
              <a:t>Changing</a:t>
            </a:r>
            <a:r>
              <a:rPr lang="de-DE" sz="2600" b="1" dirty="0"/>
              <a:t> Query Transformation</a:t>
            </a:r>
          </a:p>
          <a:p>
            <a:pPr lvl="1"/>
            <a:r>
              <a:rPr lang="en-US" sz="2600" dirty="0"/>
              <a:t>NO_&lt;hint&gt;: </a:t>
            </a:r>
            <a:r>
              <a:rPr lang="de-DE" sz="2600" dirty="0"/>
              <a:t>GROUPING_SIMPLIFICATION</a:t>
            </a:r>
            <a:endParaRPr lang="en-US" sz="2600" dirty="0"/>
          </a:p>
          <a:p>
            <a:pPr lvl="1"/>
            <a:r>
              <a:rPr lang="en-US" sz="2600" dirty="0"/>
              <a:t>NO_&lt;hint&gt;</a:t>
            </a:r>
            <a:r>
              <a:rPr lang="de-DE" sz="2600" dirty="0"/>
              <a:t>: NO_GROUPING_SIMPLIFICATION</a:t>
            </a:r>
          </a:p>
          <a:p>
            <a:pPr marL="742950" lvl="1" indent="-285750">
              <a:buFont typeface="Wingdings" panose="05000000000000000000" pitchFamily="2" charset="2"/>
              <a:buChar char=""/>
              <a:tabLst>
                <a:tab pos="914400" algn="l"/>
              </a:tabLst>
            </a:pPr>
            <a:endParaRPr lang="de-DE" sz="1100" dirty="0">
              <a:solidFill>
                <a:srgbClr val="000000"/>
              </a:solidFill>
              <a:effectLst/>
              <a:latin typeface="Aptos" panose="020B0004020202020204" pitchFamily="34" charset="0"/>
              <a:ea typeface="Aptos" panose="020B0004020202020204" pitchFamily="34" charset="0"/>
              <a:cs typeface="Aptos" panose="020B0004020202020204" pitchFamily="34" charset="0"/>
            </a:endParaRPr>
          </a:p>
          <a:p>
            <a:pPr lvl="1"/>
            <a:endParaRPr lang="de-DE" sz="1100" dirty="0">
              <a:solidFill>
                <a:srgbClr val="000000"/>
              </a:solidFill>
              <a:effectLst/>
              <a:latin typeface="Aptos" panose="020B0004020202020204" pitchFamily="34" charset="0"/>
              <a:ea typeface="Aptos" panose="020B0004020202020204" pitchFamily="34" charset="0"/>
              <a:cs typeface="Aptos" panose="020B0004020202020204" pitchFamily="34" charset="0"/>
            </a:endParaRPr>
          </a:p>
          <a:p>
            <a:pPr lvl="1"/>
            <a:endParaRPr lang="en-US" b="0" i="0" dirty="0">
              <a:solidFill>
                <a:srgbClr val="333333"/>
              </a:solidFill>
              <a:effectLst/>
              <a:latin typeface="72" panose="020B0503030000000003" pitchFamily="34" charset="0"/>
            </a:endParaRPr>
          </a:p>
          <a:p>
            <a:pPr lvl="1"/>
            <a:endParaRPr lang="en-US" b="0" i="0" dirty="0">
              <a:solidFill>
                <a:srgbClr val="333333"/>
              </a:solidFill>
              <a:effectLst/>
              <a:latin typeface="72" panose="020B0503030000000003" pitchFamily="34" charset="0"/>
            </a:endParaRPr>
          </a:p>
          <a:p>
            <a:endParaRPr lang="de-DE" dirty="0"/>
          </a:p>
        </p:txBody>
      </p:sp>
      <p:sp>
        <p:nvSpPr>
          <p:cNvPr id="4" name="Textplatzhalter 3">
            <a:extLst>
              <a:ext uri="{FF2B5EF4-FFF2-40B4-BE49-F238E27FC236}">
                <a16:creationId xmlns:a16="http://schemas.microsoft.com/office/drawing/2014/main" id="{BB335928-76FB-F821-1614-4FD7E94DFEBB}"/>
              </a:ext>
            </a:extLst>
          </p:cNvPr>
          <p:cNvSpPr>
            <a:spLocks noGrp="1"/>
          </p:cNvSpPr>
          <p:nvPr>
            <p:ph type="body" sz="quarter" idx="16"/>
          </p:nvPr>
        </p:nvSpPr>
        <p:spPr/>
        <p:txBody>
          <a:bodyPr/>
          <a:lstStyle/>
          <a:p>
            <a:r>
              <a:rPr lang="de-DE" dirty="0" err="1"/>
              <a:t>Introduction</a:t>
            </a:r>
            <a:r>
              <a:rPr lang="de-DE" dirty="0"/>
              <a:t> </a:t>
            </a:r>
            <a:r>
              <a:rPr lang="de-DE" dirty="0" err="1"/>
              <a:t>to</a:t>
            </a:r>
            <a:r>
              <a:rPr lang="de-DE" dirty="0"/>
              <a:t> HANA </a:t>
            </a:r>
            <a:r>
              <a:rPr lang="de-DE" dirty="0" err="1"/>
              <a:t>Hints</a:t>
            </a:r>
            <a:endParaRPr lang="de-DE" dirty="0"/>
          </a:p>
        </p:txBody>
      </p:sp>
      <p:sp>
        <p:nvSpPr>
          <p:cNvPr id="5" name="Titel 4">
            <a:extLst>
              <a:ext uri="{FF2B5EF4-FFF2-40B4-BE49-F238E27FC236}">
                <a16:creationId xmlns:a16="http://schemas.microsoft.com/office/drawing/2014/main" id="{4657825F-54E1-D90A-A79C-BC839F2DC424}"/>
              </a:ext>
            </a:extLst>
          </p:cNvPr>
          <p:cNvSpPr>
            <a:spLocks noGrp="1"/>
          </p:cNvSpPr>
          <p:nvPr>
            <p:ph type="title"/>
          </p:nvPr>
        </p:nvSpPr>
        <p:spPr/>
        <p:txBody>
          <a:bodyPr/>
          <a:lstStyle/>
          <a:p>
            <a:r>
              <a:rPr lang="de-DE" sz="2400" dirty="0" err="1"/>
              <a:t>Types</a:t>
            </a:r>
            <a:r>
              <a:rPr lang="de-DE" sz="2400" dirty="0"/>
              <a:t> </a:t>
            </a:r>
            <a:r>
              <a:rPr lang="de-DE" sz="2400" dirty="0" err="1"/>
              <a:t>of</a:t>
            </a:r>
            <a:r>
              <a:rPr lang="de-DE" sz="2400" dirty="0"/>
              <a:t> </a:t>
            </a:r>
            <a:r>
              <a:rPr lang="de-DE" sz="2400" dirty="0" err="1"/>
              <a:t>Hints</a:t>
            </a:r>
            <a:endParaRPr lang="de-DE" sz="2400" dirty="0"/>
          </a:p>
        </p:txBody>
      </p:sp>
      <p:sp>
        <p:nvSpPr>
          <p:cNvPr id="6" name="Datumsplatzhalter 5">
            <a:extLst>
              <a:ext uri="{FF2B5EF4-FFF2-40B4-BE49-F238E27FC236}">
                <a16:creationId xmlns:a16="http://schemas.microsoft.com/office/drawing/2014/main" id="{6ACFF236-8117-755D-2A61-757FE3D0341B}"/>
              </a:ext>
            </a:extLst>
          </p:cNvPr>
          <p:cNvSpPr>
            <a:spLocks noGrp="1"/>
          </p:cNvSpPr>
          <p:nvPr>
            <p:ph type="dt" sz="half" idx="2"/>
          </p:nvPr>
        </p:nvSpPr>
        <p:spPr/>
        <p:txBody>
          <a:bodyPr/>
          <a:lstStyle/>
          <a:p>
            <a:r>
              <a:rPr lang="de-DE"/>
              <a:t>2025</a:t>
            </a:r>
            <a:endParaRPr lang="de-DE" dirty="0"/>
          </a:p>
        </p:txBody>
      </p:sp>
      <p:sp>
        <p:nvSpPr>
          <p:cNvPr id="7" name="Fußzeilenplatzhalter 6">
            <a:extLst>
              <a:ext uri="{FF2B5EF4-FFF2-40B4-BE49-F238E27FC236}">
                <a16:creationId xmlns:a16="http://schemas.microsoft.com/office/drawing/2014/main" id="{25AFC37A-4E1A-56E2-766B-EE4ADB7D7E4F}"/>
              </a:ext>
            </a:extLst>
          </p:cNvPr>
          <p:cNvSpPr>
            <a:spLocks noGrp="1"/>
          </p:cNvSpPr>
          <p:nvPr>
            <p:ph type="ftr" sz="quarter" idx="3"/>
          </p:nvPr>
        </p:nvSpPr>
        <p:spPr/>
        <p:txBody>
          <a:bodyPr/>
          <a:lstStyle/>
          <a:p>
            <a:r>
              <a:rPr lang="de-DE"/>
              <a:t>| HANA Tech Con </a:t>
            </a:r>
            <a:endParaRPr lang="de-DE" dirty="0"/>
          </a:p>
        </p:txBody>
      </p:sp>
    </p:spTree>
    <p:extLst>
      <p:ext uri="{BB962C8B-B14F-4D97-AF65-F5344CB8AC3E}">
        <p14:creationId xmlns:p14="http://schemas.microsoft.com/office/powerpoint/2010/main" val="1064942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87E52769-E525-895E-5D9C-B146956AE4E9}"/>
              </a:ext>
            </a:extLst>
          </p:cNvPr>
          <p:cNvSpPr>
            <a:spLocks noGrp="1"/>
          </p:cNvSpPr>
          <p:nvPr>
            <p:ph idx="1"/>
          </p:nvPr>
        </p:nvSpPr>
        <p:spPr/>
        <p:txBody>
          <a:bodyPr>
            <a:normAutofit fontScale="92500" lnSpcReduction="20000"/>
          </a:bodyPr>
          <a:lstStyle/>
          <a:p>
            <a:pPr algn="l"/>
            <a:r>
              <a:rPr lang="en-US" sz="2600" b="1" dirty="0"/>
              <a:t>Changing Operator Order</a:t>
            </a:r>
            <a:endParaRPr lang="de-DE" sz="2600" b="1" dirty="0"/>
          </a:p>
          <a:p>
            <a:pPr marL="742950" lvl="1" indent="-285750">
              <a:buFont typeface="Wingdings" panose="05000000000000000000" pitchFamily="2" charset="2"/>
              <a:buChar char=""/>
              <a:tabLst>
                <a:tab pos="914400" algn="l"/>
              </a:tabLst>
            </a:pPr>
            <a:r>
              <a:rPr lang="de-DE" sz="2600" dirty="0"/>
              <a:t>&lt;HINT&gt; e.g. AGGR_THRU_JOIN</a:t>
            </a:r>
          </a:p>
          <a:p>
            <a:pPr marL="742950" lvl="1" indent="-285750">
              <a:buFont typeface="Wingdings" panose="05000000000000000000" pitchFamily="2" charset="2"/>
              <a:buChar char=""/>
              <a:tabLst>
                <a:tab pos="914400" algn="l"/>
              </a:tabLst>
            </a:pPr>
            <a:r>
              <a:rPr lang="de-DE" sz="2600" dirty="0"/>
              <a:t>NO_&lt;HINT&gt; e.g. NO_ AGGR_THRU_JOIN</a:t>
            </a:r>
          </a:p>
          <a:p>
            <a:pPr algn="l"/>
            <a:r>
              <a:rPr lang="en-US" sz="2600" b="1" dirty="0"/>
              <a:t>Choosing Preferred Algorithms</a:t>
            </a:r>
          </a:p>
          <a:p>
            <a:pPr lvl="1"/>
            <a:r>
              <a:rPr lang="en-US" sz="2600" dirty="0"/>
              <a:t>&lt;HINT&gt;: e.g. </a:t>
            </a:r>
            <a:r>
              <a:rPr lang="de-DE" sz="2600" dirty="0"/>
              <a:t>CS_ORDERBY</a:t>
            </a:r>
          </a:p>
          <a:p>
            <a:pPr lvl="1"/>
            <a:r>
              <a:rPr lang="de-DE" sz="2600" dirty="0"/>
              <a:t>NO_&lt;HINT&gt;: e.g. NO_CS_ORDERBY</a:t>
            </a:r>
          </a:p>
          <a:p>
            <a:pPr lvl="1"/>
            <a:r>
              <a:rPr lang="en-US" sz="3200" dirty="0"/>
              <a:t>Hints from the SAP Note 2700051</a:t>
            </a:r>
            <a:endParaRPr lang="de-DE" sz="3200" dirty="0"/>
          </a:p>
          <a:p>
            <a:pPr lvl="1"/>
            <a:endParaRPr lang="de-DE" sz="2600" dirty="0"/>
          </a:p>
          <a:p>
            <a:endParaRPr lang="de-DE" dirty="0"/>
          </a:p>
        </p:txBody>
      </p:sp>
      <p:sp>
        <p:nvSpPr>
          <p:cNvPr id="3" name="Textplatzhalter 2">
            <a:extLst>
              <a:ext uri="{FF2B5EF4-FFF2-40B4-BE49-F238E27FC236}">
                <a16:creationId xmlns:a16="http://schemas.microsoft.com/office/drawing/2014/main" id="{9CD46091-A0DF-F6C3-AB72-C40C4D048AA9}"/>
              </a:ext>
            </a:extLst>
          </p:cNvPr>
          <p:cNvSpPr>
            <a:spLocks noGrp="1"/>
          </p:cNvSpPr>
          <p:nvPr>
            <p:ph type="body" sz="quarter" idx="16"/>
          </p:nvPr>
        </p:nvSpPr>
        <p:spPr/>
        <p:txBody>
          <a:bodyPr/>
          <a:lstStyle/>
          <a:p>
            <a:r>
              <a:rPr lang="de-DE" dirty="0" err="1"/>
              <a:t>Introduction</a:t>
            </a:r>
            <a:r>
              <a:rPr lang="de-DE" dirty="0"/>
              <a:t> </a:t>
            </a:r>
            <a:r>
              <a:rPr lang="de-DE" dirty="0" err="1"/>
              <a:t>to</a:t>
            </a:r>
            <a:r>
              <a:rPr lang="de-DE" dirty="0"/>
              <a:t> HANA </a:t>
            </a:r>
            <a:r>
              <a:rPr lang="de-DE" dirty="0" err="1"/>
              <a:t>Hints</a:t>
            </a:r>
            <a:endParaRPr lang="de-DE" dirty="0"/>
          </a:p>
        </p:txBody>
      </p:sp>
      <p:sp>
        <p:nvSpPr>
          <p:cNvPr id="4" name="Titel 3">
            <a:extLst>
              <a:ext uri="{FF2B5EF4-FFF2-40B4-BE49-F238E27FC236}">
                <a16:creationId xmlns:a16="http://schemas.microsoft.com/office/drawing/2014/main" id="{1039B3FB-9069-AA42-CB60-AF90AA5C9E0A}"/>
              </a:ext>
            </a:extLst>
          </p:cNvPr>
          <p:cNvSpPr>
            <a:spLocks noGrp="1"/>
          </p:cNvSpPr>
          <p:nvPr>
            <p:ph type="title"/>
          </p:nvPr>
        </p:nvSpPr>
        <p:spPr/>
        <p:txBody>
          <a:bodyPr/>
          <a:lstStyle/>
          <a:p>
            <a:r>
              <a:rPr lang="de-DE" sz="2800" dirty="0" err="1"/>
              <a:t>Types</a:t>
            </a:r>
            <a:r>
              <a:rPr lang="de-DE" sz="2800" dirty="0"/>
              <a:t> </a:t>
            </a:r>
            <a:r>
              <a:rPr lang="de-DE" sz="2800" dirty="0" err="1"/>
              <a:t>of</a:t>
            </a:r>
            <a:r>
              <a:rPr lang="de-DE" sz="2800" dirty="0"/>
              <a:t> </a:t>
            </a:r>
            <a:r>
              <a:rPr lang="de-DE" sz="2800" dirty="0" err="1"/>
              <a:t>Hints</a:t>
            </a:r>
            <a:endParaRPr lang="de-DE" dirty="0"/>
          </a:p>
        </p:txBody>
      </p:sp>
      <p:sp>
        <p:nvSpPr>
          <p:cNvPr id="5" name="Datumsplatzhalter 4">
            <a:extLst>
              <a:ext uri="{FF2B5EF4-FFF2-40B4-BE49-F238E27FC236}">
                <a16:creationId xmlns:a16="http://schemas.microsoft.com/office/drawing/2014/main" id="{9A96020B-8E7E-FE0D-C7D3-13EED7F46059}"/>
              </a:ext>
            </a:extLst>
          </p:cNvPr>
          <p:cNvSpPr>
            <a:spLocks noGrp="1"/>
          </p:cNvSpPr>
          <p:nvPr>
            <p:ph type="dt" sz="half" idx="2"/>
          </p:nvPr>
        </p:nvSpPr>
        <p:spPr/>
        <p:txBody>
          <a:bodyPr/>
          <a:lstStyle/>
          <a:p>
            <a:r>
              <a:rPr lang="de-DE"/>
              <a:t>2025</a:t>
            </a:r>
            <a:endParaRPr lang="de-DE" dirty="0"/>
          </a:p>
        </p:txBody>
      </p:sp>
      <p:sp>
        <p:nvSpPr>
          <p:cNvPr id="6" name="Fußzeilenplatzhalter 5">
            <a:extLst>
              <a:ext uri="{FF2B5EF4-FFF2-40B4-BE49-F238E27FC236}">
                <a16:creationId xmlns:a16="http://schemas.microsoft.com/office/drawing/2014/main" id="{7950E13E-7068-6F67-798F-9461ACC4F480}"/>
              </a:ext>
            </a:extLst>
          </p:cNvPr>
          <p:cNvSpPr>
            <a:spLocks noGrp="1"/>
          </p:cNvSpPr>
          <p:nvPr>
            <p:ph type="ftr" sz="quarter" idx="3"/>
          </p:nvPr>
        </p:nvSpPr>
        <p:spPr/>
        <p:txBody>
          <a:bodyPr/>
          <a:lstStyle/>
          <a:p>
            <a:r>
              <a:rPr lang="de-DE"/>
              <a:t>| HANA Tech Con </a:t>
            </a:r>
            <a:endParaRPr lang="de-DE" dirty="0"/>
          </a:p>
        </p:txBody>
      </p:sp>
    </p:spTree>
    <p:extLst>
      <p:ext uri="{BB962C8B-B14F-4D97-AF65-F5344CB8AC3E}">
        <p14:creationId xmlns:p14="http://schemas.microsoft.com/office/powerpoint/2010/main" val="260390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8DB0815C-7192-27DE-01C8-22333DD9407E}"/>
              </a:ext>
            </a:extLst>
          </p:cNvPr>
          <p:cNvSpPr>
            <a:spLocks noGrp="1"/>
          </p:cNvSpPr>
          <p:nvPr>
            <p:ph idx="1"/>
          </p:nvPr>
        </p:nvSpPr>
        <p:spPr>
          <a:xfrm>
            <a:off x="408708" y="1664757"/>
            <a:ext cx="7894638" cy="3065755"/>
          </a:xfrm>
        </p:spPr>
        <p:txBody>
          <a:bodyPr>
            <a:normAutofit/>
          </a:bodyPr>
          <a:lstStyle/>
          <a:p>
            <a:r>
              <a:rPr lang="de-DE" dirty="0"/>
              <a:t>Understanding </a:t>
            </a:r>
            <a:r>
              <a:rPr lang="de-DE" dirty="0" err="1"/>
              <a:t>execution</a:t>
            </a:r>
            <a:r>
              <a:rPr lang="de-DE" dirty="0"/>
              <a:t> </a:t>
            </a:r>
            <a:r>
              <a:rPr lang="de-DE" dirty="0" err="1"/>
              <a:t>plans</a:t>
            </a:r>
            <a:endParaRPr lang="de-DE" dirty="0"/>
          </a:p>
          <a:p>
            <a:r>
              <a:rPr lang="de-DE" dirty="0" err="1"/>
              <a:t>Comparison</a:t>
            </a:r>
            <a:r>
              <a:rPr lang="de-DE" dirty="0"/>
              <a:t> </a:t>
            </a:r>
            <a:r>
              <a:rPr lang="de-DE" dirty="0" err="1"/>
              <a:t>of</a:t>
            </a:r>
            <a:r>
              <a:rPr lang="de-DE" dirty="0"/>
              <a:t> </a:t>
            </a:r>
            <a:r>
              <a:rPr lang="de-DE" dirty="0" err="1"/>
              <a:t>execution</a:t>
            </a:r>
            <a:r>
              <a:rPr lang="de-DE" dirty="0"/>
              <a:t> in different </a:t>
            </a:r>
            <a:r>
              <a:rPr lang="de-DE" dirty="0" err="1"/>
              <a:t>systems</a:t>
            </a:r>
            <a:r>
              <a:rPr lang="de-DE" dirty="0"/>
              <a:t>, </a:t>
            </a:r>
            <a:r>
              <a:rPr lang="de-DE" dirty="0" err="1"/>
              <a:t>if</a:t>
            </a:r>
            <a:r>
              <a:rPr lang="de-DE" dirty="0"/>
              <a:t> possible</a:t>
            </a:r>
          </a:p>
          <a:p>
            <a:r>
              <a:rPr lang="de-DE" dirty="0" err="1"/>
              <a:t>Comparison</a:t>
            </a:r>
            <a:r>
              <a:rPr lang="de-DE" dirty="0"/>
              <a:t> „</a:t>
            </a:r>
            <a:r>
              <a:rPr lang="de-DE" dirty="0" err="1"/>
              <a:t>bad</a:t>
            </a:r>
            <a:r>
              <a:rPr lang="de-DE" dirty="0"/>
              <a:t>“ and „</a:t>
            </a:r>
            <a:r>
              <a:rPr lang="de-DE" dirty="0" err="1"/>
              <a:t>good</a:t>
            </a:r>
            <a:r>
              <a:rPr lang="de-DE" dirty="0"/>
              <a:t>“ </a:t>
            </a:r>
            <a:r>
              <a:rPr lang="de-DE" dirty="0" err="1"/>
              <a:t>execution</a:t>
            </a:r>
            <a:r>
              <a:rPr lang="de-DE" dirty="0"/>
              <a:t> plan, </a:t>
            </a:r>
            <a:r>
              <a:rPr lang="de-DE" dirty="0" err="1"/>
              <a:t>if</a:t>
            </a:r>
            <a:r>
              <a:rPr lang="de-DE" dirty="0"/>
              <a:t> possible, </a:t>
            </a:r>
            <a:r>
              <a:rPr lang="de-DE" dirty="0" err="1"/>
              <a:t>because</a:t>
            </a:r>
            <a:r>
              <a:rPr lang="de-DE" dirty="0"/>
              <a:t> </a:t>
            </a:r>
            <a:r>
              <a:rPr lang="de-DE" dirty="0" err="1"/>
              <a:t>historicization</a:t>
            </a:r>
            <a:r>
              <a:rPr lang="de-DE" dirty="0"/>
              <a:t> </a:t>
            </a:r>
            <a:r>
              <a:rPr lang="de-DE" dirty="0" err="1"/>
              <a:t>of</a:t>
            </a:r>
            <a:r>
              <a:rPr lang="de-DE" dirty="0"/>
              <a:t> </a:t>
            </a:r>
            <a:r>
              <a:rPr lang="de-DE" dirty="0" err="1"/>
              <a:t>the</a:t>
            </a:r>
            <a:r>
              <a:rPr lang="de-DE" dirty="0"/>
              <a:t> </a:t>
            </a:r>
            <a:r>
              <a:rPr lang="de-DE" dirty="0" err="1"/>
              <a:t>plans</a:t>
            </a:r>
            <a:r>
              <a:rPr lang="de-DE" dirty="0"/>
              <a:t> </a:t>
            </a:r>
            <a:r>
              <a:rPr lang="de-DE" dirty="0" err="1"/>
              <a:t>is</a:t>
            </a:r>
            <a:r>
              <a:rPr lang="de-DE" dirty="0"/>
              <a:t> still not possible</a:t>
            </a:r>
          </a:p>
          <a:p>
            <a:r>
              <a:rPr lang="de-DE" dirty="0"/>
              <a:t>Maybe „</a:t>
            </a:r>
            <a:r>
              <a:rPr lang="de-DE" dirty="0" err="1"/>
              <a:t>good</a:t>
            </a:r>
            <a:r>
              <a:rPr lang="de-DE" dirty="0"/>
              <a:t> </a:t>
            </a:r>
            <a:r>
              <a:rPr lang="de-DE" dirty="0" err="1"/>
              <a:t>execution</a:t>
            </a:r>
            <a:r>
              <a:rPr lang="de-DE" dirty="0"/>
              <a:t> plan“ after </a:t>
            </a:r>
            <a:r>
              <a:rPr lang="de-DE" dirty="0" err="1"/>
              <a:t>removing</a:t>
            </a:r>
            <a:r>
              <a:rPr lang="de-DE" dirty="0"/>
              <a:t> PLAN-</a:t>
            </a:r>
            <a:r>
              <a:rPr lang="de-DE" dirty="0" err="1"/>
              <a:t>Ids</a:t>
            </a:r>
            <a:r>
              <a:rPr lang="de-DE" dirty="0"/>
              <a:t> and </a:t>
            </a:r>
            <a:r>
              <a:rPr lang="de-DE" dirty="0" err="1"/>
              <a:t>comparisation</a:t>
            </a:r>
            <a:r>
              <a:rPr lang="de-DE" dirty="0"/>
              <a:t> </a:t>
            </a:r>
            <a:r>
              <a:rPr lang="de-DE" dirty="0" err="1"/>
              <a:t>with</a:t>
            </a:r>
            <a:r>
              <a:rPr lang="de-DE" dirty="0"/>
              <a:t> „</a:t>
            </a:r>
            <a:r>
              <a:rPr lang="de-DE" dirty="0" err="1"/>
              <a:t>old</a:t>
            </a:r>
            <a:r>
              <a:rPr lang="de-DE" dirty="0"/>
              <a:t> </a:t>
            </a:r>
            <a:r>
              <a:rPr lang="de-DE" dirty="0" err="1"/>
              <a:t>bad</a:t>
            </a:r>
            <a:r>
              <a:rPr lang="de-DE" dirty="0"/>
              <a:t> plan“</a:t>
            </a:r>
          </a:p>
          <a:p>
            <a:r>
              <a:rPr lang="en-US" dirty="0"/>
              <a:t>experimenting with different execution plans</a:t>
            </a:r>
            <a:endParaRPr lang="de-DE" dirty="0"/>
          </a:p>
        </p:txBody>
      </p:sp>
      <p:sp>
        <p:nvSpPr>
          <p:cNvPr id="4" name="Textplatzhalter 3">
            <a:extLst>
              <a:ext uri="{FF2B5EF4-FFF2-40B4-BE49-F238E27FC236}">
                <a16:creationId xmlns:a16="http://schemas.microsoft.com/office/drawing/2014/main" id="{8A1B92D7-EB55-2414-FCD3-0C3F24698399}"/>
              </a:ext>
            </a:extLst>
          </p:cNvPr>
          <p:cNvSpPr>
            <a:spLocks noGrp="1"/>
          </p:cNvSpPr>
          <p:nvPr>
            <p:ph type="body" sz="quarter" idx="16"/>
          </p:nvPr>
        </p:nvSpPr>
        <p:spPr/>
        <p:txBody>
          <a:bodyPr/>
          <a:lstStyle/>
          <a:p>
            <a:r>
              <a:rPr lang="de-DE" dirty="0"/>
              <a:t>Determination and USE </a:t>
            </a:r>
            <a:r>
              <a:rPr lang="de-DE" dirty="0" err="1"/>
              <a:t>of</a:t>
            </a:r>
            <a:r>
              <a:rPr lang="de-DE" dirty="0"/>
              <a:t> </a:t>
            </a:r>
            <a:r>
              <a:rPr lang="de-DE" dirty="0" err="1"/>
              <a:t>Hints</a:t>
            </a:r>
            <a:endParaRPr lang="de-DE" dirty="0"/>
          </a:p>
        </p:txBody>
      </p:sp>
      <p:sp>
        <p:nvSpPr>
          <p:cNvPr id="5" name="Titel 4">
            <a:extLst>
              <a:ext uri="{FF2B5EF4-FFF2-40B4-BE49-F238E27FC236}">
                <a16:creationId xmlns:a16="http://schemas.microsoft.com/office/drawing/2014/main" id="{A7EB2FB0-182C-D4A5-EB98-3DF2B7E06AB6}"/>
              </a:ext>
            </a:extLst>
          </p:cNvPr>
          <p:cNvSpPr>
            <a:spLocks noGrp="1"/>
          </p:cNvSpPr>
          <p:nvPr>
            <p:ph type="title"/>
          </p:nvPr>
        </p:nvSpPr>
        <p:spPr>
          <a:xfrm>
            <a:off x="539999" y="720000"/>
            <a:ext cx="7892800" cy="471491"/>
          </a:xfrm>
        </p:spPr>
        <p:txBody>
          <a:bodyPr>
            <a:normAutofit fontScale="90000"/>
          </a:bodyPr>
          <a:lstStyle/>
          <a:p>
            <a:r>
              <a:rPr lang="en-US" sz="2800" dirty="0"/>
              <a:t>Execution plans are the key to validating hints</a:t>
            </a:r>
            <a:endParaRPr lang="de-DE" sz="2800" dirty="0"/>
          </a:p>
        </p:txBody>
      </p:sp>
      <p:sp>
        <p:nvSpPr>
          <p:cNvPr id="6" name="Datumsplatzhalter 5">
            <a:extLst>
              <a:ext uri="{FF2B5EF4-FFF2-40B4-BE49-F238E27FC236}">
                <a16:creationId xmlns:a16="http://schemas.microsoft.com/office/drawing/2014/main" id="{B8762E97-D095-B856-0618-C8F0F39DDE8E}"/>
              </a:ext>
            </a:extLst>
          </p:cNvPr>
          <p:cNvSpPr>
            <a:spLocks noGrp="1"/>
          </p:cNvSpPr>
          <p:nvPr>
            <p:ph type="dt" sz="half" idx="2"/>
          </p:nvPr>
        </p:nvSpPr>
        <p:spPr/>
        <p:txBody>
          <a:bodyPr/>
          <a:lstStyle/>
          <a:p>
            <a:r>
              <a:rPr lang="de-DE"/>
              <a:t>2025</a:t>
            </a:r>
            <a:endParaRPr lang="de-DE" dirty="0"/>
          </a:p>
        </p:txBody>
      </p:sp>
      <p:sp>
        <p:nvSpPr>
          <p:cNvPr id="7" name="Fußzeilenplatzhalter 6">
            <a:extLst>
              <a:ext uri="{FF2B5EF4-FFF2-40B4-BE49-F238E27FC236}">
                <a16:creationId xmlns:a16="http://schemas.microsoft.com/office/drawing/2014/main" id="{03780A59-D696-9485-064F-94951916F0B9}"/>
              </a:ext>
            </a:extLst>
          </p:cNvPr>
          <p:cNvSpPr>
            <a:spLocks noGrp="1"/>
          </p:cNvSpPr>
          <p:nvPr>
            <p:ph type="ftr" sz="quarter" idx="3"/>
          </p:nvPr>
        </p:nvSpPr>
        <p:spPr/>
        <p:txBody>
          <a:bodyPr/>
          <a:lstStyle/>
          <a:p>
            <a:r>
              <a:rPr lang="de-DE"/>
              <a:t>| HANA Tech Con </a:t>
            </a:r>
            <a:endParaRPr lang="de-DE" dirty="0"/>
          </a:p>
        </p:txBody>
      </p:sp>
    </p:spTree>
    <p:extLst>
      <p:ext uri="{BB962C8B-B14F-4D97-AF65-F5344CB8AC3E}">
        <p14:creationId xmlns:p14="http://schemas.microsoft.com/office/powerpoint/2010/main" val="14242420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BD5CAABE-35B1-228C-89AF-3E46BC0B85CA}"/>
              </a:ext>
            </a:extLst>
          </p:cNvPr>
          <p:cNvSpPr>
            <a:spLocks noGrp="1"/>
          </p:cNvSpPr>
          <p:nvPr>
            <p:ph idx="1"/>
          </p:nvPr>
        </p:nvSpPr>
        <p:spPr/>
        <p:txBody>
          <a:bodyPr>
            <a:normAutofit lnSpcReduction="10000"/>
          </a:bodyPr>
          <a:lstStyle/>
          <a:p>
            <a:r>
              <a:rPr lang="de-DE" dirty="0"/>
              <a:t>Check:</a:t>
            </a:r>
          </a:p>
          <a:p>
            <a:pPr lvl="1"/>
            <a:r>
              <a:rPr lang="de-DE" sz="1800" dirty="0" err="1"/>
              <a:t>ThreadSamples</a:t>
            </a:r>
            <a:endParaRPr lang="de-DE" sz="1800" dirty="0"/>
          </a:p>
          <a:p>
            <a:pPr lvl="1"/>
            <a:r>
              <a:rPr lang="de-DE" sz="1800" dirty="0"/>
              <a:t>Memory </a:t>
            </a:r>
            <a:r>
              <a:rPr lang="de-DE" sz="1800" dirty="0" err="1"/>
              <a:t>Allocators</a:t>
            </a:r>
            <a:endParaRPr lang="de-DE" sz="1800" dirty="0"/>
          </a:p>
          <a:p>
            <a:pPr lvl="1"/>
            <a:r>
              <a:rPr lang="de-DE" sz="1800" dirty="0" err="1"/>
              <a:t>CallStacks</a:t>
            </a:r>
            <a:endParaRPr lang="de-DE" sz="1800" dirty="0"/>
          </a:p>
          <a:p>
            <a:pPr lvl="1"/>
            <a:r>
              <a:rPr lang="de-DE" sz="1800" dirty="0"/>
              <a:t>HANA Traces </a:t>
            </a:r>
          </a:p>
          <a:p>
            <a:r>
              <a:rPr lang="de-DE" dirty="0" err="1"/>
              <a:t>Experiences</a:t>
            </a:r>
            <a:r>
              <a:rPr lang="de-DE" dirty="0"/>
              <a:t> </a:t>
            </a:r>
            <a:r>
              <a:rPr lang="de-DE" dirty="0" err="1"/>
              <a:t>from</a:t>
            </a:r>
            <a:r>
              <a:rPr lang="de-DE" dirty="0"/>
              <a:t> </a:t>
            </a:r>
            <a:r>
              <a:rPr lang="de-DE" dirty="0" err="1"/>
              <a:t>the</a:t>
            </a:r>
            <a:r>
              <a:rPr lang="de-DE" dirty="0"/>
              <a:t> SAP Notes 2000002, 1999997, 2142945, 2570371, 2100040, 2313619</a:t>
            </a:r>
          </a:p>
          <a:p>
            <a:r>
              <a:rPr lang="en-US" dirty="0"/>
              <a:t>HANA Configuration </a:t>
            </a:r>
            <a:r>
              <a:rPr lang="en-US" dirty="0" err="1"/>
              <a:t>MiniCheck</a:t>
            </a:r>
            <a:r>
              <a:rPr lang="en-US" dirty="0"/>
              <a:t>: M1114 </a:t>
            </a:r>
            <a:r>
              <a:rPr lang="en-US" dirty="0">
                <a:sym typeface="Wingdings" panose="05000000000000000000" pitchFamily="2" charset="2"/>
              </a:rPr>
              <a:t> </a:t>
            </a:r>
            <a:r>
              <a:rPr lang="en-US" dirty="0"/>
              <a:t>SQL with engine performance impact</a:t>
            </a:r>
            <a:endParaRPr lang="de-DE" dirty="0"/>
          </a:p>
          <a:p>
            <a:endParaRPr lang="de-DE" dirty="0"/>
          </a:p>
        </p:txBody>
      </p:sp>
      <p:sp>
        <p:nvSpPr>
          <p:cNvPr id="3" name="Textplatzhalter 2">
            <a:extLst>
              <a:ext uri="{FF2B5EF4-FFF2-40B4-BE49-F238E27FC236}">
                <a16:creationId xmlns:a16="http://schemas.microsoft.com/office/drawing/2014/main" id="{2AD720B3-5C87-FFDC-D97F-112F5FF1DEAA}"/>
              </a:ext>
            </a:extLst>
          </p:cNvPr>
          <p:cNvSpPr>
            <a:spLocks noGrp="1"/>
          </p:cNvSpPr>
          <p:nvPr>
            <p:ph type="body" sz="quarter" idx="16"/>
          </p:nvPr>
        </p:nvSpPr>
        <p:spPr/>
        <p:txBody>
          <a:bodyPr/>
          <a:lstStyle/>
          <a:p>
            <a:r>
              <a:rPr lang="de-DE" dirty="0"/>
              <a:t>Determination and USE </a:t>
            </a:r>
            <a:r>
              <a:rPr lang="de-DE" dirty="0" err="1"/>
              <a:t>of</a:t>
            </a:r>
            <a:r>
              <a:rPr lang="de-DE" dirty="0"/>
              <a:t> </a:t>
            </a:r>
            <a:r>
              <a:rPr lang="de-DE" dirty="0" err="1"/>
              <a:t>Hints</a:t>
            </a:r>
            <a:endParaRPr lang="de-DE" dirty="0"/>
          </a:p>
        </p:txBody>
      </p:sp>
      <p:sp>
        <p:nvSpPr>
          <p:cNvPr id="4" name="Titel 3">
            <a:extLst>
              <a:ext uri="{FF2B5EF4-FFF2-40B4-BE49-F238E27FC236}">
                <a16:creationId xmlns:a16="http://schemas.microsoft.com/office/drawing/2014/main" id="{E9FD5A38-1D89-CE5A-A89C-F62AF7038FE5}"/>
              </a:ext>
            </a:extLst>
          </p:cNvPr>
          <p:cNvSpPr>
            <a:spLocks noGrp="1"/>
          </p:cNvSpPr>
          <p:nvPr>
            <p:ph type="title"/>
          </p:nvPr>
        </p:nvSpPr>
        <p:spPr/>
        <p:txBody>
          <a:bodyPr/>
          <a:lstStyle/>
          <a:p>
            <a:r>
              <a:rPr lang="de-DE" b="1" i="0" dirty="0">
                <a:solidFill>
                  <a:srgbClr val="1D2228"/>
                </a:solidFill>
                <a:effectLst/>
                <a:latin typeface="Helvetica Neue"/>
              </a:rPr>
              <a:t> </a:t>
            </a:r>
            <a:r>
              <a:rPr lang="de-DE" sz="2500" dirty="0" err="1"/>
              <a:t>Determining</a:t>
            </a:r>
            <a:r>
              <a:rPr lang="de-DE" sz="2500" dirty="0"/>
              <a:t> </a:t>
            </a:r>
            <a:r>
              <a:rPr lang="de-DE" sz="2500" dirty="0" err="1"/>
              <a:t>Useful</a:t>
            </a:r>
            <a:r>
              <a:rPr lang="de-DE" sz="2500" dirty="0"/>
              <a:t> </a:t>
            </a:r>
            <a:r>
              <a:rPr lang="de-DE" sz="2500" dirty="0" err="1"/>
              <a:t>Hints</a:t>
            </a:r>
            <a:endParaRPr lang="de-DE" sz="2500" dirty="0"/>
          </a:p>
        </p:txBody>
      </p:sp>
      <p:sp>
        <p:nvSpPr>
          <p:cNvPr id="5" name="Datumsplatzhalter 4">
            <a:extLst>
              <a:ext uri="{FF2B5EF4-FFF2-40B4-BE49-F238E27FC236}">
                <a16:creationId xmlns:a16="http://schemas.microsoft.com/office/drawing/2014/main" id="{988F3404-198E-AB81-27C3-71D7AA399BF2}"/>
              </a:ext>
            </a:extLst>
          </p:cNvPr>
          <p:cNvSpPr>
            <a:spLocks noGrp="1"/>
          </p:cNvSpPr>
          <p:nvPr>
            <p:ph type="dt" sz="half" idx="2"/>
          </p:nvPr>
        </p:nvSpPr>
        <p:spPr/>
        <p:txBody>
          <a:bodyPr/>
          <a:lstStyle/>
          <a:p>
            <a:r>
              <a:rPr lang="de-DE"/>
              <a:t>2025</a:t>
            </a:r>
            <a:endParaRPr lang="de-DE" dirty="0"/>
          </a:p>
        </p:txBody>
      </p:sp>
      <p:sp>
        <p:nvSpPr>
          <p:cNvPr id="6" name="Fußzeilenplatzhalter 5">
            <a:extLst>
              <a:ext uri="{FF2B5EF4-FFF2-40B4-BE49-F238E27FC236}">
                <a16:creationId xmlns:a16="http://schemas.microsoft.com/office/drawing/2014/main" id="{79661D63-59DC-6D96-8053-6F4ECDE32483}"/>
              </a:ext>
            </a:extLst>
          </p:cNvPr>
          <p:cNvSpPr>
            <a:spLocks noGrp="1"/>
          </p:cNvSpPr>
          <p:nvPr>
            <p:ph type="ftr" sz="quarter" idx="3"/>
          </p:nvPr>
        </p:nvSpPr>
        <p:spPr/>
        <p:txBody>
          <a:bodyPr/>
          <a:lstStyle/>
          <a:p>
            <a:r>
              <a:rPr lang="de-DE"/>
              <a:t>| HANA Tech Con </a:t>
            </a:r>
            <a:endParaRPr lang="de-DE" dirty="0"/>
          </a:p>
        </p:txBody>
      </p:sp>
    </p:spTree>
    <p:extLst>
      <p:ext uri="{BB962C8B-B14F-4D97-AF65-F5344CB8AC3E}">
        <p14:creationId xmlns:p14="http://schemas.microsoft.com/office/powerpoint/2010/main" val="26583883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894045-4BE8-0507-AED4-6D1362862A79}"/>
              </a:ext>
            </a:extLst>
          </p:cNvPr>
          <p:cNvSpPr>
            <a:spLocks noGrp="1"/>
          </p:cNvSpPr>
          <p:nvPr>
            <p:ph type="title"/>
          </p:nvPr>
        </p:nvSpPr>
        <p:spPr/>
        <p:txBody>
          <a:bodyPr/>
          <a:lstStyle/>
          <a:p>
            <a:r>
              <a:rPr lang="de-DE" dirty="0"/>
              <a:t>Determination </a:t>
            </a:r>
            <a:r>
              <a:rPr lang="de-DE" dirty="0" err="1"/>
              <a:t>of</a:t>
            </a:r>
            <a:r>
              <a:rPr lang="de-DE" dirty="0"/>
              <a:t> </a:t>
            </a:r>
            <a:r>
              <a:rPr lang="de-DE" dirty="0" err="1"/>
              <a:t>Hints</a:t>
            </a:r>
            <a:endParaRPr lang="de-DE" dirty="0"/>
          </a:p>
        </p:txBody>
      </p:sp>
      <p:sp>
        <p:nvSpPr>
          <p:cNvPr id="3" name="Inhaltsplatzhalter 2">
            <a:extLst>
              <a:ext uri="{FF2B5EF4-FFF2-40B4-BE49-F238E27FC236}">
                <a16:creationId xmlns:a16="http://schemas.microsoft.com/office/drawing/2014/main" id="{F9561927-C3A1-D470-3583-CD28A5D924C2}"/>
              </a:ext>
            </a:extLst>
          </p:cNvPr>
          <p:cNvSpPr>
            <a:spLocks noGrp="1"/>
          </p:cNvSpPr>
          <p:nvPr>
            <p:ph idx="1"/>
          </p:nvPr>
        </p:nvSpPr>
        <p:spPr/>
        <p:txBody>
          <a:bodyPr/>
          <a:lstStyle/>
          <a:p>
            <a:r>
              <a:rPr lang="de-DE" dirty="0" err="1"/>
              <a:t>MiniCheck</a:t>
            </a:r>
            <a:r>
              <a:rPr lang="de-DE" dirty="0"/>
              <a:t>: |M1114 </a:t>
            </a:r>
            <a:r>
              <a:rPr lang="de-DE" dirty="0">
                <a:sym typeface="Wingdings" panose="05000000000000000000" pitchFamily="2" charset="2"/>
              </a:rPr>
              <a:t> </a:t>
            </a:r>
            <a:r>
              <a:rPr lang="de-DE" dirty="0"/>
              <a:t>SQL </a:t>
            </a:r>
            <a:r>
              <a:rPr lang="de-DE" dirty="0" err="1"/>
              <a:t>with</a:t>
            </a:r>
            <a:r>
              <a:rPr lang="de-DE" dirty="0"/>
              <a:t> </a:t>
            </a:r>
            <a:r>
              <a:rPr lang="de-DE" dirty="0" err="1"/>
              <a:t>engine</a:t>
            </a:r>
            <a:r>
              <a:rPr lang="de-DE" dirty="0"/>
              <a:t> </a:t>
            </a:r>
            <a:r>
              <a:rPr lang="de-DE" dirty="0" err="1"/>
              <a:t>performance</a:t>
            </a:r>
            <a:r>
              <a:rPr lang="de-DE" dirty="0"/>
              <a:t> </a:t>
            </a:r>
            <a:r>
              <a:rPr lang="de-DE" dirty="0" err="1"/>
              <a:t>impact</a:t>
            </a:r>
            <a:r>
              <a:rPr lang="de-DE" dirty="0"/>
              <a:t> |             |374fcb575b1181156204d124f1c5ca94 (CO 6 s vs. C 56 </a:t>
            </a:r>
            <a:r>
              <a:rPr lang="de-DE" dirty="0" err="1"/>
              <a:t>ms</a:t>
            </a:r>
            <a:r>
              <a:rPr lang="de-DE" dirty="0"/>
              <a:t>)       </a:t>
            </a:r>
          </a:p>
          <a:p>
            <a:pPr marL="0" indent="0">
              <a:buNone/>
            </a:pPr>
            <a:endParaRPr lang="de-DE" dirty="0"/>
          </a:p>
        </p:txBody>
      </p:sp>
      <p:sp>
        <p:nvSpPr>
          <p:cNvPr id="4" name="Textplatzhalter 3">
            <a:extLst>
              <a:ext uri="{FF2B5EF4-FFF2-40B4-BE49-F238E27FC236}">
                <a16:creationId xmlns:a16="http://schemas.microsoft.com/office/drawing/2014/main" id="{16306C4F-4C1B-CC02-6B8F-85284A03DBE6}"/>
              </a:ext>
            </a:extLst>
          </p:cNvPr>
          <p:cNvSpPr>
            <a:spLocks noGrp="1"/>
          </p:cNvSpPr>
          <p:nvPr>
            <p:ph type="body" sz="quarter" idx="16"/>
          </p:nvPr>
        </p:nvSpPr>
        <p:spPr/>
        <p:txBody>
          <a:bodyPr/>
          <a:lstStyle/>
          <a:p>
            <a:r>
              <a:rPr lang="de-DE" dirty="0"/>
              <a:t>Determination and USE </a:t>
            </a:r>
            <a:r>
              <a:rPr lang="de-DE" dirty="0" err="1"/>
              <a:t>of</a:t>
            </a:r>
            <a:r>
              <a:rPr lang="de-DE" dirty="0"/>
              <a:t> </a:t>
            </a:r>
            <a:r>
              <a:rPr lang="de-DE" dirty="0" err="1"/>
              <a:t>Hints</a:t>
            </a:r>
            <a:endParaRPr lang="de-DE" dirty="0"/>
          </a:p>
        </p:txBody>
      </p:sp>
      <p:pic>
        <p:nvPicPr>
          <p:cNvPr id="9" name="Bildplatzhalter 8">
            <a:extLst>
              <a:ext uri="{FF2B5EF4-FFF2-40B4-BE49-F238E27FC236}">
                <a16:creationId xmlns:a16="http://schemas.microsoft.com/office/drawing/2014/main" id="{AEE4E600-6BDF-6B51-2A4E-3EF14FA8C18C}"/>
              </a:ext>
            </a:extLst>
          </p:cNvPr>
          <p:cNvPicPr>
            <a:picLocks noGrp="1" noChangeAspect="1"/>
          </p:cNvPicPr>
          <p:nvPr>
            <p:ph type="pic" sz="quarter" idx="17"/>
          </p:nvPr>
        </p:nvPicPr>
        <p:blipFill>
          <a:blip r:embed="rId2"/>
          <a:srcRect t="9521" b="9521"/>
          <a:stretch/>
        </p:blipFill>
        <p:spPr/>
      </p:pic>
      <p:sp>
        <p:nvSpPr>
          <p:cNvPr id="6" name="Datumsplatzhalter 5">
            <a:extLst>
              <a:ext uri="{FF2B5EF4-FFF2-40B4-BE49-F238E27FC236}">
                <a16:creationId xmlns:a16="http://schemas.microsoft.com/office/drawing/2014/main" id="{A1B0890C-BD31-1B95-4FD2-101EF84FA57E}"/>
              </a:ext>
            </a:extLst>
          </p:cNvPr>
          <p:cNvSpPr>
            <a:spLocks noGrp="1"/>
          </p:cNvSpPr>
          <p:nvPr>
            <p:ph type="dt" sz="half" idx="2"/>
          </p:nvPr>
        </p:nvSpPr>
        <p:spPr/>
        <p:txBody>
          <a:bodyPr/>
          <a:lstStyle/>
          <a:p>
            <a:r>
              <a:rPr lang="de-DE"/>
              <a:t>2025</a:t>
            </a:r>
            <a:endParaRPr lang="de-DE" dirty="0"/>
          </a:p>
        </p:txBody>
      </p:sp>
      <p:sp>
        <p:nvSpPr>
          <p:cNvPr id="7" name="Fußzeilenplatzhalter 6">
            <a:extLst>
              <a:ext uri="{FF2B5EF4-FFF2-40B4-BE49-F238E27FC236}">
                <a16:creationId xmlns:a16="http://schemas.microsoft.com/office/drawing/2014/main" id="{286582CA-C0AD-D054-82BA-2BAB2F197A44}"/>
              </a:ext>
            </a:extLst>
          </p:cNvPr>
          <p:cNvSpPr>
            <a:spLocks noGrp="1"/>
          </p:cNvSpPr>
          <p:nvPr>
            <p:ph type="ftr" sz="quarter" idx="3"/>
          </p:nvPr>
        </p:nvSpPr>
        <p:spPr/>
        <p:txBody>
          <a:bodyPr/>
          <a:lstStyle/>
          <a:p>
            <a:r>
              <a:rPr lang="de-DE"/>
              <a:t>| HANA Tech Con </a:t>
            </a:r>
            <a:endParaRPr lang="de-DE" dirty="0"/>
          </a:p>
        </p:txBody>
      </p:sp>
    </p:spTree>
    <p:extLst>
      <p:ext uri="{BB962C8B-B14F-4D97-AF65-F5344CB8AC3E}">
        <p14:creationId xmlns:p14="http://schemas.microsoft.com/office/powerpoint/2010/main" val="12636159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9301F6A4-14CE-212A-13E2-45DE78D5E5D7}"/>
              </a:ext>
            </a:extLst>
          </p:cNvPr>
          <p:cNvSpPr>
            <a:spLocks noGrp="1"/>
          </p:cNvSpPr>
          <p:nvPr>
            <p:ph idx="1"/>
          </p:nvPr>
        </p:nvSpPr>
        <p:spPr/>
        <p:txBody>
          <a:bodyPr/>
          <a:lstStyle/>
          <a:p>
            <a:r>
              <a:rPr lang="de-DE" dirty="0" err="1"/>
              <a:t>HANA_SQL_ExpensiveStatements_BindValues</a:t>
            </a:r>
            <a:endParaRPr lang="de-DE" dirty="0"/>
          </a:p>
          <a:p>
            <a:r>
              <a:rPr lang="de-DE" dirty="0" err="1"/>
              <a:t>HANA_SQL_StatementHash_DataCollector</a:t>
            </a:r>
            <a:endParaRPr lang="de-DE" dirty="0"/>
          </a:p>
          <a:p>
            <a:r>
              <a:rPr lang="de-DE" dirty="0" err="1"/>
              <a:t>HANA_SQL_StatementHash_SQLText</a:t>
            </a:r>
            <a:endParaRPr lang="de-DE" dirty="0"/>
          </a:p>
          <a:p>
            <a:r>
              <a:rPr lang="de-DE" dirty="0"/>
              <a:t>ABAP ST05 Trace</a:t>
            </a:r>
          </a:p>
        </p:txBody>
      </p:sp>
      <p:sp>
        <p:nvSpPr>
          <p:cNvPr id="3" name="Textplatzhalter 2">
            <a:extLst>
              <a:ext uri="{FF2B5EF4-FFF2-40B4-BE49-F238E27FC236}">
                <a16:creationId xmlns:a16="http://schemas.microsoft.com/office/drawing/2014/main" id="{EF53C8D1-C5D8-2A6D-5A0E-742BCA381654}"/>
              </a:ext>
            </a:extLst>
          </p:cNvPr>
          <p:cNvSpPr>
            <a:spLocks noGrp="1"/>
          </p:cNvSpPr>
          <p:nvPr>
            <p:ph type="body" sz="quarter" idx="16"/>
          </p:nvPr>
        </p:nvSpPr>
        <p:spPr/>
        <p:txBody>
          <a:bodyPr/>
          <a:lstStyle/>
          <a:p>
            <a:r>
              <a:rPr lang="de-DE" dirty="0"/>
              <a:t>Determination and USE </a:t>
            </a:r>
            <a:r>
              <a:rPr lang="de-DE" dirty="0" err="1"/>
              <a:t>of</a:t>
            </a:r>
            <a:r>
              <a:rPr lang="de-DE" dirty="0"/>
              <a:t> </a:t>
            </a:r>
            <a:r>
              <a:rPr lang="de-DE" dirty="0" err="1"/>
              <a:t>Hints</a:t>
            </a:r>
            <a:endParaRPr lang="de-DE" dirty="0"/>
          </a:p>
        </p:txBody>
      </p:sp>
      <p:sp>
        <p:nvSpPr>
          <p:cNvPr id="4" name="Titel 3">
            <a:extLst>
              <a:ext uri="{FF2B5EF4-FFF2-40B4-BE49-F238E27FC236}">
                <a16:creationId xmlns:a16="http://schemas.microsoft.com/office/drawing/2014/main" id="{A3234A7B-BF70-DF87-B3CF-093E10A6CF45}"/>
              </a:ext>
            </a:extLst>
          </p:cNvPr>
          <p:cNvSpPr>
            <a:spLocks noGrp="1"/>
          </p:cNvSpPr>
          <p:nvPr>
            <p:ph type="title"/>
          </p:nvPr>
        </p:nvSpPr>
        <p:spPr/>
        <p:txBody>
          <a:bodyPr>
            <a:normAutofit fontScale="90000"/>
          </a:bodyPr>
          <a:lstStyle/>
          <a:p>
            <a:r>
              <a:rPr lang="de-DE" dirty="0"/>
              <a:t>Determination </a:t>
            </a:r>
            <a:r>
              <a:rPr lang="de-DE" dirty="0" err="1"/>
              <a:t>of</a:t>
            </a:r>
            <a:r>
              <a:rPr lang="de-DE" dirty="0"/>
              <a:t> </a:t>
            </a:r>
            <a:r>
              <a:rPr lang="de-DE" dirty="0" err="1"/>
              <a:t>Hints</a:t>
            </a:r>
            <a:r>
              <a:rPr lang="de-DE" dirty="0"/>
              <a:t>: TESTS </a:t>
            </a:r>
            <a:r>
              <a:rPr lang="de-DE" dirty="0" err="1"/>
              <a:t>with</a:t>
            </a:r>
            <a:r>
              <a:rPr lang="de-DE" dirty="0"/>
              <a:t> BIND VARIABLES</a:t>
            </a:r>
          </a:p>
        </p:txBody>
      </p:sp>
      <p:sp>
        <p:nvSpPr>
          <p:cNvPr id="6" name="Datumsplatzhalter 5">
            <a:extLst>
              <a:ext uri="{FF2B5EF4-FFF2-40B4-BE49-F238E27FC236}">
                <a16:creationId xmlns:a16="http://schemas.microsoft.com/office/drawing/2014/main" id="{0F1214F0-DB4F-29B5-F282-9861605D9778}"/>
              </a:ext>
            </a:extLst>
          </p:cNvPr>
          <p:cNvSpPr>
            <a:spLocks noGrp="1"/>
          </p:cNvSpPr>
          <p:nvPr>
            <p:ph type="dt" sz="half" idx="2"/>
          </p:nvPr>
        </p:nvSpPr>
        <p:spPr/>
        <p:txBody>
          <a:bodyPr/>
          <a:lstStyle/>
          <a:p>
            <a:r>
              <a:rPr lang="de-DE"/>
              <a:t>2025</a:t>
            </a:r>
            <a:endParaRPr lang="de-DE" dirty="0"/>
          </a:p>
        </p:txBody>
      </p:sp>
      <p:sp>
        <p:nvSpPr>
          <p:cNvPr id="7" name="Fußzeilenplatzhalter 6">
            <a:extLst>
              <a:ext uri="{FF2B5EF4-FFF2-40B4-BE49-F238E27FC236}">
                <a16:creationId xmlns:a16="http://schemas.microsoft.com/office/drawing/2014/main" id="{2B62E7AE-4B63-7FC5-C221-CFE96BDF9796}"/>
              </a:ext>
            </a:extLst>
          </p:cNvPr>
          <p:cNvSpPr>
            <a:spLocks noGrp="1"/>
          </p:cNvSpPr>
          <p:nvPr>
            <p:ph type="ftr" sz="quarter" idx="3"/>
          </p:nvPr>
        </p:nvSpPr>
        <p:spPr/>
        <p:txBody>
          <a:bodyPr/>
          <a:lstStyle/>
          <a:p>
            <a:r>
              <a:rPr lang="de-DE"/>
              <a:t>| HANA Tech Con </a:t>
            </a:r>
            <a:endParaRPr lang="de-DE" dirty="0"/>
          </a:p>
        </p:txBody>
      </p:sp>
      <p:pic>
        <p:nvPicPr>
          <p:cNvPr id="8" name="Inhaltsplatzhalter 7">
            <a:extLst>
              <a:ext uri="{FF2B5EF4-FFF2-40B4-BE49-F238E27FC236}">
                <a16:creationId xmlns:a16="http://schemas.microsoft.com/office/drawing/2014/main" id="{7C5CB908-CDE5-CFB6-30E1-FA38D4F1FD02}"/>
              </a:ext>
            </a:extLst>
          </p:cNvPr>
          <p:cNvPicPr>
            <a:picLocks noGrp="1" noChangeAspect="1"/>
          </p:cNvPicPr>
          <p:nvPr>
            <p:ph idx="17"/>
          </p:nvPr>
        </p:nvPicPr>
        <p:blipFill>
          <a:blip r:embed="rId2"/>
          <a:stretch>
            <a:fillRect/>
          </a:stretch>
        </p:blipFill>
        <p:spPr>
          <a:xfrm>
            <a:off x="4665029" y="2662866"/>
            <a:ext cx="3941763" cy="1180420"/>
          </a:xfrm>
        </p:spPr>
      </p:pic>
    </p:spTree>
    <p:extLst>
      <p:ext uri="{BB962C8B-B14F-4D97-AF65-F5344CB8AC3E}">
        <p14:creationId xmlns:p14="http://schemas.microsoft.com/office/powerpoint/2010/main" val="3045556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7E9913-C2F6-03CC-8EFE-CE75D006B43C}"/>
              </a:ext>
            </a:extLst>
          </p:cNvPr>
          <p:cNvSpPr>
            <a:spLocks noGrp="1"/>
          </p:cNvSpPr>
          <p:nvPr>
            <p:ph type="title"/>
          </p:nvPr>
        </p:nvSpPr>
        <p:spPr/>
        <p:txBody>
          <a:bodyPr>
            <a:normAutofit fontScale="90000"/>
          </a:bodyPr>
          <a:lstStyle/>
          <a:p>
            <a:r>
              <a:rPr lang="en-US" sz="2800" dirty="0"/>
              <a:t>EXAMPLES:</a:t>
            </a:r>
            <a:r>
              <a:rPr lang="de-DE" sz="1800" dirty="0"/>
              <a:t> </a:t>
            </a:r>
            <a:r>
              <a:rPr lang="en-US" sz="2800" dirty="0"/>
              <a:t>Changing an Execution Engine Decision</a:t>
            </a:r>
            <a:endParaRPr lang="de-DE" dirty="0"/>
          </a:p>
        </p:txBody>
      </p:sp>
      <p:sp>
        <p:nvSpPr>
          <p:cNvPr id="4" name="Textplatzhalter 3">
            <a:extLst>
              <a:ext uri="{FF2B5EF4-FFF2-40B4-BE49-F238E27FC236}">
                <a16:creationId xmlns:a16="http://schemas.microsoft.com/office/drawing/2014/main" id="{0B2CFD7A-0975-C84A-EAC4-912D5B9A0BE3}"/>
              </a:ext>
            </a:extLst>
          </p:cNvPr>
          <p:cNvSpPr>
            <a:spLocks noGrp="1"/>
          </p:cNvSpPr>
          <p:nvPr>
            <p:ph type="body" sz="quarter" idx="16"/>
          </p:nvPr>
        </p:nvSpPr>
        <p:spPr/>
        <p:txBody>
          <a:bodyPr/>
          <a:lstStyle/>
          <a:p>
            <a:r>
              <a:rPr lang="de-DE" dirty="0" err="1"/>
              <a:t>Experiences</a:t>
            </a:r>
            <a:r>
              <a:rPr lang="de-DE" dirty="0"/>
              <a:t> </a:t>
            </a:r>
            <a:r>
              <a:rPr lang="de-DE" dirty="0" err="1"/>
              <a:t>with</a:t>
            </a:r>
            <a:r>
              <a:rPr lang="de-DE" dirty="0"/>
              <a:t> SAP HANA Statements </a:t>
            </a:r>
            <a:r>
              <a:rPr lang="de-DE" dirty="0" err="1"/>
              <a:t>Hints</a:t>
            </a:r>
            <a:endParaRPr lang="de-DE" dirty="0"/>
          </a:p>
        </p:txBody>
      </p:sp>
      <p:sp>
        <p:nvSpPr>
          <p:cNvPr id="6" name="Datumsplatzhalter 5">
            <a:extLst>
              <a:ext uri="{FF2B5EF4-FFF2-40B4-BE49-F238E27FC236}">
                <a16:creationId xmlns:a16="http://schemas.microsoft.com/office/drawing/2014/main" id="{618B5B58-CAE9-1261-6FF1-8DA6900578F3}"/>
              </a:ext>
            </a:extLst>
          </p:cNvPr>
          <p:cNvSpPr>
            <a:spLocks noGrp="1"/>
          </p:cNvSpPr>
          <p:nvPr>
            <p:ph type="dt" sz="half" idx="2"/>
          </p:nvPr>
        </p:nvSpPr>
        <p:spPr/>
        <p:txBody>
          <a:bodyPr/>
          <a:lstStyle/>
          <a:p>
            <a:r>
              <a:rPr lang="de-DE"/>
              <a:t>2025</a:t>
            </a:r>
            <a:endParaRPr lang="de-DE" dirty="0"/>
          </a:p>
        </p:txBody>
      </p:sp>
      <p:sp>
        <p:nvSpPr>
          <p:cNvPr id="7" name="Fußzeilenplatzhalter 6">
            <a:extLst>
              <a:ext uri="{FF2B5EF4-FFF2-40B4-BE49-F238E27FC236}">
                <a16:creationId xmlns:a16="http://schemas.microsoft.com/office/drawing/2014/main" id="{C023B5C8-91AA-83C9-7425-77CB21DFDF1E}"/>
              </a:ext>
            </a:extLst>
          </p:cNvPr>
          <p:cNvSpPr>
            <a:spLocks noGrp="1"/>
          </p:cNvSpPr>
          <p:nvPr>
            <p:ph type="ftr" sz="quarter" idx="3"/>
          </p:nvPr>
        </p:nvSpPr>
        <p:spPr/>
        <p:txBody>
          <a:bodyPr/>
          <a:lstStyle/>
          <a:p>
            <a:r>
              <a:rPr lang="de-DE"/>
              <a:t>| HANA Tech Con </a:t>
            </a:r>
            <a:endParaRPr lang="de-DE" dirty="0"/>
          </a:p>
        </p:txBody>
      </p:sp>
      <p:pic>
        <p:nvPicPr>
          <p:cNvPr id="13" name="Inhaltsplatzhalter 12">
            <a:extLst>
              <a:ext uri="{FF2B5EF4-FFF2-40B4-BE49-F238E27FC236}">
                <a16:creationId xmlns:a16="http://schemas.microsoft.com/office/drawing/2014/main" id="{61B891B7-8289-AC6C-EEEE-C1593217772C}"/>
              </a:ext>
            </a:extLst>
          </p:cNvPr>
          <p:cNvPicPr>
            <a:picLocks noGrp="1" noChangeAspect="1"/>
          </p:cNvPicPr>
          <p:nvPr>
            <p:ph idx="1"/>
          </p:nvPr>
        </p:nvPicPr>
        <p:blipFill>
          <a:blip r:embed="rId2"/>
          <a:stretch>
            <a:fillRect/>
          </a:stretch>
        </p:blipFill>
        <p:spPr>
          <a:xfrm>
            <a:off x="605386" y="1654409"/>
            <a:ext cx="7105852" cy="1339850"/>
          </a:xfrm>
        </p:spPr>
      </p:pic>
      <p:sp>
        <p:nvSpPr>
          <p:cNvPr id="8" name="Bildplatzhalter 7">
            <a:extLst>
              <a:ext uri="{FF2B5EF4-FFF2-40B4-BE49-F238E27FC236}">
                <a16:creationId xmlns:a16="http://schemas.microsoft.com/office/drawing/2014/main" id="{1A00BD8E-80C0-8A3B-7C31-015B7369A66D}"/>
              </a:ext>
            </a:extLst>
          </p:cNvPr>
          <p:cNvSpPr>
            <a:spLocks noGrp="1"/>
          </p:cNvSpPr>
          <p:nvPr>
            <p:ph type="pic" sz="quarter" idx="17"/>
          </p:nvPr>
        </p:nvSpPr>
        <p:spPr/>
        <p:txBody>
          <a:bodyPr/>
          <a:lstStyle/>
          <a:p>
            <a:endParaRPr lang="de-DE"/>
          </a:p>
        </p:txBody>
      </p:sp>
    </p:spTree>
    <p:extLst>
      <p:ext uri="{BB962C8B-B14F-4D97-AF65-F5344CB8AC3E}">
        <p14:creationId xmlns:p14="http://schemas.microsoft.com/office/powerpoint/2010/main" val="860881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2304674B-392B-2FDA-212F-0872E5E918CC}"/>
              </a:ext>
            </a:extLst>
          </p:cNvPr>
          <p:cNvSpPr>
            <a:spLocks noGrp="1"/>
          </p:cNvSpPr>
          <p:nvPr>
            <p:ph type="body" sz="quarter" idx="16"/>
          </p:nvPr>
        </p:nvSpPr>
        <p:spPr/>
        <p:txBody>
          <a:bodyPr/>
          <a:lstStyle/>
          <a:p>
            <a:r>
              <a:rPr lang="de-DE" sz="1000" dirty="0"/>
              <a:t>HANA STATEMENT HINTS</a:t>
            </a:r>
            <a:endParaRPr lang="de-DE" dirty="0"/>
          </a:p>
          <a:p>
            <a:r>
              <a:rPr lang="de-DE" dirty="0" err="1"/>
              <a:t>Experiences</a:t>
            </a:r>
            <a:r>
              <a:rPr lang="de-DE" dirty="0"/>
              <a:t> </a:t>
            </a:r>
            <a:r>
              <a:rPr lang="de-DE" dirty="0" err="1"/>
              <a:t>with</a:t>
            </a:r>
            <a:r>
              <a:rPr lang="de-DE" dirty="0"/>
              <a:t> SAP HANA Statements </a:t>
            </a:r>
            <a:r>
              <a:rPr lang="de-DE" dirty="0" err="1"/>
              <a:t>Hints</a:t>
            </a:r>
            <a:endParaRPr lang="de-DE" dirty="0"/>
          </a:p>
          <a:p>
            <a:endParaRPr lang="de-DE" dirty="0"/>
          </a:p>
        </p:txBody>
      </p:sp>
      <p:sp>
        <p:nvSpPr>
          <p:cNvPr id="4" name="Titel 3">
            <a:extLst>
              <a:ext uri="{FF2B5EF4-FFF2-40B4-BE49-F238E27FC236}">
                <a16:creationId xmlns:a16="http://schemas.microsoft.com/office/drawing/2014/main" id="{95C612D7-DB71-2396-2BD2-E6D601C47DB3}"/>
              </a:ext>
            </a:extLst>
          </p:cNvPr>
          <p:cNvSpPr>
            <a:spLocks noGrp="1"/>
          </p:cNvSpPr>
          <p:nvPr>
            <p:ph type="title"/>
          </p:nvPr>
        </p:nvSpPr>
        <p:spPr/>
        <p:txBody>
          <a:bodyPr>
            <a:normAutofit fontScale="90000"/>
          </a:bodyPr>
          <a:lstStyle/>
          <a:p>
            <a:r>
              <a:rPr lang="en-US" sz="2400" dirty="0"/>
              <a:t>EXAMPLES:</a:t>
            </a:r>
            <a:r>
              <a:rPr lang="de-DE" sz="1600" dirty="0"/>
              <a:t> </a:t>
            </a:r>
            <a:r>
              <a:rPr lang="en-US" sz="2400" dirty="0"/>
              <a:t>Changing an Execution Engine Decision</a:t>
            </a:r>
            <a:endParaRPr lang="de-DE" dirty="0"/>
          </a:p>
        </p:txBody>
      </p:sp>
      <p:sp>
        <p:nvSpPr>
          <p:cNvPr id="5" name="Datumsplatzhalter 4">
            <a:extLst>
              <a:ext uri="{FF2B5EF4-FFF2-40B4-BE49-F238E27FC236}">
                <a16:creationId xmlns:a16="http://schemas.microsoft.com/office/drawing/2014/main" id="{3F63836D-10DF-69B9-417D-221609C4BE39}"/>
              </a:ext>
            </a:extLst>
          </p:cNvPr>
          <p:cNvSpPr>
            <a:spLocks noGrp="1"/>
          </p:cNvSpPr>
          <p:nvPr>
            <p:ph type="dt" sz="half" idx="2"/>
          </p:nvPr>
        </p:nvSpPr>
        <p:spPr/>
        <p:txBody>
          <a:bodyPr/>
          <a:lstStyle/>
          <a:p>
            <a:r>
              <a:rPr lang="de-DE"/>
              <a:t>2025</a:t>
            </a:r>
            <a:endParaRPr lang="de-DE" dirty="0"/>
          </a:p>
        </p:txBody>
      </p:sp>
      <p:sp>
        <p:nvSpPr>
          <p:cNvPr id="6" name="Fußzeilenplatzhalter 5">
            <a:extLst>
              <a:ext uri="{FF2B5EF4-FFF2-40B4-BE49-F238E27FC236}">
                <a16:creationId xmlns:a16="http://schemas.microsoft.com/office/drawing/2014/main" id="{81A73370-635A-D8E6-BF95-54E1F4B426D0}"/>
              </a:ext>
            </a:extLst>
          </p:cNvPr>
          <p:cNvSpPr>
            <a:spLocks noGrp="1"/>
          </p:cNvSpPr>
          <p:nvPr>
            <p:ph type="ftr" sz="quarter" idx="3"/>
          </p:nvPr>
        </p:nvSpPr>
        <p:spPr/>
        <p:txBody>
          <a:bodyPr/>
          <a:lstStyle/>
          <a:p>
            <a:r>
              <a:rPr lang="de-DE"/>
              <a:t>| HANA Tech Con </a:t>
            </a:r>
            <a:endParaRPr lang="de-DE" dirty="0"/>
          </a:p>
        </p:txBody>
      </p:sp>
      <p:pic>
        <p:nvPicPr>
          <p:cNvPr id="7" name="Inhaltsplatzhalter 7">
            <a:extLst>
              <a:ext uri="{FF2B5EF4-FFF2-40B4-BE49-F238E27FC236}">
                <a16:creationId xmlns:a16="http://schemas.microsoft.com/office/drawing/2014/main" id="{93808FC4-5FD4-2394-A9FC-32CD49836478}"/>
              </a:ext>
            </a:extLst>
          </p:cNvPr>
          <p:cNvPicPr>
            <a:picLocks noGrp="1" noChangeAspect="1"/>
          </p:cNvPicPr>
          <p:nvPr>
            <p:ph idx="1"/>
          </p:nvPr>
        </p:nvPicPr>
        <p:blipFill>
          <a:blip r:embed="rId2"/>
          <a:stretch>
            <a:fillRect/>
          </a:stretch>
        </p:blipFill>
        <p:spPr>
          <a:xfrm>
            <a:off x="659050" y="1718400"/>
            <a:ext cx="6444342" cy="2705100"/>
          </a:xfrm>
        </p:spPr>
      </p:pic>
    </p:spTree>
    <p:extLst>
      <p:ext uri="{BB962C8B-B14F-4D97-AF65-F5344CB8AC3E}">
        <p14:creationId xmlns:p14="http://schemas.microsoft.com/office/powerpoint/2010/main" val="29830481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nhaltsplatzhalter 7">
            <a:extLst>
              <a:ext uri="{FF2B5EF4-FFF2-40B4-BE49-F238E27FC236}">
                <a16:creationId xmlns:a16="http://schemas.microsoft.com/office/drawing/2014/main" id="{9F1C54F6-E463-CD16-25E8-B01E00457D35}"/>
              </a:ext>
            </a:extLst>
          </p:cNvPr>
          <p:cNvPicPr>
            <a:picLocks noGrp="1" noChangeAspect="1"/>
          </p:cNvPicPr>
          <p:nvPr>
            <p:ph idx="1"/>
          </p:nvPr>
        </p:nvPicPr>
        <p:blipFill>
          <a:blip r:embed="rId2"/>
          <a:stretch>
            <a:fillRect/>
          </a:stretch>
        </p:blipFill>
        <p:spPr>
          <a:xfrm>
            <a:off x="624681" y="2392042"/>
            <a:ext cx="7894638" cy="1777485"/>
          </a:xfrm>
        </p:spPr>
      </p:pic>
      <p:sp>
        <p:nvSpPr>
          <p:cNvPr id="3" name="Textplatzhalter 2">
            <a:extLst>
              <a:ext uri="{FF2B5EF4-FFF2-40B4-BE49-F238E27FC236}">
                <a16:creationId xmlns:a16="http://schemas.microsoft.com/office/drawing/2014/main" id="{7F4795F1-0782-47FF-1FFF-FE40DD34381A}"/>
              </a:ext>
            </a:extLst>
          </p:cNvPr>
          <p:cNvSpPr>
            <a:spLocks noGrp="1"/>
          </p:cNvSpPr>
          <p:nvPr>
            <p:ph type="body" sz="quarter" idx="16"/>
          </p:nvPr>
        </p:nvSpPr>
        <p:spPr/>
        <p:txBody>
          <a:bodyPr/>
          <a:lstStyle/>
          <a:p>
            <a:r>
              <a:rPr lang="de-DE" dirty="0" err="1"/>
              <a:t>Experiences</a:t>
            </a:r>
            <a:r>
              <a:rPr lang="de-DE" dirty="0"/>
              <a:t> </a:t>
            </a:r>
            <a:r>
              <a:rPr lang="de-DE" dirty="0" err="1"/>
              <a:t>with</a:t>
            </a:r>
            <a:r>
              <a:rPr lang="de-DE" dirty="0"/>
              <a:t> SAP HANA Statements </a:t>
            </a:r>
            <a:r>
              <a:rPr lang="de-DE" dirty="0" err="1"/>
              <a:t>Hints</a:t>
            </a:r>
            <a:endParaRPr lang="de-DE" dirty="0"/>
          </a:p>
        </p:txBody>
      </p:sp>
      <p:sp>
        <p:nvSpPr>
          <p:cNvPr id="4" name="Titel 3">
            <a:extLst>
              <a:ext uri="{FF2B5EF4-FFF2-40B4-BE49-F238E27FC236}">
                <a16:creationId xmlns:a16="http://schemas.microsoft.com/office/drawing/2014/main" id="{A03E2E6A-FB2D-1155-91D3-CB0C6173FF3D}"/>
              </a:ext>
            </a:extLst>
          </p:cNvPr>
          <p:cNvSpPr>
            <a:spLocks noGrp="1"/>
          </p:cNvSpPr>
          <p:nvPr>
            <p:ph type="title"/>
          </p:nvPr>
        </p:nvSpPr>
        <p:spPr/>
        <p:txBody>
          <a:bodyPr>
            <a:normAutofit fontScale="90000"/>
          </a:bodyPr>
          <a:lstStyle/>
          <a:p>
            <a:r>
              <a:rPr lang="en-US" sz="2800" dirty="0"/>
              <a:t>EXAMPLES: Changing an Execution Engine Decision</a:t>
            </a:r>
            <a:endParaRPr lang="de-DE" dirty="0"/>
          </a:p>
        </p:txBody>
      </p:sp>
      <p:sp>
        <p:nvSpPr>
          <p:cNvPr id="5" name="Datumsplatzhalter 4">
            <a:extLst>
              <a:ext uri="{FF2B5EF4-FFF2-40B4-BE49-F238E27FC236}">
                <a16:creationId xmlns:a16="http://schemas.microsoft.com/office/drawing/2014/main" id="{5C0097A5-2089-F737-14E5-29A303E72FCA}"/>
              </a:ext>
            </a:extLst>
          </p:cNvPr>
          <p:cNvSpPr>
            <a:spLocks noGrp="1"/>
          </p:cNvSpPr>
          <p:nvPr>
            <p:ph type="dt" sz="half" idx="2"/>
          </p:nvPr>
        </p:nvSpPr>
        <p:spPr/>
        <p:txBody>
          <a:bodyPr/>
          <a:lstStyle/>
          <a:p>
            <a:r>
              <a:rPr lang="de-DE"/>
              <a:t>2025</a:t>
            </a:r>
            <a:endParaRPr lang="de-DE" dirty="0"/>
          </a:p>
        </p:txBody>
      </p:sp>
      <p:sp>
        <p:nvSpPr>
          <p:cNvPr id="6" name="Fußzeilenplatzhalter 5">
            <a:extLst>
              <a:ext uri="{FF2B5EF4-FFF2-40B4-BE49-F238E27FC236}">
                <a16:creationId xmlns:a16="http://schemas.microsoft.com/office/drawing/2014/main" id="{5846B16F-EE9F-514A-2812-4870A06C0331}"/>
              </a:ext>
            </a:extLst>
          </p:cNvPr>
          <p:cNvSpPr>
            <a:spLocks noGrp="1"/>
          </p:cNvSpPr>
          <p:nvPr>
            <p:ph type="ftr" sz="quarter" idx="3"/>
          </p:nvPr>
        </p:nvSpPr>
        <p:spPr/>
        <p:txBody>
          <a:bodyPr/>
          <a:lstStyle/>
          <a:p>
            <a:r>
              <a:rPr lang="de-DE"/>
              <a:t>| HANA Tech Con </a:t>
            </a:r>
            <a:endParaRPr lang="de-DE" dirty="0"/>
          </a:p>
        </p:txBody>
      </p:sp>
      <p:sp>
        <p:nvSpPr>
          <p:cNvPr id="2" name="Rectangle 1">
            <a:extLst>
              <a:ext uri="{FF2B5EF4-FFF2-40B4-BE49-F238E27FC236}">
                <a16:creationId xmlns:a16="http://schemas.microsoft.com/office/drawing/2014/main" id="{818D5418-506E-E2DA-328E-B0FD08C3964F}"/>
              </a:ext>
            </a:extLst>
          </p:cNvPr>
          <p:cNvSpPr>
            <a:spLocks noChangeArrowheads="1"/>
          </p:cNvSpPr>
          <p:nvPr/>
        </p:nvSpPr>
        <p:spPr bwMode="auto">
          <a:xfrm>
            <a:off x="318655" y="1759036"/>
            <a:ext cx="4869872" cy="2462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000" b="0" i="0" u="none" strike="noStrike" cap="none" normalizeH="0" baseline="0" dirty="0">
                <a:ln>
                  <a:noFill/>
                </a:ln>
                <a:solidFill>
                  <a:srgbClr val="131E29"/>
                </a:solidFill>
                <a:effectLst/>
                <a:latin typeface="Arial Unicode MS"/>
              </a:rPr>
              <a:t>indexserver.ini -&gt; [</a:t>
            </a:r>
            <a:r>
              <a:rPr kumimoji="0" lang="de-DE" altLang="de-DE" sz="1000" b="0" i="0" u="none" strike="noStrike" cap="none" normalizeH="0" baseline="0" dirty="0" err="1">
                <a:ln>
                  <a:noFill/>
                </a:ln>
                <a:solidFill>
                  <a:srgbClr val="131E29"/>
                </a:solidFill>
                <a:effectLst/>
                <a:latin typeface="Arial Unicode MS"/>
              </a:rPr>
              <a:t>sql</a:t>
            </a:r>
            <a:r>
              <a:rPr kumimoji="0" lang="de-DE" altLang="de-DE" sz="1000" b="0" i="0" u="none" strike="noStrike" cap="none" normalizeH="0" baseline="0" dirty="0">
                <a:ln>
                  <a:noFill/>
                </a:ln>
                <a:solidFill>
                  <a:srgbClr val="131E29"/>
                </a:solidFill>
                <a:effectLst/>
                <a:latin typeface="Arial Unicode MS"/>
              </a:rPr>
              <a:t>] -&gt; </a:t>
            </a:r>
            <a:r>
              <a:rPr kumimoji="0" lang="de-DE" altLang="de-DE" sz="1000" b="0" i="0" u="none" strike="noStrike" cap="none" normalizeH="0" baseline="0" dirty="0" err="1">
                <a:ln>
                  <a:noFill/>
                </a:ln>
                <a:solidFill>
                  <a:srgbClr val="131E29"/>
                </a:solidFill>
                <a:effectLst/>
                <a:latin typeface="Arial Unicode MS"/>
              </a:rPr>
              <a:t>hex_enable_with_parameters_locale</a:t>
            </a:r>
            <a:r>
              <a:rPr kumimoji="0" lang="de-DE" altLang="de-DE" sz="1000" b="0" i="0" u="none" strike="noStrike" cap="none" normalizeH="0" baseline="0" dirty="0">
                <a:ln>
                  <a:noFill/>
                </a:ln>
                <a:solidFill>
                  <a:srgbClr val="131E29"/>
                </a:solidFill>
                <a:effectLst/>
                <a:latin typeface="Arial Unicode MS"/>
              </a:rPr>
              <a:t>=</a:t>
            </a:r>
            <a:r>
              <a:rPr lang="en-US" sz="800" dirty="0">
                <a:solidFill>
                  <a:srgbClr val="32363A"/>
                </a:solidFill>
                <a:latin typeface="72 Monospace" panose="020B0509030603020204" pitchFamily="49" charset="0"/>
              </a:rPr>
              <a:t>'true'</a:t>
            </a:r>
            <a:r>
              <a:rPr kumimoji="0" lang="de-DE" altLang="de-DE" sz="600" b="0" i="0" u="none" strike="noStrike" cap="none" normalizeH="0" baseline="0" dirty="0">
                <a:ln>
                  <a:noFill/>
                </a:ln>
                <a:solidFill>
                  <a:schemeClr val="tx1"/>
                </a:solidFill>
                <a:effectLst/>
              </a:rPr>
              <a:t> </a:t>
            </a:r>
            <a:endParaRPr kumimoji="0" lang="de-DE" altLang="de-DE" sz="1800" b="0" i="0" u="none" strike="noStrike" cap="none" normalizeH="0" baseline="0" dirty="0">
              <a:ln>
                <a:noFill/>
              </a:ln>
              <a:solidFill>
                <a:schemeClr val="tx1"/>
              </a:solidFill>
              <a:effectLst/>
              <a:latin typeface="Arial" panose="020B0604020202020204" pitchFamily="34" charset="0"/>
            </a:endParaRPr>
          </a:p>
        </p:txBody>
      </p:sp>
      <p:sp>
        <p:nvSpPr>
          <p:cNvPr id="9" name="Textfeld 8">
            <a:extLst>
              <a:ext uri="{FF2B5EF4-FFF2-40B4-BE49-F238E27FC236}">
                <a16:creationId xmlns:a16="http://schemas.microsoft.com/office/drawing/2014/main" id="{92A3D1F3-7BF4-B615-AC52-9172AC51003F}"/>
              </a:ext>
            </a:extLst>
          </p:cNvPr>
          <p:cNvSpPr txBox="1"/>
          <p:nvPr/>
        </p:nvSpPr>
        <p:spPr>
          <a:xfrm>
            <a:off x="4932217" y="1643131"/>
            <a:ext cx="3013364" cy="400110"/>
          </a:xfrm>
          <a:prstGeom prst="rect">
            <a:avLst/>
          </a:prstGeom>
          <a:noFill/>
        </p:spPr>
        <p:txBody>
          <a:bodyPr wrap="square">
            <a:spAutoFit/>
          </a:bodyPr>
          <a:lstStyle/>
          <a:p>
            <a:r>
              <a:rPr lang="de-DE" sz="1000" dirty="0" err="1">
                <a:solidFill>
                  <a:srgbClr val="131E29"/>
                </a:solidFill>
                <a:latin typeface="Arial Unicode MS"/>
              </a:rPr>
              <a:t>No</a:t>
            </a:r>
            <a:r>
              <a:rPr lang="de-DE" sz="1000" dirty="0">
                <a:solidFill>
                  <a:srgbClr val="131E29"/>
                </a:solidFill>
                <a:latin typeface="Arial Unicode MS"/>
              </a:rPr>
              <a:t> LOCALE support: </a:t>
            </a:r>
            <a:r>
              <a:rPr lang="en-US" sz="1000" dirty="0">
                <a:solidFill>
                  <a:srgbClr val="131E29"/>
                </a:solidFill>
                <a:latin typeface="Arial Unicode MS"/>
              </a:rPr>
              <a:t>2570371 - FAQ: SAP HANA Execution Engine (HEX)</a:t>
            </a:r>
            <a:endParaRPr lang="de-DE" sz="1000" dirty="0">
              <a:solidFill>
                <a:srgbClr val="131E29"/>
              </a:solidFill>
              <a:latin typeface="Arial Unicode MS"/>
            </a:endParaRPr>
          </a:p>
        </p:txBody>
      </p:sp>
      <p:sp>
        <p:nvSpPr>
          <p:cNvPr id="10" name="Textfeld 9">
            <a:extLst>
              <a:ext uri="{FF2B5EF4-FFF2-40B4-BE49-F238E27FC236}">
                <a16:creationId xmlns:a16="http://schemas.microsoft.com/office/drawing/2014/main" id="{D91468A0-8EBE-AEB9-7325-99AD64B753EA}"/>
              </a:ext>
            </a:extLst>
          </p:cNvPr>
          <p:cNvSpPr txBox="1"/>
          <p:nvPr/>
        </p:nvSpPr>
        <p:spPr>
          <a:xfrm>
            <a:off x="7412182" y="2457941"/>
            <a:ext cx="1470890" cy="230832"/>
          </a:xfrm>
          <a:prstGeom prst="rect">
            <a:avLst/>
          </a:prstGeom>
          <a:noFill/>
        </p:spPr>
        <p:txBody>
          <a:bodyPr wrap="square" rtlCol="0">
            <a:spAutoFit/>
          </a:bodyPr>
          <a:lstStyle/>
          <a:p>
            <a:r>
              <a:rPr lang="de-DE" sz="900" dirty="0"/>
              <a:t>USE_HEX_PLAN</a:t>
            </a:r>
          </a:p>
        </p:txBody>
      </p:sp>
    </p:spTree>
    <p:extLst>
      <p:ext uri="{BB962C8B-B14F-4D97-AF65-F5344CB8AC3E}">
        <p14:creationId xmlns:p14="http://schemas.microsoft.com/office/powerpoint/2010/main" val="39795948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DDD847F-CCDA-CD1A-A013-F4754685658D}"/>
              </a:ext>
            </a:extLst>
          </p:cNvPr>
          <p:cNvSpPr>
            <a:spLocks noGrp="1"/>
          </p:cNvSpPr>
          <p:nvPr>
            <p:ph type="title"/>
          </p:nvPr>
        </p:nvSpPr>
        <p:spPr/>
        <p:txBody>
          <a:bodyPr/>
          <a:lstStyle/>
          <a:p>
            <a:r>
              <a:rPr lang="en-US" sz="2800" dirty="0"/>
              <a:t>Changing Operator Order</a:t>
            </a:r>
            <a:endParaRPr lang="de-DE" dirty="0"/>
          </a:p>
        </p:txBody>
      </p:sp>
      <p:pic>
        <p:nvPicPr>
          <p:cNvPr id="9" name="Inhaltsplatzhalter 8">
            <a:extLst>
              <a:ext uri="{FF2B5EF4-FFF2-40B4-BE49-F238E27FC236}">
                <a16:creationId xmlns:a16="http://schemas.microsoft.com/office/drawing/2014/main" id="{FD1F9108-229A-EA1E-340D-D1029903E163}"/>
              </a:ext>
            </a:extLst>
          </p:cNvPr>
          <p:cNvPicPr>
            <a:picLocks noGrp="1" noChangeAspect="1"/>
          </p:cNvPicPr>
          <p:nvPr>
            <p:ph idx="1"/>
          </p:nvPr>
        </p:nvPicPr>
        <p:blipFill>
          <a:blip r:embed="rId2"/>
          <a:stretch>
            <a:fillRect/>
          </a:stretch>
        </p:blipFill>
        <p:spPr>
          <a:xfrm>
            <a:off x="1005347" y="1668140"/>
            <a:ext cx="3783835" cy="1339850"/>
          </a:xfrm>
        </p:spPr>
      </p:pic>
      <p:sp>
        <p:nvSpPr>
          <p:cNvPr id="4" name="Textplatzhalter 3">
            <a:extLst>
              <a:ext uri="{FF2B5EF4-FFF2-40B4-BE49-F238E27FC236}">
                <a16:creationId xmlns:a16="http://schemas.microsoft.com/office/drawing/2014/main" id="{E0193256-A26A-D93F-EA6D-7F7F549FE452}"/>
              </a:ext>
            </a:extLst>
          </p:cNvPr>
          <p:cNvSpPr>
            <a:spLocks noGrp="1"/>
          </p:cNvSpPr>
          <p:nvPr>
            <p:ph type="body" sz="quarter" idx="16"/>
          </p:nvPr>
        </p:nvSpPr>
        <p:spPr/>
        <p:txBody>
          <a:bodyPr/>
          <a:lstStyle/>
          <a:p>
            <a:r>
              <a:rPr lang="de-DE" dirty="0" err="1"/>
              <a:t>Experiences</a:t>
            </a:r>
            <a:r>
              <a:rPr lang="de-DE" dirty="0"/>
              <a:t> </a:t>
            </a:r>
            <a:r>
              <a:rPr lang="de-DE" dirty="0" err="1"/>
              <a:t>with</a:t>
            </a:r>
            <a:r>
              <a:rPr lang="de-DE" dirty="0"/>
              <a:t> SAP HANA Statements </a:t>
            </a:r>
            <a:r>
              <a:rPr lang="de-DE" dirty="0" err="1"/>
              <a:t>Hints</a:t>
            </a:r>
            <a:endParaRPr lang="de-DE" dirty="0"/>
          </a:p>
        </p:txBody>
      </p:sp>
      <p:sp>
        <p:nvSpPr>
          <p:cNvPr id="6" name="Datumsplatzhalter 5">
            <a:extLst>
              <a:ext uri="{FF2B5EF4-FFF2-40B4-BE49-F238E27FC236}">
                <a16:creationId xmlns:a16="http://schemas.microsoft.com/office/drawing/2014/main" id="{AF990ABB-10C8-4C44-D882-B9E5E85776FB}"/>
              </a:ext>
            </a:extLst>
          </p:cNvPr>
          <p:cNvSpPr>
            <a:spLocks noGrp="1"/>
          </p:cNvSpPr>
          <p:nvPr>
            <p:ph type="dt" sz="half" idx="2"/>
          </p:nvPr>
        </p:nvSpPr>
        <p:spPr/>
        <p:txBody>
          <a:bodyPr/>
          <a:lstStyle/>
          <a:p>
            <a:r>
              <a:rPr lang="de-DE"/>
              <a:t>2025</a:t>
            </a:r>
            <a:endParaRPr lang="de-DE" dirty="0"/>
          </a:p>
        </p:txBody>
      </p:sp>
      <p:sp>
        <p:nvSpPr>
          <p:cNvPr id="7" name="Fußzeilenplatzhalter 6">
            <a:extLst>
              <a:ext uri="{FF2B5EF4-FFF2-40B4-BE49-F238E27FC236}">
                <a16:creationId xmlns:a16="http://schemas.microsoft.com/office/drawing/2014/main" id="{E2A8A3DC-D0A4-F438-B983-0742FBF55E21}"/>
              </a:ext>
            </a:extLst>
          </p:cNvPr>
          <p:cNvSpPr>
            <a:spLocks noGrp="1"/>
          </p:cNvSpPr>
          <p:nvPr>
            <p:ph type="ftr" sz="quarter" idx="3"/>
          </p:nvPr>
        </p:nvSpPr>
        <p:spPr/>
        <p:txBody>
          <a:bodyPr/>
          <a:lstStyle/>
          <a:p>
            <a:r>
              <a:rPr lang="de-DE"/>
              <a:t>| HANA Tech Con </a:t>
            </a:r>
            <a:endParaRPr lang="de-DE" dirty="0"/>
          </a:p>
        </p:txBody>
      </p:sp>
      <p:pic>
        <p:nvPicPr>
          <p:cNvPr id="10" name="Bildplatzhalter 9">
            <a:extLst>
              <a:ext uri="{FF2B5EF4-FFF2-40B4-BE49-F238E27FC236}">
                <a16:creationId xmlns:a16="http://schemas.microsoft.com/office/drawing/2014/main" id="{C86E14D4-70BD-8473-69E1-BC06D8BBA82A}"/>
              </a:ext>
            </a:extLst>
          </p:cNvPr>
          <p:cNvPicPr>
            <a:picLocks noGrp="1" noChangeAspect="1"/>
          </p:cNvPicPr>
          <p:nvPr>
            <p:ph type="pic" sz="quarter" idx="17"/>
          </p:nvPr>
        </p:nvPicPr>
        <p:blipFill>
          <a:blip r:embed="rId3"/>
          <a:srcRect t="3162" b="3162"/>
          <a:stretch>
            <a:fillRect/>
          </a:stretch>
        </p:blipFill>
        <p:spPr>
          <a:xfrm>
            <a:off x="539737" y="3135313"/>
            <a:ext cx="7891463" cy="1276350"/>
          </a:xfrm>
          <a:prstGeom prst="rect">
            <a:avLst/>
          </a:prstGeom>
        </p:spPr>
      </p:pic>
      <p:sp>
        <p:nvSpPr>
          <p:cNvPr id="12" name="Textfeld 11">
            <a:extLst>
              <a:ext uri="{FF2B5EF4-FFF2-40B4-BE49-F238E27FC236}">
                <a16:creationId xmlns:a16="http://schemas.microsoft.com/office/drawing/2014/main" id="{71C232AA-B0F4-D475-D117-975D6D29FD39}"/>
              </a:ext>
            </a:extLst>
          </p:cNvPr>
          <p:cNvSpPr txBox="1"/>
          <p:nvPr/>
        </p:nvSpPr>
        <p:spPr>
          <a:xfrm>
            <a:off x="4668982" y="2019484"/>
            <a:ext cx="4572000" cy="369332"/>
          </a:xfrm>
          <a:prstGeom prst="rect">
            <a:avLst/>
          </a:prstGeom>
          <a:noFill/>
        </p:spPr>
        <p:txBody>
          <a:bodyPr wrap="square">
            <a:spAutoFit/>
          </a:bodyPr>
          <a:lstStyle/>
          <a:p>
            <a:r>
              <a:rPr lang="en-US" dirty="0"/>
              <a:t>WITH HINT (NO_FILTER_THRU_JOIN) </a:t>
            </a:r>
          </a:p>
        </p:txBody>
      </p:sp>
    </p:spTree>
    <p:extLst>
      <p:ext uri="{BB962C8B-B14F-4D97-AF65-F5344CB8AC3E}">
        <p14:creationId xmlns:p14="http://schemas.microsoft.com/office/powerpoint/2010/main" val="21329217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91323D84-7D58-F395-9254-6725347B8538}"/>
              </a:ext>
            </a:extLst>
          </p:cNvPr>
          <p:cNvSpPr>
            <a:spLocks noGrp="1"/>
          </p:cNvSpPr>
          <p:nvPr>
            <p:ph idx="1"/>
          </p:nvPr>
        </p:nvSpPr>
        <p:spPr/>
        <p:txBody>
          <a:bodyPr>
            <a:normAutofit fontScale="85000" lnSpcReduction="10000"/>
          </a:bodyPr>
          <a:lstStyle/>
          <a:p>
            <a:r>
              <a:rPr lang="en-US" dirty="0"/>
              <a:t>Keep hints documented for maintainability</a:t>
            </a:r>
          </a:p>
          <a:p>
            <a:r>
              <a:rPr lang="en-US" dirty="0"/>
              <a:t>ALTER SYSTEM ADD STATEMENT HINT (USE_HEX_PLAN) COMMENT 'SAP HANA TPO Service 2024/07' FOR STATEMENT HASH '39855a2df1cf2e9cb84f6b15d9722a33</a:t>
            </a:r>
          </a:p>
          <a:p>
            <a:endParaRPr lang="en-US" dirty="0"/>
          </a:p>
          <a:p>
            <a:r>
              <a:rPr lang="en-US" dirty="0"/>
              <a:t>ALTER SYSTEM ADD STATEMENT HINT (USE_HEX_PLAN) COMMENT 'SAP HANA 2.0 SPS 07 Upgrade' FOR STATEMENT HASH '39855a2df1cf2e9cb84f6b15d9722a33</a:t>
            </a:r>
          </a:p>
          <a:p>
            <a:endParaRPr lang="en-US" dirty="0"/>
          </a:p>
          <a:p>
            <a:r>
              <a:rPr lang="en-US" dirty="0"/>
              <a:t>SQL: “</a:t>
            </a:r>
            <a:r>
              <a:rPr lang="en-US" dirty="0" err="1"/>
              <a:t>HANA_SQL_PlanStability_StatementHints</a:t>
            </a:r>
            <a:r>
              <a:rPr lang="en-US" dirty="0"/>
              <a:t>” (COMMENTS =</a:t>
            </a:r>
            <a:r>
              <a:rPr lang="en-US" dirty="0">
                <a:sym typeface="Wingdings" panose="05000000000000000000" pitchFamily="2" charset="2"/>
              </a:rPr>
              <a:t> ‘%SPS 07%’),</a:t>
            </a:r>
          </a:p>
          <a:p>
            <a:r>
              <a:rPr lang="en-US" sz="1800" b="1" dirty="0">
                <a:solidFill>
                  <a:srgbClr val="7F0055"/>
                </a:solidFill>
                <a:effectLst/>
                <a:latin typeface="Courier New" panose="02070309020205020404" pitchFamily="49" charset="0"/>
              </a:rPr>
              <a:t>select</a:t>
            </a:r>
            <a:r>
              <a:rPr lang="en-US" sz="1800" dirty="0">
                <a:solidFill>
                  <a:srgbClr val="000000"/>
                </a:solidFill>
                <a:effectLst/>
                <a:latin typeface="Courier New" panose="02070309020205020404" pitchFamily="49" charset="0"/>
              </a:rPr>
              <a:t> * </a:t>
            </a:r>
            <a:r>
              <a:rPr lang="en-US" sz="1800" b="1" dirty="0">
                <a:solidFill>
                  <a:srgbClr val="7F0055"/>
                </a:solidFill>
                <a:effectLst/>
                <a:latin typeface="Courier New" panose="02070309020205020404" pitchFamily="49" charset="0"/>
              </a:rPr>
              <a:t>from</a:t>
            </a:r>
            <a:r>
              <a:rPr lang="en-US" sz="1800" dirty="0">
                <a:solidFill>
                  <a:srgbClr val="000000"/>
                </a:solidFill>
                <a:effectLst/>
                <a:latin typeface="Courier New" panose="02070309020205020404" pitchFamily="49" charset="0"/>
              </a:rPr>
              <a:t> STATEMENT_HINTS </a:t>
            </a:r>
            <a:r>
              <a:rPr lang="en-US" sz="1800" b="1" dirty="0">
                <a:solidFill>
                  <a:srgbClr val="7F0055"/>
                </a:solidFill>
                <a:effectLst/>
                <a:latin typeface="Courier New" panose="02070309020205020404" pitchFamily="49" charset="0"/>
              </a:rPr>
              <a:t>where</a:t>
            </a:r>
            <a:r>
              <a:rPr lang="en-US" sz="1800" dirty="0">
                <a:solidFill>
                  <a:srgbClr val="000000"/>
                </a:solidFill>
                <a:effectLst/>
                <a:latin typeface="Courier New" panose="02070309020205020404" pitchFamily="49" charset="0"/>
              </a:rPr>
              <a:t> COMMENTS </a:t>
            </a:r>
            <a:r>
              <a:rPr lang="en-US" sz="1800" b="1" dirty="0">
                <a:solidFill>
                  <a:srgbClr val="7F0055"/>
                </a:solidFill>
                <a:effectLst/>
                <a:latin typeface="Courier New" panose="02070309020205020404" pitchFamily="49" charset="0"/>
              </a:rPr>
              <a:t>like ‘%</a:t>
            </a:r>
            <a:r>
              <a:rPr lang="en-US" dirty="0">
                <a:sym typeface="Wingdings" panose="05000000000000000000" pitchFamily="2" charset="2"/>
              </a:rPr>
              <a:t>SPS</a:t>
            </a:r>
            <a:r>
              <a:rPr lang="en-US" sz="1800" b="1" dirty="0">
                <a:solidFill>
                  <a:srgbClr val="7F0055"/>
                </a:solidFill>
                <a:effectLst/>
                <a:latin typeface="Courier New" panose="02070309020205020404" pitchFamily="49" charset="0"/>
              </a:rPr>
              <a:t>%’</a:t>
            </a:r>
            <a:endParaRPr lang="en-US" sz="1800" dirty="0">
              <a:solidFill>
                <a:srgbClr val="000000"/>
              </a:solidFill>
              <a:effectLst/>
              <a:latin typeface="Courier New" panose="02070309020205020404" pitchFamily="49" charset="0"/>
            </a:endParaRPr>
          </a:p>
          <a:p>
            <a:endParaRPr lang="de-DE" dirty="0"/>
          </a:p>
        </p:txBody>
      </p:sp>
      <p:sp>
        <p:nvSpPr>
          <p:cNvPr id="3" name="Textplatzhalter 2">
            <a:extLst>
              <a:ext uri="{FF2B5EF4-FFF2-40B4-BE49-F238E27FC236}">
                <a16:creationId xmlns:a16="http://schemas.microsoft.com/office/drawing/2014/main" id="{3C884D9D-2B75-C291-BE02-D9F676C13353}"/>
              </a:ext>
            </a:extLst>
          </p:cNvPr>
          <p:cNvSpPr>
            <a:spLocks noGrp="1"/>
          </p:cNvSpPr>
          <p:nvPr>
            <p:ph type="body" sz="quarter" idx="16"/>
          </p:nvPr>
        </p:nvSpPr>
        <p:spPr/>
        <p:txBody>
          <a:bodyPr/>
          <a:lstStyle/>
          <a:p>
            <a:r>
              <a:rPr lang="de-DE" dirty="0" err="1"/>
              <a:t>Experiences</a:t>
            </a:r>
            <a:r>
              <a:rPr lang="de-DE" dirty="0"/>
              <a:t> </a:t>
            </a:r>
            <a:r>
              <a:rPr lang="de-DE" dirty="0" err="1"/>
              <a:t>with</a:t>
            </a:r>
            <a:r>
              <a:rPr lang="de-DE" dirty="0"/>
              <a:t> SAP HANA Statements </a:t>
            </a:r>
            <a:r>
              <a:rPr lang="de-DE" dirty="0" err="1"/>
              <a:t>Hints</a:t>
            </a:r>
            <a:endParaRPr lang="de-DE" dirty="0"/>
          </a:p>
        </p:txBody>
      </p:sp>
      <p:sp>
        <p:nvSpPr>
          <p:cNvPr id="4" name="Titel 3">
            <a:extLst>
              <a:ext uri="{FF2B5EF4-FFF2-40B4-BE49-F238E27FC236}">
                <a16:creationId xmlns:a16="http://schemas.microsoft.com/office/drawing/2014/main" id="{D7244E3F-03C4-5BED-B8CD-E6818B638AF6}"/>
              </a:ext>
            </a:extLst>
          </p:cNvPr>
          <p:cNvSpPr>
            <a:spLocks noGrp="1"/>
          </p:cNvSpPr>
          <p:nvPr>
            <p:ph type="title"/>
          </p:nvPr>
        </p:nvSpPr>
        <p:spPr/>
        <p:txBody>
          <a:bodyPr/>
          <a:lstStyle/>
          <a:p>
            <a:r>
              <a:rPr lang="de-DE"/>
              <a:t>DOCUMENTING</a:t>
            </a:r>
          </a:p>
        </p:txBody>
      </p:sp>
      <p:sp>
        <p:nvSpPr>
          <p:cNvPr id="5" name="Datumsplatzhalter 4">
            <a:extLst>
              <a:ext uri="{FF2B5EF4-FFF2-40B4-BE49-F238E27FC236}">
                <a16:creationId xmlns:a16="http://schemas.microsoft.com/office/drawing/2014/main" id="{AC611142-9D36-C908-5AEE-0917887D0B5D}"/>
              </a:ext>
            </a:extLst>
          </p:cNvPr>
          <p:cNvSpPr>
            <a:spLocks noGrp="1"/>
          </p:cNvSpPr>
          <p:nvPr>
            <p:ph type="dt" sz="half" idx="2"/>
          </p:nvPr>
        </p:nvSpPr>
        <p:spPr/>
        <p:txBody>
          <a:bodyPr/>
          <a:lstStyle/>
          <a:p>
            <a:r>
              <a:rPr lang="de-DE"/>
              <a:t>2025</a:t>
            </a:r>
            <a:endParaRPr lang="de-DE" dirty="0"/>
          </a:p>
        </p:txBody>
      </p:sp>
      <p:sp>
        <p:nvSpPr>
          <p:cNvPr id="6" name="Fußzeilenplatzhalter 5">
            <a:extLst>
              <a:ext uri="{FF2B5EF4-FFF2-40B4-BE49-F238E27FC236}">
                <a16:creationId xmlns:a16="http://schemas.microsoft.com/office/drawing/2014/main" id="{0A73F566-2679-BDBD-272A-D5D15C340FA3}"/>
              </a:ext>
            </a:extLst>
          </p:cNvPr>
          <p:cNvSpPr>
            <a:spLocks noGrp="1"/>
          </p:cNvSpPr>
          <p:nvPr>
            <p:ph type="ftr" sz="quarter" idx="3"/>
          </p:nvPr>
        </p:nvSpPr>
        <p:spPr/>
        <p:txBody>
          <a:bodyPr/>
          <a:lstStyle/>
          <a:p>
            <a:r>
              <a:rPr lang="de-DE"/>
              <a:t>| HANA Tech Con </a:t>
            </a:r>
            <a:endParaRPr lang="de-DE" dirty="0"/>
          </a:p>
        </p:txBody>
      </p:sp>
    </p:spTree>
    <p:extLst>
      <p:ext uri="{BB962C8B-B14F-4D97-AF65-F5344CB8AC3E}">
        <p14:creationId xmlns:p14="http://schemas.microsoft.com/office/powerpoint/2010/main" val="16238596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AA0A63CF-6BD2-EEDE-CE29-125D67AC873A}"/>
              </a:ext>
            </a:extLst>
          </p:cNvPr>
          <p:cNvSpPr>
            <a:spLocks noGrp="1"/>
          </p:cNvSpPr>
          <p:nvPr>
            <p:ph idx="1"/>
          </p:nvPr>
        </p:nvSpPr>
        <p:spPr/>
        <p:txBody>
          <a:bodyPr>
            <a:normAutofit fontScale="85000" lnSpcReduction="20000"/>
          </a:bodyPr>
          <a:lstStyle/>
          <a:p>
            <a:r>
              <a:rPr lang="en-US" dirty="0"/>
              <a:t>Potential performance improvements</a:t>
            </a:r>
          </a:p>
          <a:p>
            <a:r>
              <a:rPr lang="en-US" dirty="0"/>
              <a:t>influence optimizer behavior</a:t>
            </a:r>
          </a:p>
          <a:p>
            <a:r>
              <a:rPr lang="en-US" dirty="0"/>
              <a:t>Useful for complex queries</a:t>
            </a:r>
          </a:p>
          <a:p>
            <a:r>
              <a:rPr lang="en-US" dirty="0"/>
              <a:t>Use with care and testing</a:t>
            </a:r>
          </a:p>
          <a:p>
            <a:r>
              <a:rPr lang="en-US" dirty="0"/>
              <a:t>Use hints only when necessary</a:t>
            </a:r>
          </a:p>
          <a:p>
            <a:r>
              <a:rPr lang="en-US" dirty="0"/>
              <a:t>Not a replacement for good query design</a:t>
            </a:r>
          </a:p>
          <a:p>
            <a:r>
              <a:rPr lang="en-US" dirty="0"/>
              <a:t>Use hints as a last resort after profiling and analysis</a:t>
            </a:r>
          </a:p>
          <a:p>
            <a:r>
              <a:rPr lang="en-US" dirty="0"/>
              <a:t>Always test performance before and after applying hints</a:t>
            </a:r>
          </a:p>
          <a:p>
            <a:r>
              <a:rPr lang="en-US" dirty="0"/>
              <a:t>Avoid overusing hints — the optimizer generally makes good decisions</a:t>
            </a:r>
          </a:p>
          <a:p>
            <a:r>
              <a:rPr lang="en-US" dirty="0"/>
              <a:t>Keep hints documented for maintainability</a:t>
            </a:r>
          </a:p>
          <a:p>
            <a:r>
              <a:rPr lang="en-US" dirty="0"/>
              <a:t>Possible performance degradation if misused</a:t>
            </a:r>
          </a:p>
        </p:txBody>
      </p:sp>
      <p:sp>
        <p:nvSpPr>
          <p:cNvPr id="3" name="Textplatzhalter 2">
            <a:extLst>
              <a:ext uri="{FF2B5EF4-FFF2-40B4-BE49-F238E27FC236}">
                <a16:creationId xmlns:a16="http://schemas.microsoft.com/office/drawing/2014/main" id="{3BF0414B-42CB-84D6-E8EB-36E73F22FCA9}"/>
              </a:ext>
            </a:extLst>
          </p:cNvPr>
          <p:cNvSpPr>
            <a:spLocks noGrp="1"/>
          </p:cNvSpPr>
          <p:nvPr>
            <p:ph type="body" sz="quarter" idx="16"/>
          </p:nvPr>
        </p:nvSpPr>
        <p:spPr/>
        <p:txBody>
          <a:bodyPr/>
          <a:lstStyle/>
          <a:p>
            <a:r>
              <a:rPr lang="de-DE" sz="1000" dirty="0"/>
              <a:t>HANA STATEMENT HINTS</a:t>
            </a:r>
            <a:endParaRPr lang="de-DE" dirty="0"/>
          </a:p>
        </p:txBody>
      </p:sp>
      <p:sp>
        <p:nvSpPr>
          <p:cNvPr id="4" name="Titel 3">
            <a:extLst>
              <a:ext uri="{FF2B5EF4-FFF2-40B4-BE49-F238E27FC236}">
                <a16:creationId xmlns:a16="http://schemas.microsoft.com/office/drawing/2014/main" id="{E8CA478E-8171-8FA6-685F-1B28B994E18F}"/>
              </a:ext>
            </a:extLst>
          </p:cNvPr>
          <p:cNvSpPr>
            <a:spLocks noGrp="1"/>
          </p:cNvSpPr>
          <p:nvPr>
            <p:ph type="title"/>
          </p:nvPr>
        </p:nvSpPr>
        <p:spPr/>
        <p:txBody>
          <a:bodyPr/>
          <a:lstStyle/>
          <a:p>
            <a:r>
              <a:rPr lang="de-DE" dirty="0"/>
              <a:t>TAKEAWAYS</a:t>
            </a:r>
          </a:p>
        </p:txBody>
      </p:sp>
      <p:sp>
        <p:nvSpPr>
          <p:cNvPr id="5" name="Datumsplatzhalter 4">
            <a:extLst>
              <a:ext uri="{FF2B5EF4-FFF2-40B4-BE49-F238E27FC236}">
                <a16:creationId xmlns:a16="http://schemas.microsoft.com/office/drawing/2014/main" id="{F532AE84-1BEE-351E-40BA-6E605E5E535F}"/>
              </a:ext>
            </a:extLst>
          </p:cNvPr>
          <p:cNvSpPr>
            <a:spLocks noGrp="1"/>
          </p:cNvSpPr>
          <p:nvPr>
            <p:ph type="dt" sz="half" idx="2"/>
          </p:nvPr>
        </p:nvSpPr>
        <p:spPr/>
        <p:txBody>
          <a:bodyPr/>
          <a:lstStyle/>
          <a:p>
            <a:r>
              <a:rPr lang="de-DE"/>
              <a:t>2025</a:t>
            </a:r>
            <a:endParaRPr lang="de-DE" dirty="0"/>
          </a:p>
        </p:txBody>
      </p:sp>
      <p:sp>
        <p:nvSpPr>
          <p:cNvPr id="6" name="Fußzeilenplatzhalter 5">
            <a:extLst>
              <a:ext uri="{FF2B5EF4-FFF2-40B4-BE49-F238E27FC236}">
                <a16:creationId xmlns:a16="http://schemas.microsoft.com/office/drawing/2014/main" id="{C744686D-E9E2-8846-E253-957ADB18A11F}"/>
              </a:ext>
            </a:extLst>
          </p:cNvPr>
          <p:cNvSpPr>
            <a:spLocks noGrp="1"/>
          </p:cNvSpPr>
          <p:nvPr>
            <p:ph type="ftr" sz="quarter" idx="3"/>
          </p:nvPr>
        </p:nvSpPr>
        <p:spPr/>
        <p:txBody>
          <a:bodyPr/>
          <a:lstStyle/>
          <a:p>
            <a:r>
              <a:rPr lang="de-DE"/>
              <a:t>| HANA Tech Con </a:t>
            </a:r>
            <a:endParaRPr lang="de-DE" dirty="0"/>
          </a:p>
        </p:txBody>
      </p:sp>
    </p:spTree>
    <p:extLst>
      <p:ext uri="{BB962C8B-B14F-4D97-AF65-F5344CB8AC3E}">
        <p14:creationId xmlns:p14="http://schemas.microsoft.com/office/powerpoint/2010/main" val="22508586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normAutofit fontScale="70000" lnSpcReduction="20000"/>
          </a:bodyPr>
          <a:lstStyle/>
          <a:p>
            <a:r>
              <a:rPr lang="fi-FI" dirty="0"/>
              <a:t>2142945 - FAQ: SAP HANA Hints</a:t>
            </a:r>
            <a:endParaRPr lang="de-DE" dirty="0"/>
          </a:p>
          <a:p>
            <a:r>
              <a:rPr lang="de-DE" dirty="0"/>
              <a:t>2400006 - FAQ: SAP HANA Statement </a:t>
            </a:r>
            <a:r>
              <a:rPr lang="de-DE" dirty="0" err="1"/>
              <a:t>Hints</a:t>
            </a:r>
            <a:endParaRPr lang="en-US" dirty="0"/>
          </a:p>
          <a:p>
            <a:r>
              <a:rPr lang="en-US" dirty="0"/>
              <a:t>2700051 - Delivery of Statement Hints (SAP HANA &gt;= 1.00.122.03)</a:t>
            </a:r>
          </a:p>
          <a:p>
            <a:r>
              <a:rPr lang="en-US" dirty="0"/>
              <a:t>2717265 - How to add hints on CDS views</a:t>
            </a:r>
          </a:p>
          <a:p>
            <a:r>
              <a:rPr lang="de-DE" dirty="0"/>
              <a:t>1622681 - DBSL </a:t>
            </a:r>
            <a:r>
              <a:rPr lang="de-DE" dirty="0" err="1"/>
              <a:t>Hints</a:t>
            </a:r>
            <a:r>
              <a:rPr lang="de-DE" dirty="0"/>
              <a:t> für HANA</a:t>
            </a:r>
          </a:p>
          <a:p>
            <a:r>
              <a:rPr lang="de-DE" dirty="0"/>
              <a:t>2799998 - FAQ: SAP HANA Plan </a:t>
            </a:r>
            <a:r>
              <a:rPr lang="de-DE" dirty="0" err="1"/>
              <a:t>Stability</a:t>
            </a:r>
            <a:endParaRPr lang="de-DE" dirty="0"/>
          </a:p>
          <a:p>
            <a:r>
              <a:rPr lang="en-US" dirty="0"/>
              <a:t>2570371 - FAQ: SAP HANA Execution Engine (HEX)</a:t>
            </a:r>
          </a:p>
          <a:p>
            <a:r>
              <a:rPr lang="pt-BR" dirty="0"/>
              <a:t>2599949 - FAQ: SAP HANA Extended SQL Executor (ESX)</a:t>
            </a:r>
            <a:endParaRPr lang="en-US" dirty="0"/>
          </a:p>
          <a:p>
            <a:r>
              <a:rPr lang="de-DE" dirty="0"/>
              <a:t>SAP HANA SQL Reference Guide </a:t>
            </a:r>
            <a:r>
              <a:rPr lang="de-DE" dirty="0" err="1"/>
              <a:t>for</a:t>
            </a:r>
            <a:r>
              <a:rPr lang="de-DE" dirty="0"/>
              <a:t> SAP HANA </a:t>
            </a:r>
            <a:r>
              <a:rPr lang="de-DE" dirty="0" err="1"/>
              <a:t>Platform</a:t>
            </a:r>
            <a:r>
              <a:rPr lang="de-DE" dirty="0"/>
              <a:t> : </a:t>
            </a:r>
            <a:r>
              <a:rPr lang="de-DE" dirty="0">
                <a:hlinkClick r:id="rId2"/>
              </a:rPr>
              <a:t>https://help.sap.com/viewer/4fe29514fd584807ac9f2a04f6754767/2.0.05/en-US/68e2f7a8e06f41cb871276858202c605.html</a:t>
            </a:r>
            <a:r>
              <a:rPr lang="de-DE" dirty="0"/>
              <a:t> </a:t>
            </a:r>
          </a:p>
          <a:p>
            <a:r>
              <a:rPr lang="de-DE" dirty="0"/>
              <a:t>SQL Processing Components: </a:t>
            </a:r>
            <a:r>
              <a:rPr lang="de-DE" dirty="0">
                <a:hlinkClick r:id="rId3"/>
              </a:rPr>
              <a:t>https://help.sap.com/viewer/9de0171a6027400bb3b9bee385222eff/2.0.05/en-US/27875edb31d7436ea62031d8b167052c.html</a:t>
            </a:r>
            <a:r>
              <a:rPr lang="de-DE" dirty="0"/>
              <a:t> </a:t>
            </a:r>
          </a:p>
        </p:txBody>
      </p:sp>
      <p:sp>
        <p:nvSpPr>
          <p:cNvPr id="8" name="Textplatzhalter 5"/>
          <p:cNvSpPr>
            <a:spLocks noGrp="1"/>
          </p:cNvSpPr>
          <p:nvPr>
            <p:ph type="body" sz="quarter" idx="16"/>
          </p:nvPr>
        </p:nvSpPr>
        <p:spPr/>
        <p:txBody>
          <a:bodyPr/>
          <a:lstStyle/>
          <a:p>
            <a:r>
              <a:rPr lang="de-DE" dirty="0"/>
              <a:t>REFERENCES</a:t>
            </a:r>
          </a:p>
        </p:txBody>
      </p:sp>
      <p:sp>
        <p:nvSpPr>
          <p:cNvPr id="7" name="Titel 6"/>
          <p:cNvSpPr>
            <a:spLocks noGrp="1"/>
          </p:cNvSpPr>
          <p:nvPr>
            <p:ph type="title"/>
          </p:nvPr>
        </p:nvSpPr>
        <p:spPr/>
        <p:txBody>
          <a:bodyPr/>
          <a:lstStyle/>
          <a:p>
            <a:r>
              <a:rPr lang="de-DE" dirty="0"/>
              <a:t>USEFUL Links AND SAP NOTES</a:t>
            </a:r>
          </a:p>
        </p:txBody>
      </p:sp>
      <p:sp>
        <p:nvSpPr>
          <p:cNvPr id="3" name="Datumsplatzhalter 2"/>
          <p:cNvSpPr>
            <a:spLocks noGrp="1"/>
          </p:cNvSpPr>
          <p:nvPr>
            <p:ph type="dt" sz="half" idx="2"/>
          </p:nvPr>
        </p:nvSpPr>
        <p:spPr/>
        <p:txBody>
          <a:bodyPr/>
          <a:lstStyle/>
          <a:p>
            <a:r>
              <a:rPr lang="de-DE"/>
              <a:t>2025</a:t>
            </a:r>
          </a:p>
        </p:txBody>
      </p:sp>
      <p:sp>
        <p:nvSpPr>
          <p:cNvPr id="4" name="Fußzeilenplatzhalter 3"/>
          <p:cNvSpPr>
            <a:spLocks noGrp="1"/>
          </p:cNvSpPr>
          <p:nvPr>
            <p:ph type="ftr" sz="quarter" idx="3"/>
          </p:nvPr>
        </p:nvSpPr>
        <p:spPr/>
        <p:txBody>
          <a:bodyPr/>
          <a:lstStyle/>
          <a:p>
            <a:r>
              <a:rPr lang="de-DE"/>
              <a:t>| HANA Tech Con </a:t>
            </a:r>
          </a:p>
        </p:txBody>
      </p:sp>
    </p:spTree>
    <p:extLst>
      <p:ext uri="{BB962C8B-B14F-4D97-AF65-F5344CB8AC3E}">
        <p14:creationId xmlns:p14="http://schemas.microsoft.com/office/powerpoint/2010/main" val="37141648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normAutofit fontScale="92500" lnSpcReduction="10000"/>
          </a:bodyPr>
          <a:lstStyle/>
          <a:p>
            <a:r>
              <a:rPr lang="en-US" dirty="0"/>
              <a:t>2410208 - Collect Explain Plan of a Prepared Statement</a:t>
            </a:r>
          </a:p>
          <a:p>
            <a:r>
              <a:rPr lang="de-DE" dirty="0"/>
              <a:t>2800028 - FAQ: SAP HANA </a:t>
            </a:r>
            <a:r>
              <a:rPr lang="de-DE" dirty="0" err="1"/>
              <a:t>Optimizer</a:t>
            </a:r>
            <a:r>
              <a:rPr lang="de-DE" dirty="0"/>
              <a:t> </a:t>
            </a:r>
            <a:r>
              <a:rPr lang="de-DE" dirty="0" err="1"/>
              <a:t>Statistics</a:t>
            </a:r>
            <a:endParaRPr lang="de-DE" dirty="0"/>
          </a:p>
          <a:p>
            <a:r>
              <a:rPr lang="it-IT" dirty="0"/>
              <a:t>2124112 - FAQ: SAP HANA </a:t>
            </a:r>
            <a:r>
              <a:rPr lang="it-IT" dirty="0" err="1"/>
              <a:t>Parsing</a:t>
            </a:r>
            <a:endParaRPr lang="it-IT" dirty="0"/>
          </a:p>
          <a:p>
            <a:r>
              <a:rPr lang="en-US" dirty="0"/>
              <a:t>3326981 - Why HEX Plans fallback to old engines such as Join, OLAP, ESX</a:t>
            </a:r>
            <a:endParaRPr lang="it-IT" dirty="0"/>
          </a:p>
          <a:p>
            <a:r>
              <a:rPr lang="en-US" dirty="0"/>
              <a:t>2967014 - Large size of memory usage on heap allocators Pool/ESX</a:t>
            </a:r>
          </a:p>
          <a:p>
            <a:r>
              <a:rPr lang="en-US" dirty="0">
                <a:hlinkClick r:id="rId2"/>
              </a:rPr>
              <a:t>SAP HANA Performance Guide for Developers | SAP Help Portal</a:t>
            </a:r>
            <a:endParaRPr lang="de-DE" dirty="0"/>
          </a:p>
          <a:p>
            <a:r>
              <a:rPr lang="de-DE" dirty="0" err="1"/>
              <a:t>openSAP</a:t>
            </a:r>
            <a:r>
              <a:rPr lang="de-DE" dirty="0"/>
              <a:t> Kurs: </a:t>
            </a:r>
            <a:r>
              <a:rPr lang="en-US" dirty="0"/>
              <a:t>A First Step Towards SAP HANA Query Optimization</a:t>
            </a:r>
          </a:p>
          <a:p>
            <a:pPr lvl="1"/>
            <a:r>
              <a:rPr lang="en-US" dirty="0">
                <a:hlinkClick r:id="rId3"/>
              </a:rPr>
              <a:t>https://open.sap.com/courses/hanasql1/</a:t>
            </a:r>
            <a:r>
              <a:rPr lang="en-US" dirty="0"/>
              <a:t> </a:t>
            </a:r>
          </a:p>
          <a:p>
            <a:r>
              <a:rPr lang="en-US" dirty="0"/>
              <a:t>Blog: </a:t>
            </a:r>
            <a:r>
              <a:rPr lang="en-US" dirty="0">
                <a:hlinkClick r:id="rId4"/>
              </a:rPr>
              <a:t>SAP HANA Optimizer - the heart of the performance</a:t>
            </a:r>
            <a:endParaRPr lang="en-US" dirty="0"/>
          </a:p>
          <a:p>
            <a:endParaRPr lang="de-DE" dirty="0"/>
          </a:p>
        </p:txBody>
      </p:sp>
      <p:sp>
        <p:nvSpPr>
          <p:cNvPr id="6" name="Textplatzhalter 5"/>
          <p:cNvSpPr>
            <a:spLocks noGrp="1"/>
          </p:cNvSpPr>
          <p:nvPr>
            <p:ph type="body" sz="quarter" idx="16"/>
          </p:nvPr>
        </p:nvSpPr>
        <p:spPr/>
        <p:txBody>
          <a:bodyPr/>
          <a:lstStyle/>
          <a:p>
            <a:r>
              <a:rPr lang="de-DE" dirty="0"/>
              <a:t>REFERENCES</a:t>
            </a:r>
          </a:p>
        </p:txBody>
      </p:sp>
      <p:sp>
        <p:nvSpPr>
          <p:cNvPr id="7" name="Titel 6"/>
          <p:cNvSpPr>
            <a:spLocks noGrp="1"/>
          </p:cNvSpPr>
          <p:nvPr>
            <p:ph type="title"/>
          </p:nvPr>
        </p:nvSpPr>
        <p:spPr/>
        <p:txBody>
          <a:bodyPr/>
          <a:lstStyle/>
          <a:p>
            <a:r>
              <a:rPr lang="de-DE" dirty="0"/>
              <a:t>USEFUL Links AND SAP NOTES</a:t>
            </a:r>
          </a:p>
        </p:txBody>
      </p:sp>
      <p:sp>
        <p:nvSpPr>
          <p:cNvPr id="3" name="Datumsplatzhalter 2"/>
          <p:cNvSpPr>
            <a:spLocks noGrp="1"/>
          </p:cNvSpPr>
          <p:nvPr>
            <p:ph type="dt" sz="half" idx="2"/>
          </p:nvPr>
        </p:nvSpPr>
        <p:spPr/>
        <p:txBody>
          <a:bodyPr/>
          <a:lstStyle/>
          <a:p>
            <a:r>
              <a:rPr lang="de-DE"/>
              <a:t>2025</a:t>
            </a:r>
          </a:p>
        </p:txBody>
      </p:sp>
      <p:sp>
        <p:nvSpPr>
          <p:cNvPr id="4" name="Fußzeilenplatzhalter 3"/>
          <p:cNvSpPr>
            <a:spLocks noGrp="1"/>
          </p:cNvSpPr>
          <p:nvPr>
            <p:ph type="ftr" sz="quarter" idx="3"/>
          </p:nvPr>
        </p:nvSpPr>
        <p:spPr/>
        <p:txBody>
          <a:bodyPr/>
          <a:lstStyle/>
          <a:p>
            <a:r>
              <a:rPr lang="de-DE"/>
              <a:t>| HANA Tech Con </a:t>
            </a:r>
          </a:p>
        </p:txBody>
      </p:sp>
    </p:spTree>
    <p:extLst>
      <p:ext uri="{BB962C8B-B14F-4D97-AF65-F5344CB8AC3E}">
        <p14:creationId xmlns:p14="http://schemas.microsoft.com/office/powerpoint/2010/main" val="17349089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normAutofit/>
          </a:bodyPr>
          <a:lstStyle/>
          <a:p>
            <a:pPr marL="0" indent="0">
              <a:buNone/>
            </a:pPr>
            <a:r>
              <a:rPr lang="en-US" sz="1800" dirty="0">
                <a:solidFill>
                  <a:srgbClr val="000000"/>
                </a:solidFill>
                <a:effectLst/>
                <a:latin typeface="Arial" panose="020B0604020202020204" pitchFamily="34" charset="0"/>
                <a:ea typeface="Times New Roman" panose="02020603050405020304" pitchFamily="18" charset="0"/>
              </a:rPr>
              <a:t>	"</a:t>
            </a:r>
            <a:r>
              <a:rPr lang="en-US" i="1" dirty="0"/>
              <a:t>No debt is more urgent than that of giving thanks</a:t>
            </a:r>
            <a:r>
              <a:rPr lang="en-US" dirty="0"/>
              <a:t>." </a:t>
            </a:r>
            <a:r>
              <a:rPr lang="de-DE" dirty="0"/>
              <a:t> </a:t>
            </a:r>
          </a:p>
          <a:p>
            <a:pPr marL="0" indent="0">
              <a:buNone/>
            </a:pPr>
            <a:r>
              <a:rPr lang="de-DE" dirty="0"/>
              <a:t>	(Marcus Tullius Cicero, 106-43 v.Chr., römischer Philosoph)</a:t>
            </a:r>
          </a:p>
          <a:p>
            <a:pPr marL="0" indent="0">
              <a:buNone/>
            </a:pPr>
            <a:endParaRPr lang="de-DE" dirty="0"/>
          </a:p>
          <a:p>
            <a:r>
              <a:rPr lang="de-DE" dirty="0"/>
              <a:t>HANA CON Community and Jury: </a:t>
            </a:r>
            <a:r>
              <a:rPr lang="en-US" dirty="0"/>
              <a:t>Thank you for the opportunity to give me to have a presentation here</a:t>
            </a:r>
          </a:p>
          <a:p>
            <a:r>
              <a:rPr lang="de-DE" dirty="0"/>
              <a:t>Martin Frauendorfer </a:t>
            </a:r>
            <a:r>
              <a:rPr lang="de-DE" dirty="0" err="1"/>
              <a:t>for</a:t>
            </a:r>
            <a:r>
              <a:rPr lang="de-DE" dirty="0"/>
              <a:t> </a:t>
            </a:r>
            <a:r>
              <a:rPr lang="de-DE" dirty="0" err="1"/>
              <a:t>his</a:t>
            </a:r>
            <a:r>
              <a:rPr lang="de-DE" dirty="0"/>
              <a:t> SQL Collection and </a:t>
            </a:r>
            <a:r>
              <a:rPr lang="de-DE" dirty="0" err="1"/>
              <a:t>help</a:t>
            </a:r>
            <a:endParaRPr lang="de-DE" dirty="0"/>
          </a:p>
          <a:p>
            <a:endParaRPr lang="de-DE" dirty="0"/>
          </a:p>
          <a:p>
            <a:pPr marL="0" indent="0">
              <a:buNone/>
            </a:pPr>
            <a:endParaRPr lang="de-DE" dirty="0"/>
          </a:p>
        </p:txBody>
      </p:sp>
      <p:sp>
        <p:nvSpPr>
          <p:cNvPr id="4" name="Textplatzhalter 3"/>
          <p:cNvSpPr>
            <a:spLocks noGrp="1"/>
          </p:cNvSpPr>
          <p:nvPr>
            <p:ph type="body" sz="quarter" idx="16"/>
          </p:nvPr>
        </p:nvSpPr>
        <p:spPr/>
        <p:txBody>
          <a:bodyPr/>
          <a:lstStyle/>
          <a:p>
            <a:r>
              <a:rPr lang="de-DE" dirty="0"/>
              <a:t>SONSTIGES</a:t>
            </a:r>
          </a:p>
        </p:txBody>
      </p:sp>
      <p:sp>
        <p:nvSpPr>
          <p:cNvPr id="5" name="Titel 4"/>
          <p:cNvSpPr>
            <a:spLocks noGrp="1"/>
          </p:cNvSpPr>
          <p:nvPr>
            <p:ph type="title"/>
          </p:nvPr>
        </p:nvSpPr>
        <p:spPr/>
        <p:txBody>
          <a:bodyPr/>
          <a:lstStyle/>
          <a:p>
            <a:r>
              <a:rPr lang="de-DE" dirty="0"/>
              <a:t>THANKS</a:t>
            </a:r>
          </a:p>
        </p:txBody>
      </p:sp>
      <p:sp>
        <p:nvSpPr>
          <p:cNvPr id="6" name="Datumsplatzhalter 5"/>
          <p:cNvSpPr>
            <a:spLocks noGrp="1"/>
          </p:cNvSpPr>
          <p:nvPr>
            <p:ph type="dt" sz="half" idx="2"/>
          </p:nvPr>
        </p:nvSpPr>
        <p:spPr/>
        <p:txBody>
          <a:bodyPr/>
          <a:lstStyle/>
          <a:p>
            <a:r>
              <a:rPr lang="de-DE"/>
              <a:t>2025</a:t>
            </a:r>
            <a:endParaRPr lang="de-DE" dirty="0"/>
          </a:p>
        </p:txBody>
      </p:sp>
      <p:sp>
        <p:nvSpPr>
          <p:cNvPr id="7" name="Fußzeilenplatzhalter 6"/>
          <p:cNvSpPr>
            <a:spLocks noGrp="1"/>
          </p:cNvSpPr>
          <p:nvPr>
            <p:ph type="ftr" sz="quarter" idx="3"/>
          </p:nvPr>
        </p:nvSpPr>
        <p:spPr/>
        <p:txBody>
          <a:bodyPr/>
          <a:lstStyle/>
          <a:p>
            <a:r>
              <a:rPr lang="de-DE"/>
              <a:t>| HANA Tech Con </a:t>
            </a:r>
            <a:endParaRPr lang="de-DE" dirty="0"/>
          </a:p>
        </p:txBody>
      </p:sp>
    </p:spTree>
    <p:extLst>
      <p:ext uri="{BB962C8B-B14F-4D97-AF65-F5344CB8AC3E}">
        <p14:creationId xmlns:p14="http://schemas.microsoft.com/office/powerpoint/2010/main" val="9764668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3A5C158C-B3C4-1AB8-73BD-C26BDEF4E2CB}"/>
              </a:ext>
            </a:extLst>
          </p:cNvPr>
          <p:cNvSpPr txBox="1">
            <a:spLocks/>
          </p:cNvSpPr>
          <p:nvPr/>
        </p:nvSpPr>
        <p:spPr>
          <a:xfrm>
            <a:off x="0" y="787217"/>
            <a:ext cx="5536019" cy="612000"/>
          </a:xfrm>
          <a:prstGeom prst="rect">
            <a:avLst/>
          </a:prstGeom>
          <a:solidFill>
            <a:schemeClr val="accent1"/>
          </a:solidFill>
        </p:spPr>
        <p:txBody>
          <a:bodyPr vert="horz" wrap="square" lIns="91440" tIns="45720" rIns="91440" bIns="45720" rtlCol="0" anchor="ctr">
            <a:normAutofit fontScale="97500"/>
          </a:bodyPr>
          <a:lstStyle>
            <a:lvl1pPr marL="450850" indent="0" algn="l" defTabSz="457200" rtl="0" eaLnBrk="1" latinLnBrk="0" hangingPunct="1">
              <a:spcBef>
                <a:spcPct val="0"/>
              </a:spcBef>
              <a:buNone/>
              <a:defRPr sz="3200" b="1" i="1" kern="1200" cap="all" baseline="0">
                <a:solidFill>
                  <a:schemeClr val="bg1"/>
                </a:solidFill>
                <a:latin typeface="Arial"/>
                <a:ea typeface="+mj-ea"/>
                <a:cs typeface="Arial"/>
              </a:defRPr>
            </a:lvl1pPr>
          </a:lstStyle>
          <a:p>
            <a:r>
              <a:rPr lang="en-US" dirty="0"/>
              <a:t>Thank you for your</a:t>
            </a:r>
          </a:p>
        </p:txBody>
      </p:sp>
      <p:sp>
        <p:nvSpPr>
          <p:cNvPr id="4" name="Titel 1">
            <a:extLst>
              <a:ext uri="{FF2B5EF4-FFF2-40B4-BE49-F238E27FC236}">
                <a16:creationId xmlns:a16="http://schemas.microsoft.com/office/drawing/2014/main" id="{53AD86E6-D703-6852-9DC9-BBC15AB09873}"/>
              </a:ext>
            </a:extLst>
          </p:cNvPr>
          <p:cNvSpPr txBox="1">
            <a:spLocks/>
          </p:cNvSpPr>
          <p:nvPr/>
        </p:nvSpPr>
        <p:spPr>
          <a:xfrm>
            <a:off x="3552" y="1449981"/>
            <a:ext cx="4568447" cy="612000"/>
          </a:xfrm>
          <a:prstGeom prst="rect">
            <a:avLst/>
          </a:prstGeom>
          <a:solidFill>
            <a:schemeClr val="accent1"/>
          </a:solidFill>
        </p:spPr>
        <p:txBody>
          <a:bodyPr vert="horz" wrap="square" lIns="91440" tIns="45720" rIns="91440" bIns="45720" rtlCol="0" anchor="ctr">
            <a:normAutofit fontScale="97500"/>
          </a:bodyPr>
          <a:lstStyle>
            <a:lvl1pPr marL="450850" indent="0" algn="l" defTabSz="457200" rtl="0" eaLnBrk="1" latinLnBrk="0" hangingPunct="1">
              <a:spcBef>
                <a:spcPct val="0"/>
              </a:spcBef>
              <a:buNone/>
              <a:defRPr sz="3200" b="1" i="1" kern="1200" cap="all" baseline="0">
                <a:solidFill>
                  <a:schemeClr val="bg1"/>
                </a:solidFill>
                <a:latin typeface="Arial"/>
                <a:ea typeface="+mj-ea"/>
                <a:cs typeface="Arial"/>
              </a:defRPr>
            </a:lvl1pPr>
          </a:lstStyle>
          <a:p>
            <a:r>
              <a:rPr lang="en-US" dirty="0"/>
              <a:t>Attention</a:t>
            </a:r>
          </a:p>
        </p:txBody>
      </p:sp>
    </p:spTree>
    <p:extLst>
      <p:ext uri="{BB962C8B-B14F-4D97-AF65-F5344CB8AC3E}">
        <p14:creationId xmlns:p14="http://schemas.microsoft.com/office/powerpoint/2010/main" val="1480286378"/>
      </p:ext>
    </p:extLst>
  </p:cSld>
  <p:clrMapOvr>
    <a:masterClrMapping/>
  </p:clrMapOvr>
</p:sld>
</file>

<file path=ppt/theme/theme1.xml><?xml version="1.0" encoding="utf-8"?>
<a:theme xmlns:a="http://schemas.openxmlformats.org/drawingml/2006/main" name="2017_HANA_Techtage_Neuigkeiten">
  <a:themeElements>
    <a:clrScheme name="AOK systems">
      <a:dk1>
        <a:srgbClr val="646567"/>
      </a:dk1>
      <a:lt1>
        <a:sysClr val="window" lastClr="FFFFFF"/>
      </a:lt1>
      <a:dk2>
        <a:srgbClr val="727469"/>
      </a:dk2>
      <a:lt2>
        <a:srgbClr val="A8A59E"/>
      </a:lt2>
      <a:accent1>
        <a:srgbClr val="61A423"/>
      </a:accent1>
      <a:accent2>
        <a:srgbClr val="98BF66"/>
      </a:accent2>
      <a:accent3>
        <a:srgbClr val="D3E3BF"/>
      </a:accent3>
      <a:accent4>
        <a:srgbClr val="014B94"/>
      </a:accent4>
      <a:accent5>
        <a:srgbClr val="5575AE"/>
      </a:accent5>
      <a:accent6>
        <a:srgbClr val="B8BFDC"/>
      </a:accent6>
      <a:hlink>
        <a:srgbClr val="61A423"/>
      </a:hlink>
      <a:folHlink>
        <a:srgbClr val="61A423"/>
      </a:folHlink>
    </a:clrScheme>
    <a:fontScheme name="Office Klassisch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2017_HANA_Techtage_Neuigkeiten</Template>
  <TotalTime>0</TotalTime>
  <Words>1471</Words>
  <Application>Microsoft Office PowerPoint</Application>
  <PresentationFormat>Bildschirmpräsentation (16:9)</PresentationFormat>
  <Paragraphs>235</Paragraphs>
  <Slides>26</Slides>
  <Notes>4</Notes>
  <HiddenSlides>0</HiddenSlides>
  <MMClips>0</MMClips>
  <ScaleCrop>false</ScaleCrop>
  <HeadingPairs>
    <vt:vector size="6" baseType="variant">
      <vt:variant>
        <vt:lpstr>Verwendete Schriftarten</vt:lpstr>
      </vt:variant>
      <vt:variant>
        <vt:i4>9</vt:i4>
      </vt:variant>
      <vt:variant>
        <vt:lpstr>Design</vt:lpstr>
      </vt:variant>
      <vt:variant>
        <vt:i4>1</vt:i4>
      </vt:variant>
      <vt:variant>
        <vt:lpstr>Folientitel</vt:lpstr>
      </vt:variant>
      <vt:variant>
        <vt:i4>26</vt:i4>
      </vt:variant>
    </vt:vector>
  </HeadingPairs>
  <TitlesOfParts>
    <vt:vector size="36" baseType="lpstr">
      <vt:lpstr>72</vt:lpstr>
      <vt:lpstr>72 Monospace</vt:lpstr>
      <vt:lpstr>Aptos</vt:lpstr>
      <vt:lpstr>Arial</vt:lpstr>
      <vt:lpstr>Arial Unicode MS</vt:lpstr>
      <vt:lpstr>Calibri</vt:lpstr>
      <vt:lpstr>Courier New</vt:lpstr>
      <vt:lpstr>Helvetica Neue</vt:lpstr>
      <vt:lpstr>Wingdings</vt:lpstr>
      <vt:lpstr>2017_HANA_Techtage_Neuigkeiten</vt:lpstr>
      <vt:lpstr>HANA STATEMENT HINTS</vt:lpstr>
      <vt:lpstr>PowerPoint-Präsentation</vt:lpstr>
      <vt:lpstr>Aok Systems Facts and Figures</vt:lpstr>
      <vt:lpstr>AOK Systems covers more than 55% of Germany’s SHI market</vt:lpstr>
      <vt:lpstr>HANA SQL OPTIMIZER </vt:lpstr>
      <vt:lpstr>SAP HANA Query Processor components</vt:lpstr>
      <vt:lpstr>EXECUTION PLAN</vt:lpstr>
      <vt:lpstr>What Are HANA Statement Hints? </vt:lpstr>
      <vt:lpstr>Why Use Hints</vt:lpstr>
      <vt:lpstr>Risks and Recommendations</vt:lpstr>
      <vt:lpstr>Types of Hints</vt:lpstr>
      <vt:lpstr>Types of Hints</vt:lpstr>
      <vt:lpstr>Execution plans are the key to validating hints</vt:lpstr>
      <vt:lpstr> Determining Useful Hints</vt:lpstr>
      <vt:lpstr>Determination of Hints</vt:lpstr>
      <vt:lpstr>Determination of Hints: TESTS with BIND VARIABLES</vt:lpstr>
      <vt:lpstr>EXAMPLES: Changing an Execution Engine Decision</vt:lpstr>
      <vt:lpstr>EXAMPLES: Changing an Execution Engine Decision</vt:lpstr>
      <vt:lpstr>EXAMPLES: Changing an Execution Engine Decision</vt:lpstr>
      <vt:lpstr>Changing Operator Order</vt:lpstr>
      <vt:lpstr>DOCUMENTING</vt:lpstr>
      <vt:lpstr>TAKEAWAYS</vt:lpstr>
      <vt:lpstr>USEFUL Links AND SAP NOTES</vt:lpstr>
      <vt:lpstr>USEFUL Links AND SAP NOTES</vt:lpstr>
      <vt:lpstr>THANKS</vt:lpstr>
      <vt:lpstr>PowerPoint-Präsentation</vt:lpstr>
    </vt:vector>
  </TitlesOfParts>
  <Company>AOK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Baran, Kutbettin</dc:creator>
  <cp:lastModifiedBy>Baran, Kutbettin</cp:lastModifiedBy>
  <cp:revision>1010</cp:revision>
  <cp:lastPrinted>2018-02-25T14:56:52Z</cp:lastPrinted>
  <dcterms:created xsi:type="dcterms:W3CDTF">2017-01-30T11:16:32Z</dcterms:created>
  <dcterms:modified xsi:type="dcterms:W3CDTF">2025-07-06T18:59:40Z</dcterms:modified>
</cp:coreProperties>
</file>