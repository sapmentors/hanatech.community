
<file path=[Content_Types].xml><?xml version="1.0" encoding="utf-8"?>
<Types xmlns="http://schemas.openxmlformats.org/package/2006/content-types">
  <Default Extension="bin" ContentType="image/png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0.xml" ContentType="application/vnd.openxmlformats-officedocument.customXmlProperties+xml"/>
  <Override PartName="/customXml/itemProps21.xml" ContentType="application/vnd.openxmlformats-officedocument.customXmlProperties+xml"/>
  <Override PartName="/customXml/itemProps22.xml" ContentType="application/vnd.openxmlformats-officedocument.customXmlProperties+xml"/>
  <Override PartName="/customXml/itemProps23.xml" ContentType="application/vnd.openxmlformats-officedocument.customXmlProperties+xml"/>
  <Override PartName="/customXml/itemProps24.xml" ContentType="application/vnd.openxmlformats-officedocument.customXmlProperties+xml"/>
  <Override PartName="/customXml/itemProps25.xml" ContentType="application/vnd.openxmlformats-officedocument.customXmlProperties+xml"/>
  <Override PartName="/customXml/itemProps26.xml" ContentType="application/vnd.openxmlformats-officedocument.customXmlProperties+xml"/>
  <Override PartName="/customXml/itemProps27.xml" ContentType="application/vnd.openxmlformats-officedocument.customXmlProperties+xml"/>
  <Override PartName="/customXml/itemProps28.xml" ContentType="application/vnd.openxmlformats-officedocument.customXmlProperties+xml"/>
  <Override PartName="/customXml/itemProps29.xml" ContentType="application/vnd.openxmlformats-officedocument.customXmlProperties+xml"/>
  <Override PartName="/customXml/itemProps30.xml" ContentType="application/vnd.openxmlformats-officedocument.customXmlProperties+xml"/>
  <Override PartName="/customXml/itemProps31.xml" ContentType="application/vnd.openxmlformats-officedocument.customXmlProperties+xml"/>
  <Override PartName="/customXml/itemProps32.xml" ContentType="application/vnd.openxmlformats-officedocument.customXmlProperties+xml"/>
  <Override PartName="/customXml/itemProps33.xml" ContentType="application/vnd.openxmlformats-officedocument.customXmlProperties+xml"/>
  <Override PartName="/customXml/itemProps34.xml" ContentType="application/vnd.openxmlformats-officedocument.customXmlProperties+xml"/>
  <Override PartName="/customXml/itemProps35.xml" ContentType="application/vnd.openxmlformats-officedocument.customXmlProperties+xml"/>
  <Override PartName="/customXml/itemProps36.xml" ContentType="application/vnd.openxmlformats-officedocument.customXmlProperties+xml"/>
  <Override PartName="/customXml/itemProps37.xml" ContentType="application/vnd.openxmlformats-officedocument.customXmlProperties+xml"/>
  <Override PartName="/customXml/itemProps38.xml" ContentType="application/vnd.openxmlformats-officedocument.customXmlProperties+xml"/>
  <Override PartName="/customXml/itemProps39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3" r:id="rId40"/>
  </p:sldMasterIdLst>
  <p:notesMasterIdLst>
    <p:notesMasterId r:id="rId58"/>
  </p:notesMasterIdLst>
  <p:handoutMasterIdLst>
    <p:handoutMasterId r:id="rId59"/>
  </p:handoutMasterIdLst>
  <p:sldIdLst>
    <p:sldId id="402" r:id="rId41"/>
    <p:sldId id="2063" r:id="rId42"/>
    <p:sldId id="2081" r:id="rId43"/>
    <p:sldId id="2065" r:id="rId44"/>
    <p:sldId id="2073" r:id="rId45"/>
    <p:sldId id="2074" r:id="rId46"/>
    <p:sldId id="2079" r:id="rId47"/>
    <p:sldId id="2064" r:id="rId48"/>
    <p:sldId id="2077" r:id="rId49"/>
    <p:sldId id="2075" r:id="rId50"/>
    <p:sldId id="2076" r:id="rId51"/>
    <p:sldId id="2071" r:id="rId52"/>
    <p:sldId id="449" r:id="rId53"/>
    <p:sldId id="344" r:id="rId54"/>
    <p:sldId id="2082" r:id="rId55"/>
    <p:sldId id="2072" r:id="rId56"/>
    <p:sldId id="2059" r:id="rId57"/>
  </p:sldIdLst>
  <p:sldSz cx="12195175" cy="6858000"/>
  <p:notesSz cx="6858000" cy="9144000"/>
  <p:custDataLst>
    <p:tags r:id="rId60"/>
  </p:custDataLst>
  <p:defaultTextStyle>
    <a:defPPr>
      <a:defRPr lang="de-DE"/>
    </a:defPPr>
    <a:lvl1pPr marL="0" algn="l" defTabSz="1088776" rtl="0" eaLnBrk="1" latinLnBrk="0" hangingPunct="1">
      <a:defRPr lang="de-DE" sz="2100" kern="1200">
        <a:solidFill>
          <a:schemeClr val="tx1"/>
        </a:solidFill>
        <a:latin typeface="Arial"/>
        <a:ea typeface="+mn-ea"/>
        <a:cs typeface="+mn-cs"/>
      </a:defRPr>
    </a:lvl1pPr>
    <a:lvl2pPr marL="544388" algn="l" defTabSz="1088776" rtl="0" eaLnBrk="1" latinLnBrk="0" hangingPunct="1">
      <a:buClr>
        <a:srgbClr val="FDB913"/>
      </a:buClr>
      <a:buSzPct val="100000"/>
      <a:buFont typeface="wingdings"/>
      <a:buChar char=""/>
      <a:defRPr lang="de-DE" sz="2100" kern="1200">
        <a:solidFill>
          <a:schemeClr val="tx1"/>
        </a:solidFill>
        <a:latin typeface="Arial"/>
        <a:ea typeface="+mn-ea"/>
        <a:cs typeface="+mn-cs"/>
      </a:defRPr>
    </a:lvl2pPr>
    <a:lvl3pPr marL="1088776" algn="l" defTabSz="1088776" rtl="0" eaLnBrk="1" latinLnBrk="0" hangingPunct="1">
      <a:buClr>
        <a:srgbClr val="666666"/>
      </a:buClr>
      <a:buSzPct val="80000"/>
      <a:buFont typeface="Wingdings"/>
      <a:buChar char="n"/>
      <a:defRPr lang="de-DE" sz="1700" kern="1200">
        <a:solidFill>
          <a:schemeClr val="tx1"/>
        </a:solidFill>
        <a:latin typeface="Arial"/>
        <a:ea typeface="+mn-ea"/>
        <a:cs typeface="+mn-cs"/>
      </a:defRPr>
    </a:lvl3pPr>
    <a:lvl4pPr marL="1633164" algn="l" defTabSz="1088776" rtl="0" eaLnBrk="1" latinLnBrk="0" hangingPunct="1">
      <a:buClr>
        <a:srgbClr val="666666"/>
      </a:buClr>
      <a:buSzPct val="80000"/>
      <a:buFont typeface="Arial"/>
      <a:buChar char=""/>
      <a:defRPr lang="de-DE" sz="1400" kern="1200">
        <a:solidFill>
          <a:schemeClr val="tx1"/>
        </a:solidFill>
        <a:latin typeface="Arial"/>
        <a:ea typeface="+mn-ea"/>
        <a:cs typeface="+mn-cs"/>
      </a:defRPr>
    </a:lvl4pPr>
    <a:lvl5pPr marL="2177552" algn="l" defTabSz="1088776" rtl="0" eaLnBrk="1" latinLnBrk="0" hangingPunct="1">
      <a:buClr>
        <a:srgbClr val="666666"/>
      </a:buClr>
      <a:buSzPct val="80000"/>
      <a:buFont typeface="Arial"/>
      <a:buChar char=""/>
      <a:defRPr lang="de-DE" sz="1200" kern="1200">
        <a:solidFill>
          <a:schemeClr val="tx1"/>
        </a:solidFill>
        <a:latin typeface="Arial"/>
        <a:ea typeface="+mn-ea"/>
        <a:cs typeface="+mn-cs"/>
      </a:defRPr>
    </a:lvl5pPr>
    <a:lvl6pPr marL="2721940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266328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810716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355104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1" userDrawn="1">
          <p15:clr>
            <a:srgbClr val="A4A3A4"/>
          </p15:clr>
        </p15:guide>
        <p15:guide id="2" orient="horz" pos="33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27B00"/>
    <a:srgbClr val="FFE089"/>
    <a:srgbClr val="FFD9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D5ABB26-0587-4C30-8999-92F81FD0307C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23" autoAdjust="0"/>
    <p:restoredTop sz="77258" autoAdjust="0"/>
  </p:normalViewPr>
  <p:slideViewPr>
    <p:cSldViewPr snapToGrid="0" showGuides="1">
      <p:cViewPr varScale="1">
        <p:scale>
          <a:sx n="119" d="100"/>
          <a:sy n="119" d="100"/>
        </p:scale>
        <p:origin x="1782" y="102"/>
      </p:cViewPr>
      <p:guideLst>
        <p:guide pos="3841"/>
        <p:guide orient="horz" pos="331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2" d="100"/>
          <a:sy n="92" d="100"/>
        </p:scale>
        <p:origin x="4008" y="168"/>
      </p:cViewPr>
      <p:guideLst>
        <p:guide orient="horz" pos="2880"/>
        <p:guide pos="2160"/>
      </p:guideLst>
    </p:cSldViewPr>
  </p:notesViewPr>
  <p:gridSpacing cx="936117" cy="936117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customXml" Target="../customXml/item13.xml"/><Relationship Id="rId18" Type="http://schemas.openxmlformats.org/officeDocument/2006/relationships/customXml" Target="../customXml/item18.xml"/><Relationship Id="rId26" Type="http://schemas.openxmlformats.org/officeDocument/2006/relationships/customXml" Target="../customXml/item26.xml"/><Relationship Id="rId39" Type="http://schemas.openxmlformats.org/officeDocument/2006/relationships/customXml" Target="../customXml/item39.xml"/><Relationship Id="rId21" Type="http://schemas.openxmlformats.org/officeDocument/2006/relationships/customXml" Target="../customXml/item21.xml"/><Relationship Id="rId34" Type="http://schemas.openxmlformats.org/officeDocument/2006/relationships/customXml" Target="../customXml/item34.xml"/><Relationship Id="rId42" Type="http://schemas.openxmlformats.org/officeDocument/2006/relationships/slide" Target="slides/slide2.xml"/><Relationship Id="rId47" Type="http://schemas.openxmlformats.org/officeDocument/2006/relationships/slide" Target="slides/slide7.xml"/><Relationship Id="rId50" Type="http://schemas.openxmlformats.org/officeDocument/2006/relationships/slide" Target="slides/slide10.xml"/><Relationship Id="rId55" Type="http://schemas.openxmlformats.org/officeDocument/2006/relationships/slide" Target="slides/slide15.xml"/><Relationship Id="rId63" Type="http://schemas.openxmlformats.org/officeDocument/2006/relationships/theme" Target="theme/theme1.xml"/><Relationship Id="rId7" Type="http://schemas.openxmlformats.org/officeDocument/2006/relationships/customXml" Target="../customXml/item7.xml"/><Relationship Id="rId2" Type="http://schemas.openxmlformats.org/officeDocument/2006/relationships/customXml" Target="../customXml/item2.xml"/><Relationship Id="rId16" Type="http://schemas.openxmlformats.org/officeDocument/2006/relationships/customXml" Target="../customXml/item16.xml"/><Relationship Id="rId29" Type="http://schemas.openxmlformats.org/officeDocument/2006/relationships/customXml" Target="../customXml/item29.xml"/><Relationship Id="rId11" Type="http://schemas.openxmlformats.org/officeDocument/2006/relationships/customXml" Target="../customXml/item11.xml"/><Relationship Id="rId24" Type="http://schemas.openxmlformats.org/officeDocument/2006/relationships/customXml" Target="../customXml/item24.xml"/><Relationship Id="rId32" Type="http://schemas.openxmlformats.org/officeDocument/2006/relationships/customXml" Target="../customXml/item32.xml"/><Relationship Id="rId37" Type="http://schemas.openxmlformats.org/officeDocument/2006/relationships/customXml" Target="../customXml/item37.xml"/><Relationship Id="rId40" Type="http://schemas.openxmlformats.org/officeDocument/2006/relationships/slideMaster" Target="slideMasters/slideMaster1.xml"/><Relationship Id="rId45" Type="http://schemas.openxmlformats.org/officeDocument/2006/relationships/slide" Target="slides/slide5.xml"/><Relationship Id="rId53" Type="http://schemas.openxmlformats.org/officeDocument/2006/relationships/slide" Target="slides/slide13.xml"/><Relationship Id="rId58" Type="http://schemas.openxmlformats.org/officeDocument/2006/relationships/notesMaster" Target="notesMasters/notesMaster1.xml"/><Relationship Id="rId5" Type="http://schemas.openxmlformats.org/officeDocument/2006/relationships/customXml" Target="../customXml/item5.xml"/><Relationship Id="rId61" Type="http://schemas.openxmlformats.org/officeDocument/2006/relationships/presProps" Target="presProps.xml"/><Relationship Id="rId19" Type="http://schemas.openxmlformats.org/officeDocument/2006/relationships/customXml" Target="../customXml/item19.xml"/><Relationship Id="rId14" Type="http://schemas.openxmlformats.org/officeDocument/2006/relationships/customXml" Target="../customXml/item14.xml"/><Relationship Id="rId22" Type="http://schemas.openxmlformats.org/officeDocument/2006/relationships/customXml" Target="../customXml/item22.xml"/><Relationship Id="rId27" Type="http://schemas.openxmlformats.org/officeDocument/2006/relationships/customXml" Target="../customXml/item27.xml"/><Relationship Id="rId30" Type="http://schemas.openxmlformats.org/officeDocument/2006/relationships/customXml" Target="../customXml/item30.xml"/><Relationship Id="rId35" Type="http://schemas.openxmlformats.org/officeDocument/2006/relationships/customXml" Target="../customXml/item35.xml"/><Relationship Id="rId43" Type="http://schemas.openxmlformats.org/officeDocument/2006/relationships/slide" Target="slides/slide3.xml"/><Relationship Id="rId48" Type="http://schemas.openxmlformats.org/officeDocument/2006/relationships/slide" Target="slides/slide8.xml"/><Relationship Id="rId56" Type="http://schemas.openxmlformats.org/officeDocument/2006/relationships/slide" Target="slides/slide16.xml"/><Relationship Id="rId64" Type="http://schemas.openxmlformats.org/officeDocument/2006/relationships/tableStyles" Target="tableStyles.xml"/><Relationship Id="rId8" Type="http://schemas.openxmlformats.org/officeDocument/2006/relationships/customXml" Target="../customXml/item8.xml"/><Relationship Id="rId51" Type="http://schemas.openxmlformats.org/officeDocument/2006/relationships/slide" Target="slides/slide11.xml"/><Relationship Id="rId3" Type="http://schemas.openxmlformats.org/officeDocument/2006/relationships/customXml" Target="../customXml/item3.xml"/><Relationship Id="rId12" Type="http://schemas.openxmlformats.org/officeDocument/2006/relationships/customXml" Target="../customXml/item12.xml"/><Relationship Id="rId17" Type="http://schemas.openxmlformats.org/officeDocument/2006/relationships/customXml" Target="../customXml/item17.xml"/><Relationship Id="rId25" Type="http://schemas.openxmlformats.org/officeDocument/2006/relationships/customXml" Target="../customXml/item25.xml"/><Relationship Id="rId33" Type="http://schemas.openxmlformats.org/officeDocument/2006/relationships/customXml" Target="../customXml/item33.xml"/><Relationship Id="rId38" Type="http://schemas.openxmlformats.org/officeDocument/2006/relationships/customXml" Target="../customXml/item38.xml"/><Relationship Id="rId46" Type="http://schemas.openxmlformats.org/officeDocument/2006/relationships/slide" Target="slides/slide6.xml"/><Relationship Id="rId59" Type="http://schemas.openxmlformats.org/officeDocument/2006/relationships/handoutMaster" Target="handoutMasters/handoutMaster1.xml"/><Relationship Id="rId20" Type="http://schemas.openxmlformats.org/officeDocument/2006/relationships/customXml" Target="../customXml/item20.xml"/><Relationship Id="rId41" Type="http://schemas.openxmlformats.org/officeDocument/2006/relationships/slide" Target="slides/slide1.xml"/><Relationship Id="rId54" Type="http://schemas.openxmlformats.org/officeDocument/2006/relationships/slide" Target="slides/slide14.xml"/><Relationship Id="rId62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5" Type="http://schemas.openxmlformats.org/officeDocument/2006/relationships/customXml" Target="../customXml/item15.xml"/><Relationship Id="rId23" Type="http://schemas.openxmlformats.org/officeDocument/2006/relationships/customXml" Target="../customXml/item23.xml"/><Relationship Id="rId28" Type="http://schemas.openxmlformats.org/officeDocument/2006/relationships/customXml" Target="../customXml/item28.xml"/><Relationship Id="rId36" Type="http://schemas.openxmlformats.org/officeDocument/2006/relationships/customXml" Target="../customXml/item36.xml"/><Relationship Id="rId49" Type="http://schemas.openxmlformats.org/officeDocument/2006/relationships/slide" Target="slides/slide9.xml"/><Relationship Id="rId57" Type="http://schemas.openxmlformats.org/officeDocument/2006/relationships/slide" Target="slides/slide17.xml"/><Relationship Id="rId10" Type="http://schemas.openxmlformats.org/officeDocument/2006/relationships/customXml" Target="../customXml/item10.xml"/><Relationship Id="rId31" Type="http://schemas.openxmlformats.org/officeDocument/2006/relationships/customXml" Target="../customXml/item31.xml"/><Relationship Id="rId44" Type="http://schemas.openxmlformats.org/officeDocument/2006/relationships/slide" Target="slides/slide4.xml"/><Relationship Id="rId52" Type="http://schemas.openxmlformats.org/officeDocument/2006/relationships/slide" Target="slides/slide12.xml"/><Relationship Id="rId60" Type="http://schemas.openxmlformats.org/officeDocument/2006/relationships/tags" Target="tags/tag1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47855BD9-AF71-426C-9B9B-B0E52B88852E}" type="slidenum">
              <a:rPr lang="de-DE" sz="1000" smtClean="0">
                <a:latin typeface="72 Brand" panose="020B0504030603020204" pitchFamily="34" charset="0"/>
              </a:rPr>
              <a:pPr algn="ctr"/>
              <a:t>‹#›</a:t>
            </a:fld>
            <a:endParaRPr lang="de-DE" sz="1000" dirty="0">
              <a:latin typeface="72 Brand" panose="020B05040306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99324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47688" y="612775"/>
            <a:ext cx="5762625" cy="32416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49000" y="4120162"/>
            <a:ext cx="5760000" cy="456356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57512" y="8935722"/>
            <a:ext cx="942976" cy="20535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800" b="0" i="0">
                <a:latin typeface="72 Brand" panose="020B0504030603020204" pitchFamily="34" charset="0"/>
              </a:defRPr>
            </a:lvl1pPr>
          </a:lstStyle>
          <a:p>
            <a:fld id="{7D8C2C35-2B8A-446E-BEC0-FD36716C29AC}" type="slidenum">
              <a:rPr lang="en-DE" smtClean="0"/>
              <a:pPr/>
              <a:t>‹#›</a:t>
            </a:fld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847385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88776" rtl="0" eaLnBrk="1" latinLnBrk="0" hangingPunct="1">
      <a:defRPr sz="1400" b="0" i="0" kern="1200">
        <a:solidFill>
          <a:schemeClr val="tx1"/>
        </a:solidFill>
        <a:latin typeface="72 Brand" panose="020B0504030603020204" pitchFamily="34" charset="0"/>
        <a:ea typeface="+mn-ea"/>
        <a:cs typeface="+mn-cs"/>
      </a:defRPr>
    </a:lvl1pPr>
    <a:lvl2pPr marL="180000" indent="-180000" algn="l" defTabSz="1088776" rtl="0" eaLnBrk="1" latinLnBrk="0" hangingPunct="1">
      <a:buClr>
        <a:schemeClr val="accent1"/>
      </a:buClr>
      <a:buSzPct val="100000"/>
      <a:buFont typeface="Wingdings" pitchFamily="2" charset="2"/>
      <a:buChar char=""/>
      <a:defRPr sz="1400" b="0" i="0" kern="1200">
        <a:solidFill>
          <a:schemeClr val="tx1"/>
        </a:solidFill>
        <a:latin typeface="72 Brand" panose="020B0504030603020204" pitchFamily="34" charset="0"/>
        <a:ea typeface="+mn-ea"/>
        <a:cs typeface="+mn-cs"/>
      </a:defRPr>
    </a:lvl2pPr>
    <a:lvl3pPr marL="360000" indent="-180000" algn="l" defTabSz="1088776" rtl="0" eaLnBrk="1" latinLnBrk="0" hangingPunct="1">
      <a:buClr>
        <a:schemeClr val="accent2"/>
      </a:buClr>
      <a:buSzPct val="80000"/>
      <a:buFont typeface="Symbol" pitchFamily="18" charset="2"/>
      <a:buChar char="-"/>
      <a:defRPr sz="1200" b="0" i="0" kern="1200">
        <a:solidFill>
          <a:schemeClr val="tx1"/>
        </a:solidFill>
        <a:latin typeface="72 Brand" panose="020B0504030603020204" pitchFamily="34" charset="0"/>
        <a:ea typeface="+mn-ea"/>
        <a:cs typeface="+mn-cs"/>
      </a:defRPr>
    </a:lvl3pPr>
    <a:lvl4pPr marL="674815" indent="-158780" algn="l" defTabSz="1088776" rtl="0" eaLnBrk="1" latinLnBrk="0" hangingPunct="1">
      <a:buClr>
        <a:schemeClr val="accent2"/>
      </a:buClr>
      <a:buFont typeface="Arial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2177552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2721940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266328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810716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355104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C2C35-2B8A-446E-BEC0-FD36716C29AC}" type="slidenum">
              <a:rPr lang="en-DE" smtClean="0"/>
              <a:pPr/>
              <a:t>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3636139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C2C35-2B8A-446E-BEC0-FD36716C29AC}" type="slidenum">
              <a:rPr lang="en-DE" smtClean="0"/>
              <a:pPr/>
              <a:t>2</a:t>
            </a:fld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6599324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8C2C35-2B8A-446E-BEC0-FD36716C29AC}" type="slidenum">
              <a:rPr lang="de-DE" smtClean="0"/>
              <a:pPr/>
              <a:t>3</a:t>
            </a:fld>
            <a:endParaRPr lang="de-DE" dirty="0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/>
          </p:nvPr>
        </p:nvSpPr>
        <p:spPr>
          <a:xfrm>
            <a:off x="547688" y="612775"/>
            <a:ext cx="5762625" cy="3241675"/>
          </a:xfrm>
        </p:spPr>
      </p:sp>
      <p:sp>
        <p:nvSpPr>
          <p:cNvPr id="10" name="Notes Placeholder 9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95995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C2C35-2B8A-446E-BEC0-FD36716C29AC}" type="slidenum">
              <a:rPr lang="en-DE" smtClean="0"/>
              <a:pPr/>
              <a:t>4</a:t>
            </a:fld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5850707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C2C35-2B8A-446E-BEC0-FD36716C29AC}" type="slidenum">
              <a:rPr lang="en-DE" smtClean="0"/>
              <a:pPr/>
              <a:t>5</a:t>
            </a:fld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4681868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C2C35-2B8A-446E-BEC0-FD36716C29AC}" type="slidenum">
              <a:rPr lang="en-DE" smtClean="0"/>
              <a:pPr/>
              <a:t>6</a:t>
            </a:fld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4786790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C2C35-2B8A-446E-BEC0-FD36716C29AC}" type="slidenum">
              <a:rPr lang="en-DE" smtClean="0"/>
              <a:pPr/>
              <a:t>7</a:t>
            </a:fld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4552047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C2C35-2B8A-446E-BEC0-FD36716C29AC}" type="slidenum">
              <a:rPr lang="en-DE" smtClean="0"/>
              <a:pPr/>
              <a:t>8</a:t>
            </a:fld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3474350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Font typeface="Arial" panose="020B0604020202020204" pitchFamily="34" charset="0"/>
              <a:buNone/>
            </a:pPr>
            <a:endParaRPr lang="de-DE" i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C2C35-2B8A-446E-BEC0-FD36716C29AC}" type="slidenum">
              <a:rPr lang="en-DE" smtClean="0"/>
              <a:pPr/>
              <a:t>9</a:t>
            </a:fld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2495295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endParaRPr lang="en-GB" i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C2C35-2B8A-446E-BEC0-FD36716C29AC}" type="slidenum">
              <a:rPr lang="en-DE" smtClean="0"/>
              <a:pPr/>
              <a:t>11</a:t>
            </a:fld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6071648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C2C35-2B8A-446E-BEC0-FD36716C29AC}" type="slidenum">
              <a:rPr lang="de-DE" smtClean="0"/>
              <a:pPr/>
              <a:t>13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509721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8C2C35-2B8A-446E-BEC0-FD36716C29AC}" type="slidenum">
              <a:rPr lang="de-DE" smtClean="0"/>
              <a:pPr/>
              <a:t>14</a:t>
            </a:fld>
            <a:endParaRPr lang="de-DE" dirty="0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/>
          </p:nvPr>
        </p:nvSpPr>
        <p:spPr>
          <a:xfrm>
            <a:off x="547688" y="612775"/>
            <a:ext cx="5762625" cy="3241675"/>
          </a:xfrm>
        </p:spPr>
      </p:sp>
      <p:sp>
        <p:nvSpPr>
          <p:cNvPr id="10" name="Notes Placeholder 9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96219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bin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 cover with blue patter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369E6551-269A-D225-4CF8-EC6D532E4902}"/>
              </a:ext>
            </a:extLst>
          </p:cNvPr>
          <p:cNvSpPr/>
          <p:nvPr userDrawn="1"/>
        </p:nvSpPr>
        <p:spPr bwMode="gray">
          <a:xfrm>
            <a:off x="0" y="0"/>
            <a:ext cx="12195175" cy="6858000"/>
          </a:xfrm>
          <a:prstGeom prst="rect">
            <a:avLst/>
          </a:prstGeom>
          <a:solidFill>
            <a:schemeClr val="bg1"/>
          </a:solidFill>
          <a:ln w="15238" cap="flat">
            <a:noFill/>
            <a:prstDash val="solid"/>
            <a:miter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288000" y="2706317"/>
            <a:ext cx="5441288" cy="99719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latin typeface="+mj-lt"/>
                <a:cs typeface="72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dirty="0"/>
              <a:t>Title goes here</a:t>
            </a:r>
            <a:br>
              <a:rPr lang="en-US" dirty="0"/>
            </a:br>
            <a:r>
              <a:rPr lang="en-US" dirty="0"/>
              <a:t>and here and here</a:t>
            </a:r>
            <a:endParaRPr lang="de-DE" sz="3600" kern="0" dirty="0" err="1"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73D104-EF7E-A0AB-2243-882D65E686E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75363" y="0"/>
            <a:ext cx="6119812" cy="6858000"/>
          </a:xfrm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en-US"/>
              <a:t>Click to insert picture</a:t>
            </a:r>
          </a:p>
        </p:txBody>
      </p:sp>
      <p:pic>
        <p:nvPicPr>
          <p:cNvPr id="78926929" name="LogoBlue-Dynamic" descr="{&quot;templafy&quot;:{&quot;id&quot;:&quot;331c0171-b0f7-4026-ab21-71619921176e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6" y="360000"/>
            <a:ext cx="727192" cy="360000"/>
          </a:xfrm>
          <a:prstGeom prst="rect">
            <a:avLst/>
          </a:prstGeom>
        </p:spPr>
      </p:pic>
      <p:sp>
        <p:nvSpPr>
          <p:cNvPr id="6" name="Classification-Dynamic" descr="{&quot;templafy&quot;:{&quot;id&quot;:&quot;037c0a3e-6352-455f-9160-e71328e708a7&quot;}}">
            <a:extLst>
              <a:ext uri="{FF2B5EF4-FFF2-40B4-BE49-F238E27FC236}">
                <a16:creationId xmlns:a16="http://schemas.microsoft.com/office/drawing/2014/main" id="{870EB466-B92B-9D4D-974E-A49C0F424152}"/>
              </a:ext>
            </a:extLst>
          </p:cNvPr>
          <p:cNvSpPr txBox="1"/>
          <p:nvPr userDrawn="1"/>
        </p:nvSpPr>
        <p:spPr>
          <a:xfrm>
            <a:off x="282575" y="5080814"/>
            <a:ext cx="4986112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tx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19824106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81" userDrawn="1">
          <p15:clr>
            <a:srgbClr val="FBAE40"/>
          </p15:clr>
        </p15:guide>
        <p15:guide id="2" orient="horz" pos="1701" userDrawn="1">
          <p15:clr>
            <a:srgbClr val="FBAE40"/>
          </p15:clr>
        </p15:guide>
        <p15:guide id="3" orient="horz" pos="2704" userDrawn="1">
          <p15:clr>
            <a:srgbClr val="FBAE40"/>
          </p15:clr>
        </p15:guide>
        <p15:guide id="4" orient="horz" pos="2334" userDrawn="1">
          <p15:clr>
            <a:srgbClr val="FBAE40"/>
          </p15:clr>
        </p15:guide>
        <p15:guide id="5" orient="horz" pos="2999" userDrawn="1">
          <p15:clr>
            <a:srgbClr val="FBAE40"/>
          </p15:clr>
        </p15:guide>
        <p15:guide id="7" orient="horz" pos="414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nk cover with anvil">
    <p:bg>
      <p:bgPr>
        <a:solidFill>
          <a:srgbClr val="2800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">
            <a:extLst>
              <a:ext uri="{FF2B5EF4-FFF2-40B4-BE49-F238E27FC236}">
                <a16:creationId xmlns:a16="http://schemas.microsoft.com/office/drawing/2014/main" id="{37E79459-E5C5-5E87-E38B-80855D38E462}"/>
              </a:ext>
            </a:extLst>
          </p:cNvPr>
          <p:cNvSpPr/>
          <p:nvPr userDrawn="1"/>
        </p:nvSpPr>
        <p:spPr bwMode="gray">
          <a:xfrm>
            <a:off x="-1" y="0"/>
            <a:ext cx="12195175" cy="6858000"/>
          </a:xfrm>
          <a:prstGeom prst="rect">
            <a:avLst/>
          </a:prstGeom>
          <a:solidFill>
            <a:srgbClr val="28004A"/>
          </a:solidFill>
          <a:ln w="15238" cap="flat">
            <a:noFill/>
            <a:prstDash val="solid"/>
            <a:miter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846E736-979F-0D4B-6D59-D0EA5D367E1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99111" y="1216759"/>
            <a:ext cx="8887864" cy="4424483"/>
          </a:xfrm>
          <a:prstGeom prst="rect">
            <a:avLst/>
          </a:prstGeom>
        </p:spPr>
      </p:pic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288000" y="2706317"/>
            <a:ext cx="10900800" cy="997196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bg1"/>
                </a:solidFill>
                <a:latin typeface="+mj-lt"/>
                <a:cs typeface="72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dirty="0"/>
              <a:t>Title goes here</a:t>
            </a:r>
            <a:br>
              <a:rPr lang="en-US" dirty="0"/>
            </a:br>
            <a:r>
              <a:rPr lang="en-US" dirty="0"/>
              <a:t>and here and here</a:t>
            </a:r>
            <a:endParaRPr lang="de-DE" sz="3600" kern="0" dirty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1251112209" name="LogoWhite-Dynamic" descr="{&quot;templafy&quot;:{&quot;id&quot;:&quot;87fc0d9e-ae98-4e8a-a05f-24dc22aac3d6&quot;}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06" y="360000"/>
            <a:ext cx="727192" cy="360000"/>
          </a:xfrm>
          <a:prstGeom prst="rect">
            <a:avLst/>
          </a:prstGeom>
        </p:spPr>
      </p:pic>
      <p:sp>
        <p:nvSpPr>
          <p:cNvPr id="7" name="Classification-Dynamic" descr="{&quot;templafy&quot;:{&quot;id&quot;:&quot;6e8ecd05-1335-4a87-8374-53bd0acbebe9&quot;}}">
            <a:extLst>
              <a:ext uri="{FF2B5EF4-FFF2-40B4-BE49-F238E27FC236}">
                <a16:creationId xmlns:a16="http://schemas.microsoft.com/office/drawing/2014/main" id="{1D05DC80-84C9-9ECA-3B84-3577D8D81659}"/>
              </a:ext>
            </a:extLst>
          </p:cNvPr>
          <p:cNvSpPr txBox="1"/>
          <p:nvPr userDrawn="1"/>
        </p:nvSpPr>
        <p:spPr>
          <a:xfrm>
            <a:off x="282575" y="5080814"/>
            <a:ext cx="4986112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bg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26672572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1" userDrawn="1">
          <p15:clr>
            <a:srgbClr val="FBAE40"/>
          </p15:clr>
        </p15:guide>
        <p15:guide id="2" orient="horz" pos="1701" userDrawn="1">
          <p15:clr>
            <a:srgbClr val="FBAE40"/>
          </p15:clr>
        </p15:guide>
        <p15:guide id="3" orient="horz" pos="2688" userDrawn="1">
          <p15:clr>
            <a:srgbClr val="FBAE40"/>
          </p15:clr>
        </p15:guide>
        <p15:guide id="4" orient="horz" pos="2334" userDrawn="1">
          <p15:clr>
            <a:srgbClr val="FBAE40"/>
          </p15:clr>
        </p15:guide>
        <p15:guide id="5" orient="horz" pos="2999" userDrawn="1">
          <p15:clr>
            <a:srgbClr val="FBAE40"/>
          </p15:clr>
        </p15:guide>
        <p15:guide id="7" orient="horz" pos="414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ango cover with anvil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Rectangle 148">
            <a:extLst>
              <a:ext uri="{FF2B5EF4-FFF2-40B4-BE49-F238E27FC236}">
                <a16:creationId xmlns:a16="http://schemas.microsoft.com/office/drawing/2014/main" id="{3F9D113E-DB39-0CF2-578D-9B5D35C92F55}"/>
              </a:ext>
            </a:extLst>
          </p:cNvPr>
          <p:cNvSpPr/>
          <p:nvPr userDrawn="1"/>
        </p:nvSpPr>
        <p:spPr bwMode="gray">
          <a:xfrm>
            <a:off x="7102258" y="0"/>
            <a:ext cx="5092917" cy="6858000"/>
          </a:xfrm>
          <a:prstGeom prst="rect">
            <a:avLst/>
          </a:prstGeom>
          <a:solidFill>
            <a:srgbClr val="FFC932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F9CF98F2-AE93-6F6D-B5F5-C2F74E0787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67600" y="250521"/>
            <a:ext cx="4538091" cy="632807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DD06AF2-2141-CEFD-4797-A6E50CC267FE}"/>
              </a:ext>
            </a:extLst>
          </p:cNvPr>
          <p:cNvSpPr/>
          <p:nvPr userDrawn="1"/>
        </p:nvSpPr>
        <p:spPr bwMode="gray">
          <a:xfrm>
            <a:off x="1" y="0"/>
            <a:ext cx="7226300" cy="6858000"/>
          </a:xfrm>
          <a:prstGeom prst="rect">
            <a:avLst/>
          </a:prstGeom>
          <a:solidFill>
            <a:schemeClr val="accent1"/>
          </a:solidFill>
          <a:ln w="1342" cap="flat">
            <a:noFill/>
            <a:prstDash val="solid"/>
            <a:miter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1099561350" name="LogoWhite-Dynamic" descr="{&quot;templafy&quot;:{&quot;id&quot;:&quot;6c539956-302e-4c1d-b0c9-4bcb5e3d0a19&quot;}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06" y="360000"/>
            <a:ext cx="727192" cy="360000"/>
          </a:xfrm>
          <a:prstGeom prst="rect">
            <a:avLst/>
          </a:prstGeom>
        </p:spPr>
      </p:pic>
      <p:sp>
        <p:nvSpPr>
          <p:cNvPr id="8" name="Classification-Dynamic" descr="{&quot;templafy&quot;:{&quot;id&quot;:&quot;b2328a61-f701-4752-8990-3c6e89ffdec3&quot;}}">
            <a:extLst>
              <a:ext uri="{FF2B5EF4-FFF2-40B4-BE49-F238E27FC236}">
                <a16:creationId xmlns:a16="http://schemas.microsoft.com/office/drawing/2014/main" id="{F1333C1B-AD40-D53A-5A1E-EFB8C6390D49}"/>
              </a:ext>
            </a:extLst>
          </p:cNvPr>
          <p:cNvSpPr txBox="1"/>
          <p:nvPr userDrawn="1"/>
        </p:nvSpPr>
        <p:spPr>
          <a:xfrm>
            <a:off x="282575" y="5080814"/>
            <a:ext cx="4986112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bg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Public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5B4DB5-6F82-52F7-7AD9-80874B011E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4664821" y="1129553"/>
            <a:ext cx="6886462" cy="5728447"/>
          </a:xfrm>
          <a:prstGeom prst="rect">
            <a:avLst/>
          </a:prstGeom>
        </p:spPr>
      </p:pic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288000" y="2706317"/>
            <a:ext cx="6633305" cy="99719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bg1"/>
                </a:solidFill>
                <a:latin typeface="72 Brand Medium" panose="020B0504030603020204" pitchFamily="34" charset="0"/>
                <a:cs typeface="72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dirty="0"/>
              <a:t>Title goes here</a:t>
            </a:r>
            <a:br>
              <a:rPr lang="en-US" dirty="0"/>
            </a:br>
            <a:r>
              <a:rPr lang="en-US" dirty="0"/>
              <a:t>and here and here</a:t>
            </a:r>
            <a:endParaRPr lang="de-DE" sz="3600" kern="0" dirty="0" err="1">
              <a:ea typeface="72 Brand" pitchFamily="34" charset="-128"/>
              <a:cs typeface="72 Brand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78458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1" userDrawn="1">
          <p15:clr>
            <a:srgbClr val="FBAE40"/>
          </p15:clr>
        </p15:guide>
        <p15:guide id="2" orient="horz" pos="1701" userDrawn="1">
          <p15:clr>
            <a:srgbClr val="FBAE40"/>
          </p15:clr>
        </p15:guide>
        <p15:guide id="3" orient="horz" pos="2688" userDrawn="1">
          <p15:clr>
            <a:srgbClr val="FBAE40"/>
          </p15:clr>
        </p15:guide>
        <p15:guide id="4" orient="horz" pos="2341" userDrawn="1">
          <p15:clr>
            <a:srgbClr val="FBAE40"/>
          </p15:clr>
        </p15:guide>
        <p15:guide id="5" orient="horz" pos="2999" userDrawn="1">
          <p15:clr>
            <a:srgbClr val="FBAE40"/>
          </p15:clr>
        </p15:guide>
        <p15:guide id="7" orient="horz" pos="4144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cover with image in anvil shape">
    <p:bg>
      <p:bgPr>
        <a:solidFill>
          <a:srgbClr val="97D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CF15634C-E3A9-CDE6-5F8E-35B41DFE2B5D}"/>
              </a:ext>
            </a:extLst>
          </p:cNvPr>
          <p:cNvSpPr/>
          <p:nvPr userDrawn="1"/>
        </p:nvSpPr>
        <p:spPr bwMode="gray">
          <a:xfrm>
            <a:off x="0" y="0"/>
            <a:ext cx="12195175" cy="6858000"/>
          </a:xfrm>
          <a:prstGeom prst="rect">
            <a:avLst/>
          </a:prstGeom>
          <a:solidFill>
            <a:srgbClr val="97DD40"/>
          </a:solidFill>
          <a:ln w="15238" cap="flat">
            <a:noFill/>
            <a:prstDash val="solid"/>
            <a:miter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729E6C33-847C-5792-E2BD-5963C662E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001" y="2706317"/>
            <a:ext cx="5529704" cy="99719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dirty="0"/>
              <a:t>Title goes here</a:t>
            </a:r>
            <a:br>
              <a:rPr lang="en-US" dirty="0"/>
            </a:br>
            <a:r>
              <a:rPr lang="en-US" dirty="0"/>
              <a:t>and here and here</a:t>
            </a:r>
            <a:endParaRPr lang="de-DE" sz="3600" kern="0" dirty="0" err="1"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14" name="Picture Placeholder 5">
            <a:extLst>
              <a:ext uri="{FF2B5EF4-FFF2-40B4-BE49-F238E27FC236}">
                <a16:creationId xmlns:a16="http://schemas.microsoft.com/office/drawing/2014/main" id="{D2BFABF1-DD81-F2D4-FD65-DBCD6636029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69496" y="2029240"/>
            <a:ext cx="5711687" cy="2828844"/>
          </a:xfrm>
          <a:custGeom>
            <a:avLst/>
            <a:gdLst>
              <a:gd name="connsiteX0" fmla="*/ 0 w 5453062"/>
              <a:gd name="connsiteY0" fmla="*/ 0 h 2700337"/>
              <a:gd name="connsiteX1" fmla="*/ 5453062 w 5453062"/>
              <a:gd name="connsiteY1" fmla="*/ 0 h 2700337"/>
              <a:gd name="connsiteX2" fmla="*/ 5453062 w 5453062"/>
              <a:gd name="connsiteY2" fmla="*/ 2700337 h 2700337"/>
              <a:gd name="connsiteX3" fmla="*/ 0 w 5453062"/>
              <a:gd name="connsiteY3" fmla="*/ 2700337 h 2700337"/>
              <a:gd name="connsiteX4" fmla="*/ 0 w 5453062"/>
              <a:gd name="connsiteY4" fmla="*/ 0 h 2700337"/>
              <a:gd name="connsiteX0" fmla="*/ 0 w 5453062"/>
              <a:gd name="connsiteY0" fmla="*/ 0 h 2758526"/>
              <a:gd name="connsiteX1" fmla="*/ 5453062 w 5453062"/>
              <a:gd name="connsiteY1" fmla="*/ 0 h 2758526"/>
              <a:gd name="connsiteX2" fmla="*/ 2751426 w 5453062"/>
              <a:gd name="connsiteY2" fmla="*/ 2758526 h 2758526"/>
              <a:gd name="connsiteX3" fmla="*/ 0 w 5453062"/>
              <a:gd name="connsiteY3" fmla="*/ 2700337 h 2758526"/>
              <a:gd name="connsiteX4" fmla="*/ 0 w 5453062"/>
              <a:gd name="connsiteY4" fmla="*/ 0 h 2758526"/>
              <a:gd name="connsiteX0" fmla="*/ 0 w 5453062"/>
              <a:gd name="connsiteY0" fmla="*/ 0 h 2700337"/>
              <a:gd name="connsiteX1" fmla="*/ 5453062 w 5453062"/>
              <a:gd name="connsiteY1" fmla="*/ 0 h 2700337"/>
              <a:gd name="connsiteX2" fmla="*/ 2726487 w 5453062"/>
              <a:gd name="connsiteY2" fmla="*/ 2700336 h 2700337"/>
              <a:gd name="connsiteX3" fmla="*/ 0 w 5453062"/>
              <a:gd name="connsiteY3" fmla="*/ 2700337 h 2700337"/>
              <a:gd name="connsiteX4" fmla="*/ 0 w 5453062"/>
              <a:gd name="connsiteY4" fmla="*/ 0 h 2700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53062" h="2700337">
                <a:moveTo>
                  <a:pt x="0" y="0"/>
                </a:moveTo>
                <a:lnTo>
                  <a:pt x="5453062" y="0"/>
                </a:lnTo>
                <a:lnTo>
                  <a:pt x="2726487" y="2700336"/>
                </a:lnTo>
                <a:lnTo>
                  <a:pt x="0" y="2700337"/>
                </a:lnTo>
                <a:lnTo>
                  <a:pt x="0" y="0"/>
                </a:lnTo>
                <a:close/>
              </a:path>
            </a:pathLst>
          </a:cu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        Click to add image</a:t>
            </a:r>
          </a:p>
        </p:txBody>
      </p:sp>
      <p:sp>
        <p:nvSpPr>
          <p:cNvPr id="4" name="Classification-Dynamic" descr="{&quot;templafy&quot;:{&quot;id&quot;:&quot;df8f8317-3e53-414d-a288-12715b39745c&quot;}}">
            <a:extLst>
              <a:ext uri="{FF2B5EF4-FFF2-40B4-BE49-F238E27FC236}">
                <a16:creationId xmlns:a16="http://schemas.microsoft.com/office/drawing/2014/main" id="{13EDB9F6-FBDA-8ED8-A84B-244CC53CFF99}"/>
              </a:ext>
            </a:extLst>
          </p:cNvPr>
          <p:cNvSpPr txBox="1"/>
          <p:nvPr userDrawn="1"/>
        </p:nvSpPr>
        <p:spPr>
          <a:xfrm>
            <a:off x="282575" y="5080814"/>
            <a:ext cx="4986112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tx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Public</a:t>
            </a:r>
          </a:p>
        </p:txBody>
      </p:sp>
      <p:pic>
        <p:nvPicPr>
          <p:cNvPr id="1180626812" name="LogoBlack-Dynamic" descr="{&quot;templafy&quot;:{&quot;id&quot;:&quot;352a482c-91c5-4932-acc6-ee7691608e72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6" y="360000"/>
            <a:ext cx="72719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9978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701" userDrawn="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41">
          <p15:clr>
            <a:srgbClr val="FBAE40"/>
          </p15:clr>
        </p15:guide>
        <p15:guide id="5" orient="horz" pos="2999" userDrawn="1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with Image or Illustra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F6B4F408-95BC-730E-4114-45641ED46491}"/>
              </a:ext>
            </a:extLst>
          </p:cNvPr>
          <p:cNvSpPr/>
          <p:nvPr userDrawn="1"/>
        </p:nvSpPr>
        <p:spPr bwMode="gray">
          <a:xfrm>
            <a:off x="-1" y="0"/>
            <a:ext cx="12195175" cy="6858000"/>
          </a:xfrm>
          <a:prstGeom prst="rect">
            <a:avLst/>
          </a:prstGeom>
          <a:solidFill>
            <a:schemeClr val="bg1"/>
          </a:solidFill>
          <a:ln w="15238" cap="flat">
            <a:noFill/>
            <a:prstDash val="solid"/>
            <a:miter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288000" y="4024430"/>
            <a:ext cx="10899174" cy="997196"/>
          </a:xfrm>
        </p:spPr>
        <p:txBody>
          <a:bodyPr vert="horz" wrap="square" lIns="0" tIns="0" rIns="0" bIns="0" rtlCol="0">
            <a:noAutofit/>
          </a:bodyPr>
          <a:lstStyle>
            <a:lvl1pPr>
              <a:lnSpc>
                <a:spcPct val="90000"/>
              </a:lnSpc>
              <a:defRPr lang="de-DE" sz="3600" b="0" i="0" dirty="0">
                <a:latin typeface="72 Brand Medium" panose="020B05040306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Title Goes Here</a:t>
            </a:r>
            <a:br>
              <a:rPr lang="en-US" dirty="0"/>
            </a:br>
            <a:r>
              <a:rPr lang="en-US" dirty="0"/>
              <a:t>and Here and Here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FA78832-C268-4EC5-BB82-7F9D7F5B51B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-1"/>
            <a:ext cx="12195175" cy="3430800"/>
          </a:xfrm>
        </p:spPr>
        <p:txBody>
          <a:bodyPr anchor="ctr" anchorCtr="0"/>
          <a:lstStyle>
            <a:lvl1pPr marL="0" marR="0" indent="0" algn="ctr" defTabSz="1088558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lvl1pPr>
          </a:lstStyle>
          <a:p>
            <a:pPr marL="0" marR="0" lvl="0" indent="0" algn="ctr" defTabSz="1088558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pic>
        <p:nvPicPr>
          <p:cNvPr id="500241183" name="LogoBlue-Dynamic" descr="{&quot;templafy&quot;:{&quot;id&quot;:&quot;79ab2b67-519b-40b1-8b57-8bb3f8e7a207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6" y="6218600"/>
            <a:ext cx="727192" cy="360000"/>
          </a:xfrm>
          <a:prstGeom prst="rect">
            <a:avLst/>
          </a:prstGeom>
        </p:spPr>
      </p:pic>
      <p:sp>
        <p:nvSpPr>
          <p:cNvPr id="9" name="Classification-Dynamic" descr="{&quot;templafy&quot;:{&quot;id&quot;:&quot;aeb809ba-71b0-49b7-9c66-bef6372df9e5&quot;}}">
            <a:extLst>
              <a:ext uri="{FF2B5EF4-FFF2-40B4-BE49-F238E27FC236}">
                <a16:creationId xmlns:a16="http://schemas.microsoft.com/office/drawing/2014/main" id="{CE0C2033-6FDF-7DD6-E25C-C03296FDAD00}"/>
              </a:ext>
            </a:extLst>
          </p:cNvPr>
          <p:cNvSpPr txBox="1"/>
          <p:nvPr userDrawn="1"/>
        </p:nvSpPr>
        <p:spPr>
          <a:xfrm>
            <a:off x="282575" y="5724000"/>
            <a:ext cx="4986112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tx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21838505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505">
          <p15:clr>
            <a:srgbClr val="FBAE40"/>
          </p15:clr>
        </p15:guide>
        <p15:guide id="2" orient="horz" pos="4144">
          <p15:clr>
            <a:srgbClr val="FBAE40"/>
          </p15:clr>
        </p15:guide>
        <p15:guide id="3" orient="horz" pos="2162">
          <p15:clr>
            <a:srgbClr val="FBAE40"/>
          </p15:clr>
        </p15:guide>
        <p15:guide id="4" pos="181">
          <p15:clr>
            <a:srgbClr val="FBAE40"/>
          </p15:clr>
        </p15:guide>
        <p15:guide id="5" orient="horz" pos="2534">
          <p15:clr>
            <a:srgbClr val="FBAE40"/>
          </p15:clr>
        </p15:guide>
        <p15:guide id="6" orient="horz" pos="3164">
          <p15:clr>
            <a:srgbClr val="FBAE40"/>
          </p15:clr>
        </p15:guide>
        <p15:guide id="7" orient="horz" pos="3232">
          <p15:clr>
            <a:srgbClr val="FBAE40"/>
          </p15:clr>
        </p15:guide>
        <p15:guide id="8" orient="horz" pos="3543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 cover with green anvi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615A14AB-7A75-B899-CDA1-E311E201A837}"/>
              </a:ext>
            </a:extLst>
          </p:cNvPr>
          <p:cNvSpPr/>
          <p:nvPr userDrawn="1"/>
        </p:nvSpPr>
        <p:spPr bwMode="gray">
          <a:xfrm>
            <a:off x="-1" y="0"/>
            <a:ext cx="12195175" cy="6858000"/>
          </a:xfrm>
          <a:prstGeom prst="rect">
            <a:avLst/>
          </a:prstGeom>
          <a:solidFill>
            <a:schemeClr val="bg1"/>
          </a:solidFill>
          <a:ln w="15238" cap="flat">
            <a:noFill/>
            <a:prstDash val="solid"/>
            <a:miter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3" name="Anvil" descr="preencoded.png">
            <a:extLst>
              <a:ext uri="{FF2B5EF4-FFF2-40B4-BE49-F238E27FC236}">
                <a16:creationId xmlns:a16="http://schemas.microsoft.com/office/drawing/2014/main" id="{CAD3135A-95A0-606F-5A25-35CF890B232D}"/>
              </a:ext>
            </a:extLst>
          </p:cNvPr>
          <p:cNvSpPr/>
          <p:nvPr/>
        </p:nvSpPr>
        <p:spPr>
          <a:xfrm>
            <a:off x="5072441" y="1275473"/>
            <a:ext cx="6069341" cy="2991727"/>
          </a:xfrm>
          <a:custGeom>
            <a:avLst/>
            <a:gdLst>
              <a:gd name="connsiteX0" fmla="*/ 0 w 6069341"/>
              <a:gd name="connsiteY0" fmla="*/ 0 h 2991727"/>
              <a:gd name="connsiteX1" fmla="*/ 0 w 6069341"/>
              <a:gd name="connsiteY1" fmla="*/ 2991727 h 2991727"/>
              <a:gd name="connsiteX2" fmla="*/ 3084421 w 6069341"/>
              <a:gd name="connsiteY2" fmla="*/ 2991727 h 2991727"/>
              <a:gd name="connsiteX3" fmla="*/ 6069341 w 6069341"/>
              <a:gd name="connsiteY3" fmla="*/ 0 h 2991727"/>
              <a:gd name="connsiteX4" fmla="*/ 0 w 6069341"/>
              <a:gd name="connsiteY4" fmla="*/ 0 h 29917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69341" h="2991727">
                <a:moveTo>
                  <a:pt x="0" y="0"/>
                </a:moveTo>
                <a:lnTo>
                  <a:pt x="0" y="2991727"/>
                </a:lnTo>
                <a:lnTo>
                  <a:pt x="3084421" y="2991727"/>
                </a:lnTo>
                <a:lnTo>
                  <a:pt x="6069341" y="0"/>
                </a:lnTo>
                <a:lnTo>
                  <a:pt x="0" y="0"/>
                </a:lnTo>
                <a:close/>
              </a:path>
            </a:pathLst>
          </a:custGeom>
          <a:solidFill>
            <a:srgbClr val="97DD40"/>
          </a:solidFill>
          <a:ln w="71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 dirty="0">
              <a:latin typeface="72 Brand" panose="020B0504030603020204" pitchFamily="34" charset="0"/>
            </a:endParaRP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D8805AE3-41BC-E9DB-1A66-ADF41EDBC8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000" y="2706317"/>
            <a:ext cx="6026739" cy="997196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600" b="0" i="0">
                <a:latin typeface="72 Brand Medium" panose="020B0504030603020204" pitchFamily="34" charset="0"/>
                <a:cs typeface="72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dirty="0"/>
              <a:t>Title goes here</a:t>
            </a:r>
            <a:br>
              <a:rPr lang="en-US" dirty="0"/>
            </a:br>
            <a:r>
              <a:rPr lang="en-US" dirty="0"/>
              <a:t>and here and here</a:t>
            </a:r>
            <a:endParaRPr lang="de-DE" sz="3600" kern="0" dirty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585891076" name="LogoBlue-Dynamic" descr="{&quot;templafy&quot;:{&quot;id&quot;:&quot;c968f431-1568-4680-b996-a32e3ba7e919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6" y="360000"/>
            <a:ext cx="727192" cy="360000"/>
          </a:xfrm>
          <a:prstGeom prst="rect">
            <a:avLst/>
          </a:prstGeom>
        </p:spPr>
      </p:pic>
      <p:sp>
        <p:nvSpPr>
          <p:cNvPr id="11" name="Classification-Dynamic" descr="{&quot;templafy&quot;:{&quot;id&quot;:&quot;cc09cad4-a3c3-4702-b234-cebc35e57bc1&quot;}}">
            <a:extLst>
              <a:ext uri="{FF2B5EF4-FFF2-40B4-BE49-F238E27FC236}">
                <a16:creationId xmlns:a16="http://schemas.microsoft.com/office/drawing/2014/main" id="{62D91ACB-BD14-46CB-4B61-F4B072D877C0}"/>
              </a:ext>
            </a:extLst>
          </p:cNvPr>
          <p:cNvSpPr txBox="1"/>
          <p:nvPr userDrawn="1"/>
        </p:nvSpPr>
        <p:spPr>
          <a:xfrm>
            <a:off x="282575" y="5080814"/>
            <a:ext cx="4986112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tx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15547614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701" userDrawn="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99" userDrawn="1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ight blue cover with anvi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ackground">
            <a:extLst>
              <a:ext uri="{FF2B5EF4-FFF2-40B4-BE49-F238E27FC236}">
                <a16:creationId xmlns:a16="http://schemas.microsoft.com/office/drawing/2014/main" id="{581FAEF7-1ACD-83AC-7B42-761E6A30387F}"/>
              </a:ext>
            </a:extLst>
          </p:cNvPr>
          <p:cNvSpPr/>
          <p:nvPr userDrawn="1"/>
        </p:nvSpPr>
        <p:spPr bwMode="gray">
          <a:xfrm>
            <a:off x="0" y="0"/>
            <a:ext cx="12195175" cy="6858000"/>
          </a:xfrm>
          <a:prstGeom prst="rect">
            <a:avLst/>
          </a:prstGeom>
          <a:solidFill>
            <a:srgbClr val="A6E0FF">
              <a:alpha val="42715"/>
            </a:srgbClr>
          </a:solidFill>
          <a:ln w="15238" cap="flat">
            <a:noFill/>
            <a:prstDash val="solid"/>
            <a:miter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2" name="Anvil" descr="preencoded.png">
            <a:extLst>
              <a:ext uri="{FF2B5EF4-FFF2-40B4-BE49-F238E27FC236}">
                <a16:creationId xmlns:a16="http://schemas.microsoft.com/office/drawing/2014/main" id="{94093846-CC07-3993-CA62-86004F1C03F9}"/>
              </a:ext>
            </a:extLst>
          </p:cNvPr>
          <p:cNvSpPr/>
          <p:nvPr/>
        </p:nvSpPr>
        <p:spPr>
          <a:xfrm>
            <a:off x="1671629" y="1247336"/>
            <a:ext cx="8851917" cy="4363327"/>
          </a:xfrm>
          <a:custGeom>
            <a:avLst/>
            <a:gdLst>
              <a:gd name="connsiteX0" fmla="*/ 0 w 8851917"/>
              <a:gd name="connsiteY0" fmla="*/ 0 h 4363327"/>
              <a:gd name="connsiteX1" fmla="*/ 0 w 8851917"/>
              <a:gd name="connsiteY1" fmla="*/ 4363327 h 4363327"/>
              <a:gd name="connsiteX2" fmla="*/ 4498517 w 8851917"/>
              <a:gd name="connsiteY2" fmla="*/ 4363327 h 4363327"/>
              <a:gd name="connsiteX3" fmla="*/ 8851917 w 8851917"/>
              <a:gd name="connsiteY3" fmla="*/ 0 h 4363327"/>
              <a:gd name="connsiteX4" fmla="*/ 0 w 8851917"/>
              <a:gd name="connsiteY4" fmla="*/ 0 h 436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51917" h="4363327">
                <a:moveTo>
                  <a:pt x="0" y="0"/>
                </a:moveTo>
                <a:lnTo>
                  <a:pt x="0" y="4363327"/>
                </a:lnTo>
                <a:lnTo>
                  <a:pt x="4498517" y="4363327"/>
                </a:lnTo>
                <a:lnTo>
                  <a:pt x="8851917" y="0"/>
                </a:lnTo>
                <a:lnTo>
                  <a:pt x="0" y="0"/>
                </a:lnTo>
                <a:close/>
              </a:path>
            </a:pathLst>
          </a:custGeom>
          <a:solidFill>
            <a:srgbClr val="A6E0FF"/>
          </a:solidFill>
          <a:ln w="1523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 dirty="0">
              <a:latin typeface="72 Brand" panose="020B0504030603020204" pitchFamily="34" charset="0"/>
            </a:endParaRP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098B98B-8FDE-5B19-2FC7-97058A6B53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000" y="2706317"/>
            <a:ext cx="5929920" cy="997196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600" b="0" i="0">
                <a:latin typeface="72 Brand Medium" panose="020B0504030603020204" pitchFamily="34" charset="0"/>
                <a:cs typeface="72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dirty="0"/>
              <a:t>Title goes here</a:t>
            </a:r>
            <a:br>
              <a:rPr lang="en-US" dirty="0"/>
            </a:br>
            <a:r>
              <a:rPr lang="en-US" dirty="0"/>
              <a:t>and here and here</a:t>
            </a:r>
            <a:endParaRPr lang="de-DE" sz="3600" kern="0" dirty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242925957" name="LogoBlack-Dynamic" descr="{&quot;templafy&quot;:{&quot;id&quot;:&quot;92f237cb-0fce-4bdc-b01e-e192ee1e6488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6" y="360000"/>
            <a:ext cx="727192" cy="360000"/>
          </a:xfrm>
          <a:prstGeom prst="rect">
            <a:avLst/>
          </a:prstGeom>
        </p:spPr>
      </p:pic>
      <p:sp>
        <p:nvSpPr>
          <p:cNvPr id="3" name="Classification-Dynamic" descr="{&quot;templafy&quot;:{&quot;id&quot;:&quot;32a11dee-2c24-429c-a116-1aef7558489e&quot;}}">
            <a:extLst>
              <a:ext uri="{FF2B5EF4-FFF2-40B4-BE49-F238E27FC236}">
                <a16:creationId xmlns:a16="http://schemas.microsoft.com/office/drawing/2014/main" id="{D417CEF6-1FCD-75B6-FA13-C583ECCE7BE5}"/>
              </a:ext>
            </a:extLst>
          </p:cNvPr>
          <p:cNvSpPr txBox="1"/>
          <p:nvPr userDrawn="1"/>
        </p:nvSpPr>
        <p:spPr>
          <a:xfrm>
            <a:off x="282575" y="5080814"/>
            <a:ext cx="4986112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tx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13159755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701" userDrawn="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99" userDrawn="1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cover with anvi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ckground" descr="preencoded.png">
            <a:extLst>
              <a:ext uri="{FF2B5EF4-FFF2-40B4-BE49-F238E27FC236}">
                <a16:creationId xmlns:a16="http://schemas.microsoft.com/office/drawing/2014/main" id="{5F3BB899-74C3-EBF7-C191-EC2863B8F536}"/>
              </a:ext>
            </a:extLst>
          </p:cNvPr>
          <p:cNvSpPr/>
          <p:nvPr/>
        </p:nvSpPr>
        <p:spPr>
          <a:xfrm>
            <a:off x="0" y="0"/>
            <a:ext cx="12195175" cy="6858000"/>
          </a:xfrm>
          <a:custGeom>
            <a:avLst/>
            <a:gdLst>
              <a:gd name="connsiteX0" fmla="*/ 0 w 12195175"/>
              <a:gd name="connsiteY0" fmla="*/ 0 h 6858000"/>
              <a:gd name="connsiteX1" fmla="*/ 12195175 w 12195175"/>
              <a:gd name="connsiteY1" fmla="*/ 0 h 6858000"/>
              <a:gd name="connsiteX2" fmla="*/ 12195175 w 12195175"/>
              <a:gd name="connsiteY2" fmla="*/ 6858000 h 6858000"/>
              <a:gd name="connsiteX3" fmla="*/ 0 w 121951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5175" h="6858000">
                <a:moveTo>
                  <a:pt x="0" y="0"/>
                </a:moveTo>
                <a:lnTo>
                  <a:pt x="12195175" y="0"/>
                </a:lnTo>
                <a:lnTo>
                  <a:pt x="1219517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1B90FF"/>
          </a:solidFill>
          <a:ln w="112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 dirty="0">
              <a:latin typeface="72 Brand" panose="020B0504030603020204" pitchFamily="34" charset="0"/>
            </a:endParaRPr>
          </a:p>
        </p:txBody>
      </p:sp>
      <p:sp>
        <p:nvSpPr>
          <p:cNvPr id="5" name="Anvil" descr="preencoded.png">
            <a:extLst>
              <a:ext uri="{FF2B5EF4-FFF2-40B4-BE49-F238E27FC236}">
                <a16:creationId xmlns:a16="http://schemas.microsoft.com/office/drawing/2014/main" id="{2384FC7E-529D-ABDF-A914-031C308F2C30}"/>
              </a:ext>
            </a:extLst>
          </p:cNvPr>
          <p:cNvSpPr/>
          <p:nvPr userDrawn="1"/>
        </p:nvSpPr>
        <p:spPr>
          <a:xfrm>
            <a:off x="780374" y="1275475"/>
            <a:ext cx="7983802" cy="3935411"/>
          </a:xfrm>
          <a:custGeom>
            <a:avLst/>
            <a:gdLst>
              <a:gd name="connsiteX0" fmla="*/ 0 w 8851917"/>
              <a:gd name="connsiteY0" fmla="*/ 0 h 4363327"/>
              <a:gd name="connsiteX1" fmla="*/ 0 w 8851917"/>
              <a:gd name="connsiteY1" fmla="*/ 4363327 h 4363327"/>
              <a:gd name="connsiteX2" fmla="*/ 4498517 w 8851917"/>
              <a:gd name="connsiteY2" fmla="*/ 4363327 h 4363327"/>
              <a:gd name="connsiteX3" fmla="*/ 8851917 w 8851917"/>
              <a:gd name="connsiteY3" fmla="*/ 0 h 4363327"/>
              <a:gd name="connsiteX4" fmla="*/ 0 w 8851917"/>
              <a:gd name="connsiteY4" fmla="*/ 0 h 436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51917" h="4363327">
                <a:moveTo>
                  <a:pt x="0" y="0"/>
                </a:moveTo>
                <a:lnTo>
                  <a:pt x="0" y="4363327"/>
                </a:lnTo>
                <a:lnTo>
                  <a:pt x="4498517" y="4363327"/>
                </a:lnTo>
                <a:lnTo>
                  <a:pt x="8851917" y="0"/>
                </a:lnTo>
                <a:lnTo>
                  <a:pt x="0" y="0"/>
                </a:lnTo>
                <a:close/>
              </a:path>
            </a:pathLst>
          </a:custGeom>
          <a:solidFill>
            <a:srgbClr val="002A86"/>
          </a:solidFill>
          <a:ln w="1523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 dirty="0">
              <a:latin typeface="72 Brand" panose="020B0504030603020204" pitchFamily="34" charset="0"/>
            </a:endParaRP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709C0759-3773-C728-D6A6-855D822107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000" y="2706317"/>
            <a:ext cx="6876593" cy="997196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bg1"/>
                </a:solidFill>
                <a:latin typeface="72 Brand Medium" panose="020B0504030603020204" pitchFamily="34" charset="0"/>
                <a:cs typeface="72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dirty="0"/>
              <a:t>Title goes here</a:t>
            </a:r>
            <a:br>
              <a:rPr lang="en-US" dirty="0"/>
            </a:br>
            <a:r>
              <a:rPr lang="en-US" dirty="0"/>
              <a:t>and here and here</a:t>
            </a:r>
            <a:endParaRPr lang="de-DE" sz="3600" kern="0" dirty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353043331" name="LogoWhite-Dynamic" descr="{&quot;templafy&quot;:{&quot;id&quot;:&quot;e7ae2c3b-1804-4c78-b8f1-8f2675c0be56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6" y="360000"/>
            <a:ext cx="727192" cy="360000"/>
          </a:xfrm>
          <a:prstGeom prst="rect">
            <a:avLst/>
          </a:prstGeom>
        </p:spPr>
      </p:pic>
      <p:sp>
        <p:nvSpPr>
          <p:cNvPr id="3" name="Classification-Dynamic" descr="{&quot;templafy&quot;:{&quot;id&quot;:&quot;1fedf3ce-188e-4248-9dd0-b9fd895449d1&quot;}}">
            <a:extLst>
              <a:ext uri="{FF2B5EF4-FFF2-40B4-BE49-F238E27FC236}">
                <a16:creationId xmlns:a16="http://schemas.microsoft.com/office/drawing/2014/main" id="{D67AB148-356D-F356-4E6C-9664D9EB9DF3}"/>
              </a:ext>
            </a:extLst>
          </p:cNvPr>
          <p:cNvSpPr txBox="1"/>
          <p:nvPr userDrawn="1"/>
        </p:nvSpPr>
        <p:spPr>
          <a:xfrm>
            <a:off x="282575" y="5080814"/>
            <a:ext cx="4986112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bg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42932821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701" userDrawn="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99" userDrawn="1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l cover with anvil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ackground" descr="preencoded.png">
            <a:extLst>
              <a:ext uri="{FF2B5EF4-FFF2-40B4-BE49-F238E27FC236}">
                <a16:creationId xmlns:a16="http://schemas.microsoft.com/office/drawing/2014/main" id="{5F3BB899-74C3-EBF7-C191-EC2863B8F536}"/>
              </a:ext>
            </a:extLst>
          </p:cNvPr>
          <p:cNvSpPr/>
          <p:nvPr/>
        </p:nvSpPr>
        <p:spPr>
          <a:xfrm>
            <a:off x="0" y="0"/>
            <a:ext cx="12195175" cy="6858000"/>
          </a:xfrm>
          <a:custGeom>
            <a:avLst/>
            <a:gdLst>
              <a:gd name="connsiteX0" fmla="*/ 0 w 12195175"/>
              <a:gd name="connsiteY0" fmla="*/ 0 h 6858000"/>
              <a:gd name="connsiteX1" fmla="*/ 12195175 w 12195175"/>
              <a:gd name="connsiteY1" fmla="*/ 0 h 6858000"/>
              <a:gd name="connsiteX2" fmla="*/ 12195175 w 12195175"/>
              <a:gd name="connsiteY2" fmla="*/ 6858000 h 6858000"/>
              <a:gd name="connsiteX3" fmla="*/ 0 w 121951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5175" h="6858000">
                <a:moveTo>
                  <a:pt x="0" y="0"/>
                </a:moveTo>
                <a:lnTo>
                  <a:pt x="12195175" y="0"/>
                </a:lnTo>
                <a:lnTo>
                  <a:pt x="1219517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CEAC"/>
          </a:solidFill>
          <a:ln w="112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 dirty="0">
              <a:latin typeface="72 Brand" panose="020B0504030603020204" pitchFamily="34" charset="0"/>
            </a:endParaRPr>
          </a:p>
        </p:txBody>
      </p:sp>
      <p:sp>
        <p:nvSpPr>
          <p:cNvPr id="6" name="Anvil" descr="preencoded.png">
            <a:extLst>
              <a:ext uri="{FF2B5EF4-FFF2-40B4-BE49-F238E27FC236}">
                <a16:creationId xmlns:a16="http://schemas.microsoft.com/office/drawing/2014/main" id="{F36DF1A0-33EF-D4BF-029F-2435A3EF8C01}"/>
              </a:ext>
            </a:extLst>
          </p:cNvPr>
          <p:cNvSpPr/>
          <p:nvPr/>
        </p:nvSpPr>
        <p:spPr>
          <a:xfrm>
            <a:off x="1503604" y="989322"/>
            <a:ext cx="9187967" cy="4528975"/>
          </a:xfrm>
          <a:custGeom>
            <a:avLst/>
            <a:gdLst>
              <a:gd name="connsiteX0" fmla="*/ 0 w 9187967"/>
              <a:gd name="connsiteY0" fmla="*/ 0 h 4528975"/>
              <a:gd name="connsiteX1" fmla="*/ 0 w 9187967"/>
              <a:gd name="connsiteY1" fmla="*/ 4528975 h 4528975"/>
              <a:gd name="connsiteX2" fmla="*/ 4669297 w 9187967"/>
              <a:gd name="connsiteY2" fmla="*/ 4528975 h 4528975"/>
              <a:gd name="connsiteX3" fmla="*/ 9187967 w 9187967"/>
              <a:gd name="connsiteY3" fmla="*/ 0 h 4528975"/>
              <a:gd name="connsiteX4" fmla="*/ 0 w 9187967"/>
              <a:gd name="connsiteY4" fmla="*/ 0 h 4528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87967" h="4528975">
                <a:moveTo>
                  <a:pt x="0" y="0"/>
                </a:moveTo>
                <a:lnTo>
                  <a:pt x="0" y="4528975"/>
                </a:lnTo>
                <a:lnTo>
                  <a:pt x="4669297" y="4528975"/>
                </a:lnTo>
                <a:lnTo>
                  <a:pt x="9187967" y="0"/>
                </a:lnTo>
                <a:lnTo>
                  <a:pt x="0" y="0"/>
                </a:lnTo>
                <a:close/>
              </a:path>
            </a:pathLst>
          </a:custGeom>
          <a:solidFill>
            <a:srgbClr val="63EDD4"/>
          </a:solidFill>
          <a:ln w="1259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 dirty="0">
              <a:latin typeface="72 Brand" panose="020B0504030603020204" pitchFamily="34" charset="0"/>
            </a:endParaRPr>
          </a:p>
        </p:txBody>
      </p:sp>
      <p:sp>
        <p:nvSpPr>
          <p:cNvPr id="9" name="Title">
            <a:extLst>
              <a:ext uri="{FF2B5EF4-FFF2-40B4-BE49-F238E27FC236}">
                <a16:creationId xmlns:a16="http://schemas.microsoft.com/office/drawing/2014/main" id="{5515F5CA-E76C-CC3B-68A7-37E88873AB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000" y="2706317"/>
            <a:ext cx="5929920" cy="997196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600" b="0" i="0">
                <a:latin typeface="72 Brand Medium" panose="020B0504030603020204" pitchFamily="34" charset="0"/>
                <a:cs typeface="72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dirty="0"/>
              <a:t>Title goes here</a:t>
            </a:r>
            <a:br>
              <a:rPr lang="en-US" dirty="0"/>
            </a:br>
            <a:r>
              <a:rPr lang="en-US" dirty="0"/>
              <a:t>and here and here</a:t>
            </a:r>
            <a:endParaRPr lang="de-DE" sz="3600" kern="0" dirty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1863906985" name="LogoBlack-Dynamic" descr="{&quot;templafy&quot;:{&quot;id&quot;:&quot;a92ced89-a765-4ae6-ad95-80b3cb32b126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6" y="360000"/>
            <a:ext cx="727192" cy="360000"/>
          </a:xfrm>
          <a:prstGeom prst="rect">
            <a:avLst/>
          </a:prstGeom>
        </p:spPr>
      </p:pic>
      <p:sp>
        <p:nvSpPr>
          <p:cNvPr id="3" name="Classification-Dynamic" descr="{&quot;templafy&quot;:{&quot;id&quot;:&quot;14540fae-7ac0-4858-a446-38e505e75159&quot;}}">
            <a:extLst>
              <a:ext uri="{FF2B5EF4-FFF2-40B4-BE49-F238E27FC236}">
                <a16:creationId xmlns:a16="http://schemas.microsoft.com/office/drawing/2014/main" id="{BBFBBDC3-D031-6041-465D-9F7147F423CF}"/>
              </a:ext>
            </a:extLst>
          </p:cNvPr>
          <p:cNvSpPr txBox="1"/>
          <p:nvPr userDrawn="1"/>
        </p:nvSpPr>
        <p:spPr>
          <a:xfrm>
            <a:off x="282575" y="5080814"/>
            <a:ext cx="4986112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tx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29102200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701" userDrawn="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99" userDrawn="1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ith cover with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83FFCA81-9D1B-7BE9-9F97-BEDB3E67519A}"/>
              </a:ext>
            </a:extLst>
          </p:cNvPr>
          <p:cNvSpPr/>
          <p:nvPr userDrawn="1"/>
        </p:nvSpPr>
        <p:spPr bwMode="gray">
          <a:xfrm>
            <a:off x="-1" y="0"/>
            <a:ext cx="12195175" cy="6858000"/>
          </a:xfrm>
          <a:prstGeom prst="rect">
            <a:avLst/>
          </a:prstGeom>
          <a:solidFill>
            <a:schemeClr val="bg1"/>
          </a:solidFill>
          <a:ln w="15238" cap="flat">
            <a:noFill/>
            <a:prstDash val="solid"/>
            <a:miter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8860E7D-5DEB-5F1B-5AAF-4C41BD1A777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08700" y="0"/>
            <a:ext cx="6086475" cy="6858000"/>
          </a:xfrm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en-US"/>
              <a:t>Click to insert picture</a:t>
            </a:r>
          </a:p>
        </p:txBody>
      </p:sp>
      <p:pic>
        <p:nvPicPr>
          <p:cNvPr id="28936725" name="Acquired Company Logo Placeholder" descr="{&quot;templafy&quot;:{&quot;id&quot;:&quot;e24a6e43-600a-4c6b-89de-bcf3787a4fa8&quot;}}" hidden="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2575" y="2141327"/>
            <a:ext cx="4125924" cy="26601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D8805AE3-41BC-E9DB-1A66-ADF41EDBC8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000" y="2706317"/>
            <a:ext cx="6026739" cy="997196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600" b="0" i="0">
                <a:latin typeface="72 Brand Medium" panose="020B0504030603020204" pitchFamily="34" charset="0"/>
                <a:cs typeface="72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dirty="0"/>
              <a:t>Title goes here</a:t>
            </a:r>
            <a:br>
              <a:rPr lang="en-US" dirty="0"/>
            </a:br>
            <a:r>
              <a:rPr lang="en-US" dirty="0"/>
              <a:t>and here and here</a:t>
            </a:r>
            <a:endParaRPr lang="de-DE" sz="3600" kern="0" dirty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1514103435" name="LogoBlue-Dynamic" descr="{&quot;templafy&quot;:{&quot;id&quot;:&quot;6d604c86-9ca0-470e-bd50-8eb5627cd45e&quot;}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06" y="360000"/>
            <a:ext cx="727192" cy="360000"/>
          </a:xfrm>
          <a:prstGeom prst="rect">
            <a:avLst/>
          </a:prstGeom>
        </p:spPr>
      </p:pic>
      <p:sp>
        <p:nvSpPr>
          <p:cNvPr id="3" name="Classification-Dynamic" descr="{&quot;templafy&quot;:{&quot;id&quot;:&quot;12346a71-a9fd-4c14-9cf9-2a5eb7f12f2d&quot;}}">
            <a:extLst>
              <a:ext uri="{FF2B5EF4-FFF2-40B4-BE49-F238E27FC236}">
                <a16:creationId xmlns:a16="http://schemas.microsoft.com/office/drawing/2014/main" id="{4A078429-99DD-7555-B0F4-FEF46FD297B0}"/>
              </a:ext>
            </a:extLst>
          </p:cNvPr>
          <p:cNvSpPr txBox="1"/>
          <p:nvPr userDrawn="1"/>
        </p:nvSpPr>
        <p:spPr>
          <a:xfrm>
            <a:off x="282575" y="5080814"/>
            <a:ext cx="4986112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tx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10436557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701" userDrawn="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99" userDrawn="1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cover with anvil and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ckground" descr="preencoded.png">
            <a:extLst>
              <a:ext uri="{FF2B5EF4-FFF2-40B4-BE49-F238E27FC236}">
                <a16:creationId xmlns:a16="http://schemas.microsoft.com/office/drawing/2014/main" id="{9DE307C8-D1C3-00E2-C5B0-2A7EBB981384}"/>
              </a:ext>
            </a:extLst>
          </p:cNvPr>
          <p:cNvSpPr/>
          <p:nvPr/>
        </p:nvSpPr>
        <p:spPr>
          <a:xfrm>
            <a:off x="0" y="0"/>
            <a:ext cx="12195175" cy="6861495"/>
          </a:xfrm>
          <a:custGeom>
            <a:avLst/>
            <a:gdLst>
              <a:gd name="connsiteX0" fmla="*/ 0 w 12195175"/>
              <a:gd name="connsiteY0" fmla="*/ 0 h 6861495"/>
              <a:gd name="connsiteX1" fmla="*/ 12195175 w 12195175"/>
              <a:gd name="connsiteY1" fmla="*/ 0 h 6861495"/>
              <a:gd name="connsiteX2" fmla="*/ 12195175 w 12195175"/>
              <a:gd name="connsiteY2" fmla="*/ 6861496 h 6861495"/>
              <a:gd name="connsiteX3" fmla="*/ 0 w 12195175"/>
              <a:gd name="connsiteY3" fmla="*/ 6861496 h 6861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5175" h="6861495">
                <a:moveTo>
                  <a:pt x="0" y="0"/>
                </a:moveTo>
                <a:lnTo>
                  <a:pt x="12195175" y="0"/>
                </a:lnTo>
                <a:lnTo>
                  <a:pt x="12195175" y="6861496"/>
                </a:lnTo>
                <a:lnTo>
                  <a:pt x="0" y="6861496"/>
                </a:lnTo>
                <a:close/>
              </a:path>
            </a:pathLst>
          </a:custGeom>
          <a:solidFill>
            <a:srgbClr val="0057D2"/>
          </a:solidFill>
          <a:ln w="1016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 dirty="0">
              <a:latin typeface="72 Brand" panose="020B0504030603020204" pitchFamily="34" charset="0"/>
            </a:endParaRPr>
          </a:p>
        </p:txBody>
      </p:sp>
      <p:sp>
        <p:nvSpPr>
          <p:cNvPr id="6" name="Anvil" descr="preencoded.png">
            <a:extLst>
              <a:ext uri="{FF2B5EF4-FFF2-40B4-BE49-F238E27FC236}">
                <a16:creationId xmlns:a16="http://schemas.microsoft.com/office/drawing/2014/main" id="{6C575B3E-49FD-8450-F2CB-84C6E7A1153D}"/>
              </a:ext>
            </a:extLst>
          </p:cNvPr>
          <p:cNvSpPr/>
          <p:nvPr/>
        </p:nvSpPr>
        <p:spPr>
          <a:xfrm>
            <a:off x="752355" y="1156532"/>
            <a:ext cx="5613722" cy="2756252"/>
          </a:xfrm>
          <a:custGeom>
            <a:avLst/>
            <a:gdLst>
              <a:gd name="connsiteX0" fmla="*/ 0 w 5613722"/>
              <a:gd name="connsiteY0" fmla="*/ 0 h 2756252"/>
              <a:gd name="connsiteX1" fmla="*/ 0 w 5613722"/>
              <a:gd name="connsiteY1" fmla="*/ 2756252 h 2756252"/>
              <a:gd name="connsiteX2" fmla="*/ 2852875 w 5613722"/>
              <a:gd name="connsiteY2" fmla="*/ 2756252 h 2756252"/>
              <a:gd name="connsiteX3" fmla="*/ 5613722 w 5613722"/>
              <a:gd name="connsiteY3" fmla="*/ 0 h 2756252"/>
              <a:gd name="connsiteX4" fmla="*/ 0 w 5613722"/>
              <a:gd name="connsiteY4" fmla="*/ 0 h 2756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13722" h="2756252">
                <a:moveTo>
                  <a:pt x="0" y="0"/>
                </a:moveTo>
                <a:lnTo>
                  <a:pt x="0" y="2756252"/>
                </a:lnTo>
                <a:lnTo>
                  <a:pt x="2852875" y="2756252"/>
                </a:lnTo>
                <a:lnTo>
                  <a:pt x="561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1B90FF"/>
          </a:solidFill>
          <a:ln w="927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 dirty="0">
              <a:latin typeface="72 Brand" panose="020B0504030603020204" pitchFamily="34" charset="0"/>
            </a:endParaRP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F6D8674-EA25-0C87-7F7A-4B6FFA7F1F1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836062" y="0"/>
            <a:ext cx="4359114" cy="6858000"/>
          </a:xfrm>
        </p:spPr>
        <p:txBody>
          <a:bodyPr anchor="ctr" anchorCtr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insert picture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A222ABC1-A03E-5EDE-02E2-6F3794850C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338" y="2051754"/>
            <a:ext cx="5529704" cy="997196"/>
          </a:xfrm>
        </p:spPr>
        <p:txBody>
          <a:bodyPr anchor="ctr" anchorCtr="0"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bg1"/>
                </a:solidFill>
                <a:latin typeface="72 Brand Medium" panose="020B0504030603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dirty="0"/>
              <a:t>Title goes here</a:t>
            </a:r>
            <a:br>
              <a:rPr lang="en-US" dirty="0"/>
            </a:br>
            <a:r>
              <a:rPr lang="en-US" dirty="0"/>
              <a:t>and here and here</a:t>
            </a:r>
            <a:endParaRPr lang="de-DE" sz="3600" kern="0" dirty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1096169137" name="LogoWhite-Dynamic" descr="{&quot;templafy&quot;:{&quot;id&quot;:&quot;395253b2-14d8-4ac5-977c-1f76f86db0e6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6" y="360000"/>
            <a:ext cx="727192" cy="360000"/>
          </a:xfrm>
          <a:prstGeom prst="rect">
            <a:avLst/>
          </a:prstGeom>
        </p:spPr>
      </p:pic>
      <p:sp>
        <p:nvSpPr>
          <p:cNvPr id="5" name="Classification-Dynamic" descr="{&quot;templafy&quot;:{&quot;id&quot;:&quot;68796ab6-fed1-4b03-923a-735d1d4cde78&quot;}}">
            <a:extLst>
              <a:ext uri="{FF2B5EF4-FFF2-40B4-BE49-F238E27FC236}">
                <a16:creationId xmlns:a16="http://schemas.microsoft.com/office/drawing/2014/main" id="{7A6CB977-D711-D436-9DC2-AAFCC56F9CAA}"/>
              </a:ext>
            </a:extLst>
          </p:cNvPr>
          <p:cNvSpPr txBox="1"/>
          <p:nvPr userDrawn="1"/>
        </p:nvSpPr>
        <p:spPr>
          <a:xfrm>
            <a:off x="440401" y="5080814"/>
            <a:ext cx="4986112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bg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19797496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385" userDrawn="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99" userDrawn="1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genda title"/>
          <p:cNvSpPr>
            <a:spLocks noGrp="1"/>
          </p:cNvSpPr>
          <p:nvPr>
            <p:ph type="title" hasCustomPrompt="1"/>
          </p:nvPr>
        </p:nvSpPr>
        <p:spPr>
          <a:xfrm>
            <a:off x="504000" y="505381"/>
            <a:ext cx="11186476" cy="369332"/>
          </a:xfrm>
        </p:spPr>
        <p:txBody>
          <a:bodyPr/>
          <a:lstStyle>
            <a:lvl1pPr>
              <a:defRPr b="0" i="0">
                <a:latin typeface="72 Brand Medium" panose="020B0504030603020204" pitchFamily="34" charset="0"/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5" name="Text placeholder">
            <a:extLst>
              <a:ext uri="{FF2B5EF4-FFF2-40B4-BE49-F238E27FC236}">
                <a16:creationId xmlns:a16="http://schemas.microsoft.com/office/drawing/2014/main" id="{8E82BE2B-69B2-5121-2AA4-8473C53F0C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4000" y="1548000"/>
            <a:ext cx="11186477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Agenda Item/Divider Headline</a:t>
            </a:r>
          </a:p>
          <a:p>
            <a:pPr lvl="1"/>
            <a:r>
              <a:rPr lang="en-US" dirty="0"/>
              <a:t>Details</a:t>
            </a:r>
          </a:p>
        </p:txBody>
      </p:sp>
    </p:spTree>
    <p:extLst>
      <p:ext uri="{BB962C8B-B14F-4D97-AF65-F5344CB8AC3E}">
        <p14:creationId xmlns:p14="http://schemas.microsoft.com/office/powerpoint/2010/main" val="18593606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1" userDrawn="1">
          <p15:clr>
            <a:srgbClr val="FBAE40"/>
          </p15:clr>
        </p15:guide>
        <p15:guide id="2" orient="horz" pos="970" userDrawn="1">
          <p15:clr>
            <a:srgbClr val="FBAE40"/>
          </p15:clr>
        </p15:guide>
        <p15:guide id="3" pos="7364" userDrawn="1">
          <p15:clr>
            <a:srgbClr val="FBAE40"/>
          </p15:clr>
        </p15:guide>
        <p15:guide id="4" orient="horz" pos="316" userDrawn="1">
          <p15:clr>
            <a:srgbClr val="FBAE40"/>
          </p15:clr>
        </p15:guide>
        <p15:guide id="5" orient="horz" pos="551" userDrawn="1">
          <p15:clr>
            <a:srgbClr val="FBAE40"/>
          </p15:clr>
        </p15:guide>
        <p15:guide id="6" orient="horz" pos="3997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504000" y="3090446"/>
            <a:ext cx="11185200" cy="677108"/>
          </a:xfrm>
        </p:spPr>
        <p:txBody>
          <a:bodyPr anchor="ctr" anchorCtr="0">
            <a:noAutofit/>
          </a:bodyPr>
          <a:lstStyle>
            <a:lvl1pPr>
              <a:defRPr sz="44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 dirty="0"/>
              <a:t>Divider page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0952787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14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pos="7364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Pag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vider image placeholder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1" y="3427200"/>
            <a:ext cx="12195175" cy="3430800"/>
          </a:xfrm>
          <a:noFill/>
        </p:spPr>
        <p:txBody>
          <a:bodyPr tIns="324000"/>
          <a:lstStyle>
            <a:lvl1pPr marL="0" marR="0" indent="0" algn="ctr" defTabSz="1088558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 sz="1600">
                <a:solidFill>
                  <a:schemeClr val="tx1"/>
                </a:solidFill>
              </a:defRPr>
            </a:lvl1pPr>
          </a:lstStyle>
          <a:p>
            <a:pPr marL="0" marR="0" lvl="0" indent="0" algn="ctr" defTabSz="1088558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r>
              <a:rPr lang="en-US"/>
              <a:t>Placeholder for image and illustration</a:t>
            </a:r>
          </a:p>
        </p:txBody>
      </p:sp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504000" y="1375046"/>
            <a:ext cx="11185200" cy="677108"/>
          </a:xfrm>
        </p:spPr>
        <p:txBody>
          <a:bodyPr anchor="t" anchorCtr="0">
            <a:noAutofit/>
          </a:bodyPr>
          <a:lstStyle>
            <a:lvl1pPr>
              <a:defRPr sz="44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 dirty="0"/>
              <a:t>Divider page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0898527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7364" userDrawn="1">
          <p15:clr>
            <a:srgbClr val="FBAE40"/>
          </p15:clr>
        </p15:guide>
        <p15:guide id="3" pos="314" userDrawn="1">
          <p15:clr>
            <a:srgbClr val="FBAE40"/>
          </p15:clr>
        </p15:guide>
        <p15:guide id="4" orient="horz" pos="865" userDrawn="1">
          <p15:clr>
            <a:srgbClr val="FBAE40"/>
          </p15:clr>
        </p15:guide>
        <p15:guide id="5" orient="horz" pos="1294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ivider Pag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504000" y="1375046"/>
            <a:ext cx="11185200" cy="677108"/>
          </a:xfrm>
        </p:spPr>
        <p:txBody>
          <a:bodyPr anchor="t" anchorCtr="0">
            <a:noAutofit/>
          </a:bodyPr>
          <a:lstStyle>
            <a:lvl1pPr>
              <a:defRPr sz="44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 dirty="0"/>
              <a:t>Divider page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1453302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7364" userDrawn="1">
          <p15:clr>
            <a:srgbClr val="FBAE40"/>
          </p15:clr>
        </p15:guide>
        <p15:guide id="3" pos="314" userDrawn="1">
          <p15:clr>
            <a:srgbClr val="FBAE40"/>
          </p15:clr>
        </p15:guide>
        <p15:guide id="4" orient="horz" pos="865" userDrawn="1">
          <p15:clr>
            <a:srgbClr val="FBAE40"/>
          </p15:clr>
        </p15:guide>
        <p15:guide id="5" orient="horz" pos="1294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latin typeface="72 Brand Medium" panose="020B0504030603020204" pitchFamily="34" charset="0"/>
              </a:defRPr>
            </a:lvl1pPr>
          </a:lstStyle>
          <a:p>
            <a:r>
              <a:rPr lang="en-US" noProof="0" dirty="0"/>
              <a:t>Insert page title (sentence case)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67436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4" userDrawn="1">
          <p15:clr>
            <a:srgbClr val="FBAE40"/>
          </p15:clr>
        </p15:guide>
        <p15:guide id="2" orient="horz" pos="317" userDrawn="1">
          <p15:clr>
            <a:srgbClr val="FBAE40"/>
          </p15:clr>
        </p15:guide>
        <p15:guide id="3" pos="7364" userDrawn="1">
          <p15:clr>
            <a:srgbClr val="FBAE40"/>
          </p15:clr>
        </p15:guide>
        <p15:guide id="4" orient="horz" pos="551" userDrawn="1">
          <p15:clr>
            <a:srgbClr val="FBAE40"/>
          </p15:clr>
        </p15:guide>
        <p15:guide id="5" orient="horz" pos="3992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11186477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dirty="0"/>
              <a:t>Start typing to add text without a bullet point. To add a bullet point, place the cursor at the start of this line and press tab.</a:t>
            </a:r>
            <a:endParaRPr lang="en-US" noProof="0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0" y="504000"/>
            <a:ext cx="11186476" cy="369332"/>
          </a:xfrm>
        </p:spPr>
        <p:txBody>
          <a:bodyPr/>
          <a:lstStyle>
            <a:lvl1pPr>
              <a:defRPr b="0"/>
            </a:lvl1pPr>
          </a:lstStyle>
          <a:p>
            <a:r>
              <a:rPr lang="en-US" noProof="0" dirty="0"/>
              <a:t>Insert page title (sentence case)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93322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2" userDrawn="1">
          <p15:clr>
            <a:srgbClr val="FBAE40"/>
          </p15:clr>
        </p15:guide>
        <p15:guide id="2" orient="horz" pos="3997" userDrawn="1">
          <p15:clr>
            <a:srgbClr val="FBAE40"/>
          </p15:clr>
        </p15:guide>
        <p15:guide id="3" pos="7364" userDrawn="1">
          <p15:clr>
            <a:srgbClr val="FBAE40"/>
          </p15:clr>
        </p15:guide>
        <p15:guide id="4" orient="horz" pos="318" userDrawn="1">
          <p15:clr>
            <a:srgbClr val="FBAE40"/>
          </p15:clr>
        </p15:guide>
        <p15:guide id="5" orient="horz" pos="552" userDrawn="1">
          <p15:clr>
            <a:srgbClr val="FBAE40"/>
          </p15:clr>
        </p15:guide>
        <p15:guide id="6" orient="horz" pos="972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: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- column 2"/>
          <p:cNvSpPr>
            <a:spLocks noGrp="1"/>
          </p:cNvSpPr>
          <p:nvPr>
            <p:ph type="body" sz="quarter" idx="11" hasCustomPrompt="1"/>
          </p:nvPr>
        </p:nvSpPr>
        <p:spPr>
          <a:xfrm>
            <a:off x="6362477" y="1548000"/>
            <a:ext cx="5328000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- column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5328000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 dirty="0"/>
              <a:t>Insert page title (sentence case)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4814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4" userDrawn="1">
          <p15:clr>
            <a:srgbClr val="FBAE40"/>
          </p15:clr>
        </p15:guide>
        <p15:guide id="2" orient="horz" pos="3997" userDrawn="1">
          <p15:clr>
            <a:srgbClr val="FBAE40"/>
          </p15:clr>
        </p15:guide>
        <p15:guide id="3" pos="7364" userDrawn="1">
          <p15:clr>
            <a:srgbClr val="FBAE40"/>
          </p15:clr>
        </p15:guide>
        <p15:guide id="4" pos="3674" userDrawn="1">
          <p15:clr>
            <a:srgbClr val="FBAE40"/>
          </p15:clr>
        </p15:guide>
        <p15:guide id="5" pos="4007" userDrawn="1">
          <p15:clr>
            <a:srgbClr val="FBAE40"/>
          </p15:clr>
        </p15:guide>
        <p15:guide id="6" orient="horz" pos="317" userDrawn="1">
          <p15:clr>
            <a:srgbClr val="FBAE40"/>
          </p15:clr>
        </p15:guide>
        <p15:guide id="7" orient="horz" pos="551" userDrawn="1">
          <p15:clr>
            <a:srgbClr val="FBAE40"/>
          </p15:clr>
        </p15:guide>
        <p15:guide id="8" orient="horz" pos="972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: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- column 3"/>
          <p:cNvSpPr>
            <a:spLocks noGrp="1"/>
          </p:cNvSpPr>
          <p:nvPr>
            <p:ph type="body" sz="quarter" idx="13" hasCustomPrompt="1"/>
          </p:nvPr>
        </p:nvSpPr>
        <p:spPr>
          <a:xfrm>
            <a:off x="8126477" y="1548000"/>
            <a:ext cx="3564000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- column 2"/>
          <p:cNvSpPr>
            <a:spLocks noGrp="1"/>
          </p:cNvSpPr>
          <p:nvPr>
            <p:ph type="body" sz="quarter" idx="12" hasCustomPrompt="1"/>
          </p:nvPr>
        </p:nvSpPr>
        <p:spPr>
          <a:xfrm>
            <a:off x="4315238" y="1548000"/>
            <a:ext cx="3564000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- column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3564000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 dirty="0"/>
              <a:t>Insert page title (sentence case)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4163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4" userDrawn="1">
          <p15:clr>
            <a:srgbClr val="FBAE40"/>
          </p15:clr>
        </p15:guide>
        <p15:guide id="2" orient="horz" pos="317" userDrawn="1">
          <p15:clr>
            <a:srgbClr val="FBAE40"/>
          </p15:clr>
        </p15:guide>
        <p15:guide id="3" pos="2563" userDrawn="1">
          <p15:clr>
            <a:srgbClr val="FBAE40"/>
          </p15:clr>
        </p15:guide>
        <p15:guide id="4" pos="2717" userDrawn="1">
          <p15:clr>
            <a:srgbClr val="FBAE40"/>
          </p15:clr>
        </p15:guide>
        <p15:guide id="5" pos="4964" userDrawn="1">
          <p15:clr>
            <a:srgbClr val="FBAE40"/>
          </p15:clr>
        </p15:guide>
        <p15:guide id="6" pos="5119" userDrawn="1">
          <p15:clr>
            <a:srgbClr val="FBAE40"/>
          </p15:clr>
        </p15:guide>
        <p15:guide id="7" pos="7364" userDrawn="1">
          <p15:clr>
            <a:srgbClr val="FBAE40"/>
          </p15:clr>
        </p15:guide>
        <p15:guide id="8" orient="horz" pos="551" userDrawn="1">
          <p15:clr>
            <a:srgbClr val="FBAE40"/>
          </p15:clr>
        </p15:guide>
        <p15:guide id="9" orient="horz" pos="974" userDrawn="1">
          <p15:clr>
            <a:srgbClr val="FBAE40"/>
          </p15:clr>
        </p15:guide>
        <p15:guide id="10" orient="horz" pos="3997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6362477" y="4770000"/>
            <a:ext cx="5328000" cy="1575238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6362477" y="1548000"/>
            <a:ext cx="5328000" cy="279259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image or pictogram</a:t>
            </a:r>
            <a:endParaRPr lang="de-DE" dirty="0"/>
          </a:p>
        </p:txBody>
      </p:sp>
      <p:sp>
        <p:nvSpPr>
          <p:cNvPr id="3" name="Text placeholder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4770000"/>
            <a:ext cx="5328000" cy="1575238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Picture Placeholder 1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4000" y="1548000"/>
            <a:ext cx="5328000" cy="279259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image or pictogram</a:t>
            </a:r>
            <a:endParaRPr lang="de-DE" dirty="0"/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 dirty="0"/>
              <a:t>Insert page title (sentence case)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49412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4" userDrawn="1">
          <p15:clr>
            <a:srgbClr val="FBAE40"/>
          </p15:clr>
        </p15:guide>
        <p15:guide id="2" orient="horz" pos="317" userDrawn="1">
          <p15:clr>
            <a:srgbClr val="FBAE40"/>
          </p15:clr>
        </p15:guide>
        <p15:guide id="3" orient="horz" pos="551" userDrawn="1">
          <p15:clr>
            <a:srgbClr val="FBAE40"/>
          </p15:clr>
        </p15:guide>
        <p15:guide id="4" orient="horz" pos="974" userDrawn="1">
          <p15:clr>
            <a:srgbClr val="FBAE40"/>
          </p15:clr>
        </p15:guide>
        <p15:guide id="5" orient="horz" pos="2750" userDrawn="1">
          <p15:clr>
            <a:srgbClr val="FBAE40"/>
          </p15:clr>
        </p15:guide>
        <p15:guide id="6" orient="horz" pos="3004" userDrawn="1">
          <p15:clr>
            <a:srgbClr val="FBAE40"/>
          </p15:clr>
        </p15:guide>
        <p15:guide id="7" orient="horz" pos="3997" userDrawn="1">
          <p15:clr>
            <a:srgbClr val="FBAE40"/>
          </p15:clr>
        </p15:guide>
        <p15:guide id="8" pos="3682" userDrawn="1">
          <p15:clr>
            <a:srgbClr val="FBAE40"/>
          </p15:clr>
        </p15:guide>
        <p15:guide id="9" pos="4000" userDrawn="1">
          <p15:clr>
            <a:srgbClr val="FBAE40"/>
          </p15:clr>
        </p15:guide>
        <p15:guide id="10" pos="7364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8299277" y="4354921"/>
            <a:ext cx="3391200" cy="1981079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8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8299277" y="1548000"/>
            <a:ext cx="3391200" cy="2294662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image or pictogram</a:t>
            </a:r>
            <a:endParaRPr lang="de-DE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4401639" y="4354921"/>
            <a:ext cx="3391200" cy="1981079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4401639" y="1548000"/>
            <a:ext cx="3391200" cy="2294662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image or pictogram</a:t>
            </a:r>
            <a:endParaRPr lang="de-DE" dirty="0"/>
          </a:p>
        </p:txBody>
      </p:sp>
      <p:sp>
        <p:nvSpPr>
          <p:cNvPr id="3" name="Text placeholder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4354921"/>
            <a:ext cx="3391200" cy="1981079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Picture placeholder 1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4000" y="1548000"/>
            <a:ext cx="3391200" cy="2294662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image or pictogram</a:t>
            </a:r>
            <a:endParaRPr lang="de-DE" dirty="0"/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 dirty="0"/>
              <a:t>Insert page title (sentence case)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6675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4" userDrawn="1">
          <p15:clr>
            <a:srgbClr val="FBAE40"/>
          </p15:clr>
        </p15:guide>
        <p15:guide id="2" orient="horz" pos="317" userDrawn="1">
          <p15:clr>
            <a:srgbClr val="FBAE40"/>
          </p15:clr>
        </p15:guide>
        <p15:guide id="3" pos="2455" userDrawn="1">
          <p15:clr>
            <a:srgbClr val="FBAE40"/>
          </p15:clr>
        </p15:guide>
        <p15:guide id="4" pos="2773" userDrawn="1">
          <p15:clr>
            <a:srgbClr val="FBAE40"/>
          </p15:clr>
        </p15:guide>
        <p15:guide id="5" pos="4910" userDrawn="1">
          <p15:clr>
            <a:srgbClr val="FBAE40"/>
          </p15:clr>
        </p15:guide>
        <p15:guide id="6" pos="5227" userDrawn="1">
          <p15:clr>
            <a:srgbClr val="FBAE40"/>
          </p15:clr>
        </p15:guide>
        <p15:guide id="7" pos="7364" userDrawn="1">
          <p15:clr>
            <a:srgbClr val="FBAE40"/>
          </p15:clr>
        </p15:guide>
        <p15:guide id="8" orient="horz" pos="551" userDrawn="1">
          <p15:clr>
            <a:srgbClr val="FBAE40"/>
          </p15:clr>
        </p15:guide>
        <p15:guide id="9" orient="horz" pos="970" userDrawn="1">
          <p15:clr>
            <a:srgbClr val="FBAE40"/>
          </p15:clr>
        </p15:guide>
        <p15:guide id="10" orient="horz" pos="2428" userDrawn="1">
          <p15:clr>
            <a:srgbClr val="FBAE40"/>
          </p15:clr>
        </p15:guide>
        <p15:guide id="11" orient="horz" pos="2743" userDrawn="1">
          <p15:clr>
            <a:srgbClr val="FBAE40"/>
          </p15:clr>
        </p15:guide>
        <p15:guide id="12" orient="horz" pos="3997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- column 2"/>
          <p:cNvSpPr>
            <a:spLocks noGrp="1"/>
          </p:cNvSpPr>
          <p:nvPr>
            <p:ph type="body" sz="quarter" idx="13" hasCustomPrompt="1"/>
          </p:nvPr>
        </p:nvSpPr>
        <p:spPr>
          <a:xfrm>
            <a:off x="9274877" y="3877200"/>
            <a:ext cx="2415600" cy="2457780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8" name="Picture Placeholder 4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9274877" y="1548000"/>
            <a:ext cx="2415600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image or pictogram</a:t>
            </a:r>
            <a:endParaRPr lang="de-DE" dirty="0"/>
          </a:p>
        </p:txBody>
      </p:sp>
      <p:sp>
        <p:nvSpPr>
          <p:cNvPr id="13" name="Text placeholder - column 2"/>
          <p:cNvSpPr>
            <a:spLocks noGrp="1"/>
          </p:cNvSpPr>
          <p:nvPr>
            <p:ph type="body" sz="quarter" idx="17" hasCustomPrompt="1"/>
          </p:nvPr>
        </p:nvSpPr>
        <p:spPr>
          <a:xfrm>
            <a:off x="6351252" y="3877200"/>
            <a:ext cx="2415600" cy="2457780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6351252" y="1548000"/>
            <a:ext cx="2415600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image or pictogram</a:t>
            </a:r>
            <a:endParaRPr lang="de-DE" dirty="0"/>
          </a:p>
        </p:txBody>
      </p:sp>
      <p:sp>
        <p:nvSpPr>
          <p:cNvPr id="9" name="Text placeholder - column 2"/>
          <p:cNvSpPr>
            <a:spLocks noGrp="1"/>
          </p:cNvSpPr>
          <p:nvPr>
            <p:ph type="body" sz="quarter" idx="15" hasCustomPrompt="1"/>
          </p:nvPr>
        </p:nvSpPr>
        <p:spPr>
          <a:xfrm>
            <a:off x="3427626" y="3877200"/>
            <a:ext cx="2415600" cy="2457780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4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3427626" y="1548000"/>
            <a:ext cx="2415600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image or pictogram</a:t>
            </a:r>
            <a:endParaRPr lang="de-DE" dirty="0"/>
          </a:p>
        </p:txBody>
      </p:sp>
      <p:sp>
        <p:nvSpPr>
          <p:cNvPr id="3" name="Text placeholder - column 2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3877200"/>
            <a:ext cx="2415600" cy="2457780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4000" y="1548000"/>
            <a:ext cx="2415600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image or pictogram</a:t>
            </a:r>
            <a:endParaRPr lang="de-DE" dirty="0"/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 dirty="0"/>
              <a:t>Insert page title (sentence case)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0594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4" userDrawn="1">
          <p15:clr>
            <a:srgbClr val="FBAE40"/>
          </p15:clr>
        </p15:guide>
        <p15:guide id="2" orient="horz" pos="317" userDrawn="1">
          <p15:clr>
            <a:srgbClr val="FBAE40"/>
          </p15:clr>
        </p15:guide>
        <p15:guide id="3" orient="horz" pos="551" userDrawn="1">
          <p15:clr>
            <a:srgbClr val="FBAE40"/>
          </p15:clr>
        </p15:guide>
        <p15:guide id="4" orient="horz" pos="974" userDrawn="1">
          <p15:clr>
            <a:srgbClr val="FBAE40"/>
          </p15:clr>
        </p15:guide>
        <p15:guide id="5" orient="horz" pos="2160" userDrawn="1">
          <p15:clr>
            <a:srgbClr val="FBAE40"/>
          </p15:clr>
        </p15:guide>
        <p15:guide id="6" orient="horz" pos="2442" userDrawn="1">
          <p15:clr>
            <a:srgbClr val="FBAE40"/>
          </p15:clr>
        </p15:guide>
        <p15:guide id="7" orient="horz" pos="3990" userDrawn="1">
          <p15:clr>
            <a:srgbClr val="FBAE40"/>
          </p15:clr>
        </p15:guide>
        <p15:guide id="8" pos="1840" userDrawn="1">
          <p15:clr>
            <a:srgbClr val="FBAE40"/>
          </p15:clr>
        </p15:guide>
        <p15:guide id="9" pos="2159" userDrawn="1">
          <p15:clr>
            <a:srgbClr val="FBAE40"/>
          </p15:clr>
        </p15:guide>
        <p15:guide id="10" pos="3683" userDrawn="1">
          <p15:clr>
            <a:srgbClr val="FBAE40"/>
          </p15:clr>
        </p15:guide>
        <p15:guide id="11" pos="4000" userDrawn="1">
          <p15:clr>
            <a:srgbClr val="FBAE40"/>
          </p15:clr>
        </p15:guide>
        <p15:guide id="12" pos="5525" userDrawn="1">
          <p15:clr>
            <a:srgbClr val="FBAE40"/>
          </p15:clr>
        </p15:guide>
        <p15:guide id="13" pos="5842" userDrawn="1">
          <p15:clr>
            <a:srgbClr val="FBAE40"/>
          </p15:clr>
        </p15:guide>
        <p15:guide id="14" pos="7364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Quote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800000"/>
            <a:ext cx="11185200" cy="3285032"/>
          </a:xfrm>
        </p:spPr>
        <p:txBody>
          <a:bodyPr/>
          <a:lstStyle>
            <a:lvl1pPr marL="395921" indent="-395921">
              <a:lnSpc>
                <a:spcPct val="90000"/>
              </a:lnSpc>
              <a:spcBef>
                <a:spcPts val="600"/>
              </a:spcBef>
              <a:defRPr sz="5999" b="0" i="0">
                <a:latin typeface="72 Brand Medium" panose="020B0504030603020204" pitchFamily="34" charset="0"/>
              </a:defRPr>
            </a:lvl1pPr>
            <a:lvl2pPr marL="395921" indent="0">
              <a:buNone/>
              <a:defRPr sz="1600"/>
            </a:lvl2pPr>
          </a:lstStyle>
          <a:p>
            <a:pPr lvl="0"/>
            <a:r>
              <a:rPr lang="en-US" noProof="0" dirty="0"/>
              <a:t>“Quote goes here </a:t>
            </a:r>
            <a:br>
              <a:rPr lang="en-US" noProof="0" dirty="0"/>
            </a:br>
            <a:r>
              <a:rPr lang="en-US" noProof="0" dirty="0"/>
              <a:t>and here.”</a:t>
            </a:r>
          </a:p>
          <a:p>
            <a:pPr lvl="1"/>
            <a:r>
              <a:rPr lang="en-US" noProof="0" dirty="0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9327859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4" userDrawn="1">
          <p15:clr>
            <a:srgbClr val="FBAE40"/>
          </p15:clr>
        </p15:guide>
        <p15:guide id="4" orient="horz" pos="1132" userDrawn="1">
          <p15:clr>
            <a:srgbClr val="FBAE40"/>
          </p15:clr>
        </p15:guide>
        <p15:guide id="5" orient="horz" pos="3204" userDrawn="1">
          <p15:clr>
            <a:srgbClr val="FBAE40"/>
          </p15:clr>
        </p15:guide>
        <p15:guide id="6" pos="7363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with Image 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/3 righ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8127175" y="0"/>
            <a:ext cx="4068000" cy="6858000"/>
          </a:xfrm>
          <a:noFill/>
        </p:spPr>
        <p:txBody>
          <a:bodyPr vert="horz" lIns="0" tIns="2448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image</a:t>
            </a:r>
            <a:endParaRPr lang="de-DE" dirty="0"/>
          </a:p>
        </p:txBody>
      </p:sp>
      <p:sp>
        <p:nvSpPr>
          <p:cNvPr id="7" name="Text Placeholder"/>
          <p:cNvSpPr>
            <a:spLocks noGrp="1"/>
          </p:cNvSpPr>
          <p:nvPr>
            <p:ph type="body" sz="quarter" idx="11" hasCustomPrompt="1"/>
          </p:nvPr>
        </p:nvSpPr>
        <p:spPr bwMode="black">
          <a:xfrm>
            <a:off x="503999" y="1548000"/>
            <a:ext cx="7092000" cy="4788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de-DE" dirty="0"/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7092000" cy="369332"/>
          </a:xfrm>
        </p:spPr>
        <p:txBody>
          <a:bodyPr/>
          <a:lstStyle/>
          <a:p>
            <a:r>
              <a:rPr lang="en-US" noProof="0" dirty="0"/>
              <a:t>Insert page title (sentence case)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50202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4" userDrawn="1">
          <p15:clr>
            <a:srgbClr val="FBAE40"/>
          </p15:clr>
        </p15:guide>
        <p15:guide id="2" orient="horz" pos="3991" userDrawn="1">
          <p15:clr>
            <a:srgbClr val="FBAE40"/>
          </p15:clr>
        </p15:guide>
        <p15:guide id="3" pos="4786" userDrawn="1">
          <p15:clr>
            <a:srgbClr val="FBAE40"/>
          </p15:clr>
        </p15:guide>
        <p15:guide id="4" pos="5111" userDrawn="1">
          <p15:clr>
            <a:srgbClr val="FBAE40"/>
          </p15:clr>
        </p15:guide>
        <p15:guide id="5" orient="horz" pos="317" userDrawn="1">
          <p15:clr>
            <a:srgbClr val="FBAE40"/>
          </p15:clr>
        </p15:guide>
        <p15:guide id="6" orient="horz" pos="551" userDrawn="1">
          <p15:clr>
            <a:srgbClr val="FBAE40"/>
          </p15:clr>
        </p15:guide>
        <p15:guide id="7" orient="horz" pos="972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Im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" y="0"/>
            <a:ext cx="12195175" cy="6858000"/>
          </a:xfrm>
          <a:noFill/>
        </p:spPr>
        <p:txBody>
          <a:bodyPr vert="horz" lIns="0" tIns="2448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image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3979114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Screensh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362477" y="1557338"/>
            <a:ext cx="5328000" cy="4788000"/>
          </a:xfrm>
          <a:noFill/>
        </p:spPr>
        <p:txBody>
          <a:bodyPr vert="horz" lIns="0" tIns="1512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screenshot</a:t>
            </a:r>
            <a:endParaRPr lang="de-DE" dirty="0"/>
          </a:p>
        </p:txBody>
      </p:sp>
      <p:sp>
        <p:nvSpPr>
          <p:cNvPr id="4" name="Text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5328000" cy="4788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 dirty="0"/>
              <a:t>Insert page title (sentence case)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72272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4" userDrawn="1">
          <p15:clr>
            <a:srgbClr val="FBAE40"/>
          </p15:clr>
        </p15:guide>
        <p15:guide id="2" orient="horz" pos="972" userDrawn="1">
          <p15:clr>
            <a:srgbClr val="FBAE40"/>
          </p15:clr>
        </p15:guide>
        <p15:guide id="3" pos="3674" userDrawn="1">
          <p15:clr>
            <a:srgbClr val="FBAE40"/>
          </p15:clr>
        </p15:guide>
        <p15:guide id="4" pos="4008" userDrawn="1">
          <p15:clr>
            <a:srgbClr val="FBAE40"/>
          </p15:clr>
        </p15:guide>
        <p15:guide id="5" pos="7364" userDrawn="1">
          <p15:clr>
            <a:srgbClr val="FBAE40"/>
          </p15:clr>
        </p15:guide>
        <p15:guide id="6" orient="horz" pos="317" userDrawn="1">
          <p15:clr>
            <a:srgbClr val="FBAE40"/>
          </p15:clr>
        </p15:guide>
        <p15:guide id="7" orient="horz" pos="551" userDrawn="1">
          <p15:clr>
            <a:srgbClr val="FBAE40"/>
          </p15:clr>
        </p15:guide>
        <p15:guide id="8" orient="horz" pos="3991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"/>
          <p:cNvSpPr>
            <a:spLocks noGrp="1"/>
          </p:cNvSpPr>
          <p:nvPr>
            <p:ph idx="1" hasCustomPrompt="1"/>
          </p:nvPr>
        </p:nvSpPr>
        <p:spPr bwMode="gray">
          <a:xfrm>
            <a:off x="504000" y="1548000"/>
            <a:ext cx="11185200" cy="4788000"/>
          </a:xfrm>
          <a:noFill/>
        </p:spPr>
        <p:txBody>
          <a:bodyPr tIns="1368000"/>
          <a:lstStyle>
            <a:lvl1pPr algn="ctr">
              <a:defRPr sz="1400" b="0"/>
            </a:lvl1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Insert page title (sentence case)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60987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4" userDrawn="1">
          <p15:clr>
            <a:srgbClr val="FBAE40"/>
          </p15:clr>
        </p15:guide>
        <p15:guide id="2" orient="horz" pos="317" userDrawn="1">
          <p15:clr>
            <a:srgbClr val="FBAE40"/>
          </p15:clr>
        </p15:guide>
        <p15:guide id="3" orient="horz" pos="551" userDrawn="1">
          <p15:clr>
            <a:srgbClr val="FBAE40"/>
          </p15:clr>
        </p15:guide>
        <p15:guide id="4" orient="horz" pos="972" userDrawn="1">
          <p15:clr>
            <a:srgbClr val="FBAE40"/>
          </p15:clr>
        </p15:guide>
        <p15:guide id="5" orient="horz" pos="3991" userDrawn="1">
          <p15:clr>
            <a:srgbClr val="FBAE40"/>
          </p15:clr>
        </p15:guide>
        <p15:guide id="6" pos="7364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42181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1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, Contact and Copy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433C5639-DDA2-864A-9DC3-7FC80AC852D5}"/>
              </a:ext>
            </a:extLst>
          </p:cNvPr>
          <p:cNvSpPr txBox="1"/>
          <p:nvPr userDrawn="1"/>
        </p:nvSpPr>
        <p:spPr>
          <a:xfrm>
            <a:off x="503238" y="2905125"/>
            <a:ext cx="183704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1088776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r>
              <a:rPr lang="en-US" sz="1600" b="0" i="0">
                <a:latin typeface="+mn-lt"/>
              </a:rPr>
              <a:t>Contact information:</a:t>
            </a:r>
          </a:p>
        </p:txBody>
      </p:sp>
      <p:sp>
        <p:nvSpPr>
          <p:cNvPr id="9" name="Copyright - Dynamic" descr="{&quot;templafy&quot;:{&quot;id&quot;:&quot;61f64eb8-ed19-4ef7-8826-c679e849ee06&quot;}}">
            <a:extLst>
              <a:ext uri="{FF2B5EF4-FFF2-40B4-BE49-F238E27FC236}">
                <a16:creationId xmlns:a16="http://schemas.microsoft.com/office/drawing/2014/main" id="{EDAF1AF5-D568-20CC-6052-F655D86F5486}"/>
              </a:ext>
            </a:extLst>
          </p:cNvPr>
          <p:cNvSpPr txBox="1">
            <a:spLocks/>
          </p:cNvSpPr>
          <p:nvPr userDrawn="1"/>
        </p:nvSpPr>
        <p:spPr>
          <a:xfrm>
            <a:off x="504001" y="6536751"/>
            <a:ext cx="10155600" cy="138498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 defTabSz="1088558" rtl="0" eaLnBrk="1" latinLnBrk="0" hangingPunct="1">
              <a:spcBef>
                <a:spcPts val="1800"/>
              </a:spcBef>
              <a:buClr>
                <a:schemeClr val="accent1"/>
              </a:buClr>
              <a:buSzPct val="80000"/>
              <a:buFontTx/>
              <a:buNone/>
              <a:defRPr sz="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9964" indent="-179964" algn="l" defTabSz="1088558" rtl="0" eaLnBrk="1" latinLnBrk="0" hangingPunct="1">
              <a:spcBef>
                <a:spcPts val="600"/>
              </a:spcBef>
              <a:buClr>
                <a:schemeClr val="accent1"/>
              </a:buClr>
              <a:buSzPct val="100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79388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–"/>
              <a:defRPr lang="en-US" sz="18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892" indent="-179964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20000"/>
              <a:buFont typeface="Arial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39892" indent="0" algn="l" defTabSz="1088558" rtl="0" eaLnBrk="1" latinLnBrk="0" hangingPunct="1">
              <a:spcBef>
                <a:spcPts val="100"/>
              </a:spcBef>
              <a:buClr>
                <a:schemeClr val="tx1"/>
              </a:buClr>
              <a:buSzPct val="100000"/>
              <a:buFont typeface="Symbol" panose="05050102010706020507" pitchFamily="18" charset="2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3535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37814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08209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2637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sz="600" b="0" i="0">
                <a:latin typeface="+mn-lt"/>
              </a:rPr>
              <a:t>© 2025 SAP SE or an SAP affiliate company. All rights reserved. See Legal Notice on www.sap.com/legal-notice for use terms, disclaimers, disclosures, or restrictions related to this material.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692DE12-4084-77D2-FD2A-8E63F6FBE7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8" y="1543050"/>
            <a:ext cx="5413477" cy="846386"/>
          </a:xfrm>
        </p:spPr>
        <p:txBody>
          <a:bodyPr/>
          <a:lstStyle>
            <a:lvl1pPr>
              <a:defRPr sz="5500" b="0" i="0">
                <a:latin typeface="72 Brand Medium" panose="020B0504030603020204" pitchFamily="34" charset="0"/>
              </a:defRPr>
            </a:lvl1pPr>
          </a:lstStyle>
          <a:p>
            <a:r>
              <a:rPr lang="en-GB" dirty="0"/>
              <a:t>Thank you.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2C865E-BEC1-EE4C-E61C-369AEE2DFC7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183947" y="5990000"/>
            <a:ext cx="3506403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09031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7364" userDrawn="1">
          <p15:clr>
            <a:srgbClr val="FBAE40"/>
          </p15:clr>
        </p15:guide>
        <p15:guide id="2" orient="horz" pos="970" userDrawn="1">
          <p15:clr>
            <a:srgbClr val="FBAE40"/>
          </p15:clr>
        </p15:guide>
        <p15:guide id="4" orient="horz" pos="1830" userDrawn="1">
          <p15:clr>
            <a:srgbClr val="FBAE40"/>
          </p15:clr>
        </p15:guide>
        <p15:guide id="5" orient="horz" pos="4000" userDrawn="1">
          <p15:clr>
            <a:srgbClr val="FBAE40"/>
          </p15:clr>
        </p15:guide>
        <p15:guide id="6" pos="314" userDrawn="1">
          <p15:clr>
            <a:srgbClr val="FBAE40"/>
          </p15:clr>
        </p15:guide>
        <p15:guide id="8" pos="3841" userDrawn="1">
          <p15:clr>
            <a:srgbClr val="FBAE40"/>
          </p15:clr>
        </p15:guide>
        <p15:guide id="9" orient="horz" pos="318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17" Type="http://schemas.openxmlformats.org/officeDocument/2006/relationships/tags" Target="../tags/tag88.xml"/><Relationship Id="rId21" Type="http://schemas.openxmlformats.org/officeDocument/2006/relationships/slideLayout" Target="../slideLayouts/slideLayout21.xml"/><Relationship Id="rId42" Type="http://schemas.openxmlformats.org/officeDocument/2006/relationships/tags" Target="../tags/tag13.xml"/><Relationship Id="rId63" Type="http://schemas.openxmlformats.org/officeDocument/2006/relationships/tags" Target="../tags/tag34.xml"/><Relationship Id="rId84" Type="http://schemas.openxmlformats.org/officeDocument/2006/relationships/tags" Target="../tags/tag55.xml"/><Relationship Id="rId138" Type="http://schemas.openxmlformats.org/officeDocument/2006/relationships/tags" Target="../tags/tag109.xml"/><Relationship Id="rId107" Type="http://schemas.openxmlformats.org/officeDocument/2006/relationships/tags" Target="../tags/tag78.xml"/><Relationship Id="rId11" Type="http://schemas.openxmlformats.org/officeDocument/2006/relationships/slideLayout" Target="../slideLayouts/slideLayout11.xml"/><Relationship Id="rId32" Type="http://schemas.openxmlformats.org/officeDocument/2006/relationships/tags" Target="../tags/tag3.xml"/><Relationship Id="rId53" Type="http://schemas.openxmlformats.org/officeDocument/2006/relationships/tags" Target="../tags/tag24.xml"/><Relationship Id="rId74" Type="http://schemas.openxmlformats.org/officeDocument/2006/relationships/tags" Target="../tags/tag45.xml"/><Relationship Id="rId128" Type="http://schemas.openxmlformats.org/officeDocument/2006/relationships/tags" Target="../tags/tag99.xml"/><Relationship Id="rId149" Type="http://schemas.openxmlformats.org/officeDocument/2006/relationships/tags" Target="../tags/tag120.xml"/><Relationship Id="rId5" Type="http://schemas.openxmlformats.org/officeDocument/2006/relationships/slideLayout" Target="../slideLayouts/slideLayout5.xml"/><Relationship Id="rId95" Type="http://schemas.openxmlformats.org/officeDocument/2006/relationships/tags" Target="../tags/tag66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43" Type="http://schemas.openxmlformats.org/officeDocument/2006/relationships/tags" Target="../tags/tag14.xml"/><Relationship Id="rId48" Type="http://schemas.openxmlformats.org/officeDocument/2006/relationships/tags" Target="../tags/tag19.xml"/><Relationship Id="rId64" Type="http://schemas.openxmlformats.org/officeDocument/2006/relationships/tags" Target="../tags/tag35.xml"/><Relationship Id="rId69" Type="http://schemas.openxmlformats.org/officeDocument/2006/relationships/tags" Target="../tags/tag40.xml"/><Relationship Id="rId113" Type="http://schemas.openxmlformats.org/officeDocument/2006/relationships/tags" Target="../tags/tag84.xml"/><Relationship Id="rId118" Type="http://schemas.openxmlformats.org/officeDocument/2006/relationships/tags" Target="../tags/tag89.xml"/><Relationship Id="rId134" Type="http://schemas.openxmlformats.org/officeDocument/2006/relationships/tags" Target="../tags/tag105.xml"/><Relationship Id="rId139" Type="http://schemas.openxmlformats.org/officeDocument/2006/relationships/tags" Target="../tags/tag110.xml"/><Relationship Id="rId80" Type="http://schemas.openxmlformats.org/officeDocument/2006/relationships/tags" Target="../tags/tag51.xml"/><Relationship Id="rId85" Type="http://schemas.openxmlformats.org/officeDocument/2006/relationships/tags" Target="../tags/tag56.xml"/><Relationship Id="rId150" Type="http://schemas.openxmlformats.org/officeDocument/2006/relationships/tags" Target="../tags/tag121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33" Type="http://schemas.openxmlformats.org/officeDocument/2006/relationships/tags" Target="../tags/tag4.xml"/><Relationship Id="rId38" Type="http://schemas.openxmlformats.org/officeDocument/2006/relationships/tags" Target="../tags/tag9.xml"/><Relationship Id="rId59" Type="http://schemas.openxmlformats.org/officeDocument/2006/relationships/tags" Target="../tags/tag30.xml"/><Relationship Id="rId103" Type="http://schemas.openxmlformats.org/officeDocument/2006/relationships/tags" Target="../tags/tag74.xml"/><Relationship Id="rId108" Type="http://schemas.openxmlformats.org/officeDocument/2006/relationships/tags" Target="../tags/tag79.xml"/><Relationship Id="rId124" Type="http://schemas.openxmlformats.org/officeDocument/2006/relationships/tags" Target="../tags/tag95.xml"/><Relationship Id="rId129" Type="http://schemas.openxmlformats.org/officeDocument/2006/relationships/tags" Target="../tags/tag100.xml"/><Relationship Id="rId54" Type="http://schemas.openxmlformats.org/officeDocument/2006/relationships/tags" Target="../tags/tag25.xml"/><Relationship Id="rId70" Type="http://schemas.openxmlformats.org/officeDocument/2006/relationships/tags" Target="../tags/tag41.xml"/><Relationship Id="rId75" Type="http://schemas.openxmlformats.org/officeDocument/2006/relationships/tags" Target="../tags/tag46.xml"/><Relationship Id="rId91" Type="http://schemas.openxmlformats.org/officeDocument/2006/relationships/tags" Target="../tags/tag62.xml"/><Relationship Id="rId96" Type="http://schemas.openxmlformats.org/officeDocument/2006/relationships/tags" Target="../tags/tag67.xml"/><Relationship Id="rId140" Type="http://schemas.openxmlformats.org/officeDocument/2006/relationships/tags" Target="../tags/tag111.xml"/><Relationship Id="rId145" Type="http://schemas.openxmlformats.org/officeDocument/2006/relationships/tags" Target="../tags/tag1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49" Type="http://schemas.openxmlformats.org/officeDocument/2006/relationships/tags" Target="../tags/tag20.xml"/><Relationship Id="rId114" Type="http://schemas.openxmlformats.org/officeDocument/2006/relationships/tags" Target="../tags/tag85.xml"/><Relationship Id="rId119" Type="http://schemas.openxmlformats.org/officeDocument/2006/relationships/tags" Target="../tags/tag90.xml"/><Relationship Id="rId44" Type="http://schemas.openxmlformats.org/officeDocument/2006/relationships/tags" Target="../tags/tag15.xml"/><Relationship Id="rId60" Type="http://schemas.openxmlformats.org/officeDocument/2006/relationships/tags" Target="../tags/tag31.xml"/><Relationship Id="rId65" Type="http://schemas.openxmlformats.org/officeDocument/2006/relationships/tags" Target="../tags/tag36.xml"/><Relationship Id="rId81" Type="http://schemas.openxmlformats.org/officeDocument/2006/relationships/tags" Target="../tags/tag52.xml"/><Relationship Id="rId86" Type="http://schemas.openxmlformats.org/officeDocument/2006/relationships/tags" Target="../tags/tag57.xml"/><Relationship Id="rId130" Type="http://schemas.openxmlformats.org/officeDocument/2006/relationships/tags" Target="../tags/tag101.xml"/><Relationship Id="rId135" Type="http://schemas.openxmlformats.org/officeDocument/2006/relationships/tags" Target="../tags/tag106.xml"/><Relationship Id="rId151" Type="http://schemas.openxmlformats.org/officeDocument/2006/relationships/tags" Target="../tags/tag122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tags" Target="../tags/tag10.xml"/><Relationship Id="rId109" Type="http://schemas.openxmlformats.org/officeDocument/2006/relationships/tags" Target="../tags/tag80.xml"/><Relationship Id="rId34" Type="http://schemas.openxmlformats.org/officeDocument/2006/relationships/tags" Target="../tags/tag5.xml"/><Relationship Id="rId50" Type="http://schemas.openxmlformats.org/officeDocument/2006/relationships/tags" Target="../tags/tag21.xml"/><Relationship Id="rId55" Type="http://schemas.openxmlformats.org/officeDocument/2006/relationships/tags" Target="../tags/tag26.xml"/><Relationship Id="rId76" Type="http://schemas.openxmlformats.org/officeDocument/2006/relationships/tags" Target="../tags/tag47.xml"/><Relationship Id="rId97" Type="http://schemas.openxmlformats.org/officeDocument/2006/relationships/tags" Target="../tags/tag68.xml"/><Relationship Id="rId104" Type="http://schemas.openxmlformats.org/officeDocument/2006/relationships/tags" Target="../tags/tag75.xml"/><Relationship Id="rId120" Type="http://schemas.openxmlformats.org/officeDocument/2006/relationships/tags" Target="../tags/tag91.xml"/><Relationship Id="rId125" Type="http://schemas.openxmlformats.org/officeDocument/2006/relationships/tags" Target="../tags/tag96.xml"/><Relationship Id="rId141" Type="http://schemas.openxmlformats.org/officeDocument/2006/relationships/tags" Target="../tags/tag112.xml"/><Relationship Id="rId146" Type="http://schemas.openxmlformats.org/officeDocument/2006/relationships/tags" Target="../tags/tag117.xml"/><Relationship Id="rId7" Type="http://schemas.openxmlformats.org/officeDocument/2006/relationships/slideLayout" Target="../slideLayouts/slideLayout7.xml"/><Relationship Id="rId71" Type="http://schemas.openxmlformats.org/officeDocument/2006/relationships/tags" Target="../tags/tag42.xml"/><Relationship Id="rId92" Type="http://schemas.openxmlformats.org/officeDocument/2006/relationships/tags" Target="../tags/tag63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tags" Target="../tags/tag11.xml"/><Relationship Id="rId45" Type="http://schemas.openxmlformats.org/officeDocument/2006/relationships/tags" Target="../tags/tag16.xml"/><Relationship Id="rId66" Type="http://schemas.openxmlformats.org/officeDocument/2006/relationships/tags" Target="../tags/tag37.xml"/><Relationship Id="rId87" Type="http://schemas.openxmlformats.org/officeDocument/2006/relationships/tags" Target="../tags/tag58.xml"/><Relationship Id="rId110" Type="http://schemas.openxmlformats.org/officeDocument/2006/relationships/tags" Target="../tags/tag81.xml"/><Relationship Id="rId115" Type="http://schemas.openxmlformats.org/officeDocument/2006/relationships/tags" Target="../tags/tag86.xml"/><Relationship Id="rId131" Type="http://schemas.openxmlformats.org/officeDocument/2006/relationships/tags" Target="../tags/tag102.xml"/><Relationship Id="rId136" Type="http://schemas.openxmlformats.org/officeDocument/2006/relationships/tags" Target="../tags/tag107.xml"/><Relationship Id="rId61" Type="http://schemas.openxmlformats.org/officeDocument/2006/relationships/tags" Target="../tags/tag32.xml"/><Relationship Id="rId82" Type="http://schemas.openxmlformats.org/officeDocument/2006/relationships/tags" Target="../tags/tag53.xml"/><Relationship Id="rId152" Type="http://schemas.openxmlformats.org/officeDocument/2006/relationships/tags" Target="../tags/tag123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30" Type="http://schemas.openxmlformats.org/officeDocument/2006/relationships/theme" Target="../theme/theme1.xml"/><Relationship Id="rId35" Type="http://schemas.openxmlformats.org/officeDocument/2006/relationships/tags" Target="../tags/tag6.xml"/><Relationship Id="rId56" Type="http://schemas.openxmlformats.org/officeDocument/2006/relationships/tags" Target="../tags/tag27.xml"/><Relationship Id="rId77" Type="http://schemas.openxmlformats.org/officeDocument/2006/relationships/tags" Target="../tags/tag48.xml"/><Relationship Id="rId100" Type="http://schemas.openxmlformats.org/officeDocument/2006/relationships/tags" Target="../tags/tag71.xml"/><Relationship Id="rId105" Type="http://schemas.openxmlformats.org/officeDocument/2006/relationships/tags" Target="../tags/tag76.xml"/><Relationship Id="rId126" Type="http://schemas.openxmlformats.org/officeDocument/2006/relationships/tags" Target="../tags/tag97.xml"/><Relationship Id="rId147" Type="http://schemas.openxmlformats.org/officeDocument/2006/relationships/tags" Target="../tags/tag118.xml"/><Relationship Id="rId8" Type="http://schemas.openxmlformats.org/officeDocument/2006/relationships/slideLayout" Target="../slideLayouts/slideLayout8.xml"/><Relationship Id="rId51" Type="http://schemas.openxmlformats.org/officeDocument/2006/relationships/tags" Target="../tags/tag22.xml"/><Relationship Id="rId72" Type="http://schemas.openxmlformats.org/officeDocument/2006/relationships/tags" Target="../tags/tag43.xml"/><Relationship Id="rId93" Type="http://schemas.openxmlformats.org/officeDocument/2006/relationships/tags" Target="../tags/tag64.xml"/><Relationship Id="rId98" Type="http://schemas.openxmlformats.org/officeDocument/2006/relationships/tags" Target="../tags/tag69.xml"/><Relationship Id="rId121" Type="http://schemas.openxmlformats.org/officeDocument/2006/relationships/tags" Target="../tags/tag92.xml"/><Relationship Id="rId142" Type="http://schemas.openxmlformats.org/officeDocument/2006/relationships/tags" Target="../tags/tag113.xml"/><Relationship Id="rId3" Type="http://schemas.openxmlformats.org/officeDocument/2006/relationships/slideLayout" Target="../slideLayouts/slideLayout3.xml"/><Relationship Id="rId25" Type="http://schemas.openxmlformats.org/officeDocument/2006/relationships/slideLayout" Target="../slideLayouts/slideLayout25.xml"/><Relationship Id="rId46" Type="http://schemas.openxmlformats.org/officeDocument/2006/relationships/tags" Target="../tags/tag17.xml"/><Relationship Id="rId67" Type="http://schemas.openxmlformats.org/officeDocument/2006/relationships/tags" Target="../tags/tag38.xml"/><Relationship Id="rId116" Type="http://schemas.openxmlformats.org/officeDocument/2006/relationships/tags" Target="../tags/tag87.xml"/><Relationship Id="rId137" Type="http://schemas.openxmlformats.org/officeDocument/2006/relationships/tags" Target="../tags/tag108.xml"/><Relationship Id="rId20" Type="http://schemas.openxmlformats.org/officeDocument/2006/relationships/slideLayout" Target="../slideLayouts/slideLayout20.xml"/><Relationship Id="rId41" Type="http://schemas.openxmlformats.org/officeDocument/2006/relationships/tags" Target="../tags/tag12.xml"/><Relationship Id="rId62" Type="http://schemas.openxmlformats.org/officeDocument/2006/relationships/tags" Target="../tags/tag33.xml"/><Relationship Id="rId83" Type="http://schemas.openxmlformats.org/officeDocument/2006/relationships/tags" Target="../tags/tag54.xml"/><Relationship Id="rId88" Type="http://schemas.openxmlformats.org/officeDocument/2006/relationships/tags" Target="../tags/tag59.xml"/><Relationship Id="rId111" Type="http://schemas.openxmlformats.org/officeDocument/2006/relationships/tags" Target="../tags/tag82.xml"/><Relationship Id="rId132" Type="http://schemas.openxmlformats.org/officeDocument/2006/relationships/tags" Target="../tags/tag103.xml"/><Relationship Id="rId153" Type="http://schemas.openxmlformats.org/officeDocument/2006/relationships/tags" Target="../tags/tag124.xml"/><Relationship Id="rId15" Type="http://schemas.openxmlformats.org/officeDocument/2006/relationships/slideLayout" Target="../slideLayouts/slideLayout15.xml"/><Relationship Id="rId36" Type="http://schemas.openxmlformats.org/officeDocument/2006/relationships/tags" Target="../tags/tag7.xml"/><Relationship Id="rId57" Type="http://schemas.openxmlformats.org/officeDocument/2006/relationships/tags" Target="../tags/tag28.xml"/><Relationship Id="rId106" Type="http://schemas.openxmlformats.org/officeDocument/2006/relationships/tags" Target="../tags/tag77.xml"/><Relationship Id="rId127" Type="http://schemas.openxmlformats.org/officeDocument/2006/relationships/tags" Target="../tags/tag98.xml"/><Relationship Id="rId10" Type="http://schemas.openxmlformats.org/officeDocument/2006/relationships/slideLayout" Target="../slideLayouts/slideLayout10.xml"/><Relationship Id="rId31" Type="http://schemas.openxmlformats.org/officeDocument/2006/relationships/tags" Target="../tags/tag2.xml"/><Relationship Id="rId52" Type="http://schemas.openxmlformats.org/officeDocument/2006/relationships/tags" Target="../tags/tag23.xml"/><Relationship Id="rId73" Type="http://schemas.openxmlformats.org/officeDocument/2006/relationships/tags" Target="../tags/tag44.xml"/><Relationship Id="rId78" Type="http://schemas.openxmlformats.org/officeDocument/2006/relationships/tags" Target="../tags/tag49.xml"/><Relationship Id="rId94" Type="http://schemas.openxmlformats.org/officeDocument/2006/relationships/tags" Target="../tags/tag65.xml"/><Relationship Id="rId99" Type="http://schemas.openxmlformats.org/officeDocument/2006/relationships/tags" Target="../tags/tag70.xml"/><Relationship Id="rId101" Type="http://schemas.openxmlformats.org/officeDocument/2006/relationships/tags" Target="../tags/tag72.xml"/><Relationship Id="rId122" Type="http://schemas.openxmlformats.org/officeDocument/2006/relationships/tags" Target="../tags/tag93.xml"/><Relationship Id="rId143" Type="http://schemas.openxmlformats.org/officeDocument/2006/relationships/tags" Target="../tags/tag114.xml"/><Relationship Id="rId148" Type="http://schemas.openxmlformats.org/officeDocument/2006/relationships/tags" Target="../tags/tag1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47" Type="http://schemas.openxmlformats.org/officeDocument/2006/relationships/tags" Target="../tags/tag18.xml"/><Relationship Id="rId68" Type="http://schemas.openxmlformats.org/officeDocument/2006/relationships/tags" Target="../tags/tag39.xml"/><Relationship Id="rId89" Type="http://schemas.openxmlformats.org/officeDocument/2006/relationships/tags" Target="../tags/tag60.xml"/><Relationship Id="rId112" Type="http://schemas.openxmlformats.org/officeDocument/2006/relationships/tags" Target="../tags/tag83.xml"/><Relationship Id="rId133" Type="http://schemas.openxmlformats.org/officeDocument/2006/relationships/tags" Target="../tags/tag104.xml"/><Relationship Id="rId16" Type="http://schemas.openxmlformats.org/officeDocument/2006/relationships/slideLayout" Target="../slideLayouts/slideLayout16.xml"/><Relationship Id="rId37" Type="http://schemas.openxmlformats.org/officeDocument/2006/relationships/tags" Target="../tags/tag8.xml"/><Relationship Id="rId58" Type="http://schemas.openxmlformats.org/officeDocument/2006/relationships/tags" Target="../tags/tag29.xml"/><Relationship Id="rId79" Type="http://schemas.openxmlformats.org/officeDocument/2006/relationships/tags" Target="../tags/tag50.xml"/><Relationship Id="rId102" Type="http://schemas.openxmlformats.org/officeDocument/2006/relationships/tags" Target="../tags/tag73.xml"/><Relationship Id="rId123" Type="http://schemas.openxmlformats.org/officeDocument/2006/relationships/tags" Target="../tags/tag94.xml"/><Relationship Id="rId144" Type="http://schemas.openxmlformats.org/officeDocument/2006/relationships/tags" Target="../tags/tag115.xml"/><Relationship Id="rId90" Type="http://schemas.openxmlformats.org/officeDocument/2006/relationships/tags" Target="../tags/tag6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57293E41-954C-9E9C-7DE2-32FEDBD5A1C6}"/>
              </a:ext>
            </a:extLst>
          </p:cNvPr>
          <p:cNvSpPr/>
          <p:nvPr userDrawn="1"/>
        </p:nvSpPr>
        <p:spPr bwMode="gray">
          <a:xfrm>
            <a:off x="-1" y="0"/>
            <a:ext cx="12195175" cy="6858000"/>
          </a:xfrm>
          <a:prstGeom prst="rect">
            <a:avLst/>
          </a:prstGeom>
          <a:solidFill>
            <a:schemeClr val="bg1"/>
          </a:solidFill>
          <a:ln w="15238" cap="flat">
            <a:noFill/>
            <a:prstDash val="solid"/>
            <a:miter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34" name="Slide number"/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 dirty="0">
              <a:latin typeface="+mn-lt"/>
            </a:endParaRPr>
          </a:p>
        </p:txBody>
      </p:sp>
      <p:sp>
        <p:nvSpPr>
          <p:cNvPr id="12" name="Copyright Placeholder" descr="{&quot;templafy&quot;:{&quot;id&quot;:&quot;8165f230-9873-4d8b-b4be-530f3e95b037&quot;}}">
            <a:extLst>
              <a:ext uri="{FF2B5EF4-FFF2-40B4-BE49-F238E27FC236}">
                <a16:creationId xmlns:a16="http://schemas.microsoft.com/office/drawing/2014/main" id="{539D88F9-B48F-F143-B90F-EDFB85A350E8}"/>
              </a:ext>
            </a:extLst>
          </p:cNvPr>
          <p:cNvSpPr txBox="1">
            <a:spLocks/>
          </p:cNvSpPr>
          <p:nvPr userDrawn="1"/>
        </p:nvSpPr>
        <p:spPr>
          <a:xfrm>
            <a:off x="504001" y="6536751"/>
            <a:ext cx="10155600" cy="138498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 defTabSz="1088558" rtl="0" eaLnBrk="1" latinLnBrk="0" hangingPunct="1">
              <a:spcBef>
                <a:spcPts val="1800"/>
              </a:spcBef>
              <a:buClr>
                <a:schemeClr val="accent1"/>
              </a:buClr>
              <a:buSzPct val="80000"/>
              <a:buFontTx/>
              <a:buNone/>
              <a:defRPr sz="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9964" indent="-179964" algn="l" defTabSz="1088558" rtl="0" eaLnBrk="1" latinLnBrk="0" hangingPunct="1">
              <a:spcBef>
                <a:spcPts val="600"/>
              </a:spcBef>
              <a:buClr>
                <a:schemeClr val="accent1"/>
              </a:buClr>
              <a:buSzPct val="100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79388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–"/>
              <a:defRPr lang="en-US" sz="18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892" indent="-179964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20000"/>
              <a:buFont typeface="Arial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39892" indent="0" algn="l" defTabSz="1088558" rtl="0" eaLnBrk="1" latinLnBrk="0" hangingPunct="1">
              <a:spcBef>
                <a:spcPts val="100"/>
              </a:spcBef>
              <a:buClr>
                <a:schemeClr val="tx1"/>
              </a:buClr>
              <a:buSzPct val="100000"/>
              <a:buFont typeface="Symbol" panose="05050102010706020507" pitchFamily="18" charset="2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3535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37814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08209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2637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sz="600" b="0" i="0" dirty="0">
                <a:latin typeface="72 Brand" panose="020B0504030603020204" pitchFamily="34" charset="0"/>
              </a:rPr>
              <a:t>Public</a:t>
            </a:r>
          </a:p>
        </p:txBody>
      </p:sp>
      <p:sp>
        <p:nvSpPr>
          <p:cNvPr id="3" name="Text Placeholder"/>
          <p:cNvSpPr>
            <a:spLocks noGrp="1"/>
          </p:cNvSpPr>
          <p:nvPr userDrawn="1">
            <p:ph type="body" idx="1"/>
          </p:nvPr>
        </p:nvSpPr>
        <p:spPr bwMode="black">
          <a:xfrm>
            <a:off x="504001" y="1548560"/>
            <a:ext cx="11186476" cy="478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dirty="0"/>
              <a:t>Start typing to add text without a bullet point. To add a bullet point, place the cursor at the start of this line and press tab.</a:t>
            </a:r>
            <a:endParaRPr lang="en-US" noProof="0" dirty="0"/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" name="Title Placeholder"/>
          <p:cNvSpPr>
            <a:spLocks noGrp="1"/>
          </p:cNvSpPr>
          <p:nvPr userDrawn="1">
            <p:ph type="title"/>
          </p:nvPr>
        </p:nvSpPr>
        <p:spPr bwMode="black">
          <a:xfrm>
            <a:off x="504001" y="504000"/>
            <a:ext cx="11186476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 noProof="0" dirty="0"/>
              <a:t>Insert page title (sentence case)</a:t>
            </a:r>
          </a:p>
        </p:txBody>
      </p:sp>
      <p:grpSp>
        <p:nvGrpSpPr>
          <p:cNvPr id="6" name="Harvey 3" hidden="1">
            <a:extLst>
              <a:ext uri="{FF2B5EF4-FFF2-40B4-BE49-F238E27FC236}">
                <a16:creationId xmlns:a16="http://schemas.microsoft.com/office/drawing/2014/main" id="{B3E7C216-6801-4AB8-8D95-E7D60F39B210}"/>
              </a:ext>
            </a:extLst>
          </p:cNvPr>
          <p:cNvGrpSpPr>
            <a:grpSpLocks/>
          </p:cNvGrpSpPr>
          <p:nvPr userDrawn="1">
            <p:custDataLst>
              <p:tags r:id="rId31"/>
            </p:custDataLst>
          </p:nvPr>
        </p:nvGrpSpPr>
        <p:grpSpPr>
          <a:xfrm>
            <a:off x="3938798" y="3978000"/>
            <a:ext cx="1024878" cy="1024878"/>
            <a:chOff x="0" y="0"/>
            <a:chExt cx="914400" cy="914400"/>
          </a:xfrm>
          <a:solidFill>
            <a:schemeClr val="accent1"/>
          </a:solidFill>
        </p:grpSpPr>
        <p:sp>
          <p:nvSpPr>
            <p:cNvPr id="7" name="Harvey 0/3 [0]">
              <a:extLst>
                <a:ext uri="{FF2B5EF4-FFF2-40B4-BE49-F238E27FC236}">
                  <a16:creationId xmlns:a16="http://schemas.microsoft.com/office/drawing/2014/main" id="{FC8CECD5-A3FB-4DD5-A846-DC09FDB6EB04}"/>
                </a:ext>
              </a:extLst>
            </p:cNvPr>
            <p:cNvSpPr>
              <a:spLocks noChangeAspect="1"/>
            </p:cNvSpPr>
            <p:nvPr>
              <p:custDataLst>
                <p:tags r:id="rId150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8" name="Harvey 1/3 [1]">
              <a:extLst>
                <a:ext uri="{FF2B5EF4-FFF2-40B4-BE49-F238E27FC236}">
                  <a16:creationId xmlns:a16="http://schemas.microsoft.com/office/drawing/2014/main" id="{750B853B-8389-4427-AFB9-1CE880FE9BEE}"/>
                </a:ext>
              </a:extLst>
            </p:cNvPr>
            <p:cNvSpPr>
              <a:spLocks noChangeAspect="1"/>
            </p:cNvSpPr>
            <p:nvPr>
              <p:custDataLst>
                <p:tags r:id="rId151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2463" y="476249"/>
                  </a:moveTo>
                  <a:arcTo wR="317500" hR="317500" stAng="1800000" swAng="144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9" name="Harvey 2/3 [2]">
              <a:extLst>
                <a:ext uri="{FF2B5EF4-FFF2-40B4-BE49-F238E27FC236}">
                  <a16:creationId xmlns:a16="http://schemas.microsoft.com/office/drawing/2014/main" id="{0CA9A207-7055-4A72-8ED2-D82605C3D0C8}"/>
                </a:ext>
              </a:extLst>
            </p:cNvPr>
            <p:cNvSpPr>
              <a:spLocks noChangeAspect="1"/>
            </p:cNvSpPr>
            <p:nvPr>
              <p:custDataLst>
                <p:tags r:id="rId152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2536" y="476250"/>
                  </a:moveTo>
                  <a:arcTo wR="317500" hR="317500" stAng="9000000" swAng="72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0" name="Harvey 3/3 [3]">
              <a:extLst>
                <a:ext uri="{FF2B5EF4-FFF2-40B4-BE49-F238E27FC236}">
                  <a16:creationId xmlns:a16="http://schemas.microsoft.com/office/drawing/2014/main" id="{4422C816-875A-41F5-9DC0-8DBAE4C5C6CB}"/>
                </a:ext>
              </a:extLst>
            </p:cNvPr>
            <p:cNvSpPr>
              <a:spLocks noChangeAspect="1"/>
            </p:cNvSpPr>
            <p:nvPr>
              <p:custDataLst>
                <p:tags r:id="rId153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</p:grpSp>
      <p:grpSp>
        <p:nvGrpSpPr>
          <p:cNvPr id="11" name="Harvey 4" hidden="1">
            <a:extLst>
              <a:ext uri="{FF2B5EF4-FFF2-40B4-BE49-F238E27FC236}">
                <a16:creationId xmlns:a16="http://schemas.microsoft.com/office/drawing/2014/main" id="{DDC5C333-7028-4F79-8940-98DC17723588}"/>
              </a:ext>
            </a:extLst>
          </p:cNvPr>
          <p:cNvGrpSpPr>
            <a:grpSpLocks/>
          </p:cNvGrpSpPr>
          <p:nvPr userDrawn="1">
            <p:custDataLst>
              <p:tags r:id="rId32"/>
            </p:custDataLst>
          </p:nvPr>
        </p:nvGrpSpPr>
        <p:grpSpPr>
          <a:xfrm>
            <a:off x="5391506" y="3978000"/>
            <a:ext cx="1024878" cy="1024878"/>
            <a:chOff x="0" y="0"/>
            <a:chExt cx="914400" cy="914400"/>
          </a:xfrm>
          <a:solidFill>
            <a:schemeClr val="accent1"/>
          </a:solidFill>
        </p:grpSpPr>
        <p:sp>
          <p:nvSpPr>
            <p:cNvPr id="13" name="Harvey 0/4 [0]">
              <a:extLst>
                <a:ext uri="{FF2B5EF4-FFF2-40B4-BE49-F238E27FC236}">
                  <a16:creationId xmlns:a16="http://schemas.microsoft.com/office/drawing/2014/main" id="{70B331E2-39A8-4BAF-8DDD-C631B51EB56E}"/>
                </a:ext>
              </a:extLst>
            </p:cNvPr>
            <p:cNvSpPr>
              <a:spLocks noChangeAspect="1"/>
            </p:cNvSpPr>
            <p:nvPr>
              <p:custDataLst>
                <p:tags r:id="rId145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4" name="Harvey 1/4 [1]">
              <a:extLst>
                <a:ext uri="{FF2B5EF4-FFF2-40B4-BE49-F238E27FC236}">
                  <a16:creationId xmlns:a16="http://schemas.microsoft.com/office/drawing/2014/main" id="{47F66FBA-2801-4875-BD13-0BF512FC3C6A}"/>
                </a:ext>
              </a:extLst>
            </p:cNvPr>
            <p:cNvSpPr>
              <a:spLocks noChangeAspect="1"/>
            </p:cNvSpPr>
            <p:nvPr>
              <p:custDataLst>
                <p:tags r:id="rId146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5" name="Harvey 2/4 [2]">
              <a:extLst>
                <a:ext uri="{FF2B5EF4-FFF2-40B4-BE49-F238E27FC236}">
                  <a16:creationId xmlns:a16="http://schemas.microsoft.com/office/drawing/2014/main" id="{99673DAB-5272-45DC-B222-CA8CAA9FD2BB}"/>
                </a:ext>
              </a:extLst>
            </p:cNvPr>
            <p:cNvSpPr>
              <a:spLocks noChangeAspect="1"/>
            </p:cNvSpPr>
            <p:nvPr>
              <p:custDataLst>
                <p:tags r:id="rId147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6" name="Harvey 3/4 [3]">
              <a:extLst>
                <a:ext uri="{FF2B5EF4-FFF2-40B4-BE49-F238E27FC236}">
                  <a16:creationId xmlns:a16="http://schemas.microsoft.com/office/drawing/2014/main" id="{F9B9444B-C98D-45FC-BA92-881D06827328}"/>
                </a:ext>
              </a:extLst>
            </p:cNvPr>
            <p:cNvSpPr>
              <a:spLocks noChangeAspect="1"/>
            </p:cNvSpPr>
            <p:nvPr>
              <p:custDataLst>
                <p:tags r:id="rId148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7" name="Harvey 4/4 [4]">
              <a:extLst>
                <a:ext uri="{FF2B5EF4-FFF2-40B4-BE49-F238E27FC236}">
                  <a16:creationId xmlns:a16="http://schemas.microsoft.com/office/drawing/2014/main" id="{5FFB853D-F550-4F16-8269-A070A19E381C}"/>
                </a:ext>
              </a:extLst>
            </p:cNvPr>
            <p:cNvSpPr>
              <a:spLocks noChangeAspect="1"/>
            </p:cNvSpPr>
            <p:nvPr>
              <p:custDataLst>
                <p:tags r:id="rId149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</p:grpSp>
      <p:grpSp>
        <p:nvGrpSpPr>
          <p:cNvPr id="18" name="Harvey 8" hidden="1">
            <a:extLst>
              <a:ext uri="{FF2B5EF4-FFF2-40B4-BE49-F238E27FC236}">
                <a16:creationId xmlns:a16="http://schemas.microsoft.com/office/drawing/2014/main" id="{0630AB66-7B5F-41CE-A2EB-2EB4C67794AE}"/>
              </a:ext>
            </a:extLst>
          </p:cNvPr>
          <p:cNvGrpSpPr>
            <a:grpSpLocks/>
          </p:cNvGrpSpPr>
          <p:nvPr userDrawn="1">
            <p:custDataLst>
              <p:tags r:id="rId33"/>
            </p:custDataLst>
          </p:nvPr>
        </p:nvGrpSpPr>
        <p:grpSpPr>
          <a:xfrm>
            <a:off x="6844214" y="3978000"/>
            <a:ext cx="1024878" cy="1024878"/>
            <a:chOff x="0" y="0"/>
            <a:chExt cx="914400" cy="914400"/>
          </a:xfrm>
          <a:solidFill>
            <a:schemeClr val="accent1"/>
          </a:solidFill>
        </p:grpSpPr>
        <p:sp>
          <p:nvSpPr>
            <p:cNvPr id="19" name="Harvey 0/8 [0]">
              <a:extLst>
                <a:ext uri="{FF2B5EF4-FFF2-40B4-BE49-F238E27FC236}">
                  <a16:creationId xmlns:a16="http://schemas.microsoft.com/office/drawing/2014/main" id="{051D5678-1EFE-40CF-8563-B5E9EA35A271}"/>
                </a:ext>
              </a:extLst>
            </p:cNvPr>
            <p:cNvSpPr>
              <a:spLocks noChangeAspect="1"/>
            </p:cNvSpPr>
            <p:nvPr>
              <p:custDataLst>
                <p:tags r:id="rId136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0" name="Harvey 1/8 [1]">
              <a:extLst>
                <a:ext uri="{FF2B5EF4-FFF2-40B4-BE49-F238E27FC236}">
                  <a16:creationId xmlns:a16="http://schemas.microsoft.com/office/drawing/2014/main" id="{E5DDEB4B-B8B3-42DA-AF30-4FD0A1770D91}"/>
                </a:ext>
              </a:extLst>
            </p:cNvPr>
            <p:cNvSpPr>
              <a:spLocks noChangeAspect="1"/>
            </p:cNvSpPr>
            <p:nvPr>
              <p:custDataLst>
                <p:tags r:id="rId137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7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2006" y="92993"/>
                  </a:moveTo>
                  <a:arcTo wR="317500" hR="317500" stAng="-2700000" swAng="189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1" name="Harvey 2/8 [2]">
              <a:extLst>
                <a:ext uri="{FF2B5EF4-FFF2-40B4-BE49-F238E27FC236}">
                  <a16:creationId xmlns:a16="http://schemas.microsoft.com/office/drawing/2014/main" id="{FB9200C4-0418-4CEF-BBB8-18F997AD7CA8}"/>
                </a:ext>
              </a:extLst>
            </p:cNvPr>
            <p:cNvSpPr>
              <a:spLocks noChangeAspect="1"/>
            </p:cNvSpPr>
            <p:nvPr>
              <p:custDataLst>
                <p:tags r:id="rId138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2" name="Harvey 3/8 [3]">
              <a:extLst>
                <a:ext uri="{FF2B5EF4-FFF2-40B4-BE49-F238E27FC236}">
                  <a16:creationId xmlns:a16="http://schemas.microsoft.com/office/drawing/2014/main" id="{8E4DE7E8-0809-4E2E-BE6A-E989A6AEBF62}"/>
                </a:ext>
              </a:extLst>
            </p:cNvPr>
            <p:cNvSpPr>
              <a:spLocks noChangeAspect="1"/>
            </p:cNvSpPr>
            <p:nvPr>
              <p:custDataLst>
                <p:tags r:id="rId139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1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2006" y="542006"/>
                  </a:moveTo>
                  <a:arcTo wR="317500" hR="317500" stAng="2700000" swAng="135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3" name="Harvey 4/8 [4]">
              <a:extLst>
                <a:ext uri="{FF2B5EF4-FFF2-40B4-BE49-F238E27FC236}">
                  <a16:creationId xmlns:a16="http://schemas.microsoft.com/office/drawing/2014/main" id="{F839E6A9-0DED-402B-8F4C-2176769B55CD}"/>
                </a:ext>
              </a:extLst>
            </p:cNvPr>
            <p:cNvSpPr>
              <a:spLocks noChangeAspect="1"/>
            </p:cNvSpPr>
            <p:nvPr>
              <p:custDataLst>
                <p:tags r:id="rId140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4" name="Harvey 5/8 [5]">
              <a:extLst>
                <a:ext uri="{FF2B5EF4-FFF2-40B4-BE49-F238E27FC236}">
                  <a16:creationId xmlns:a16="http://schemas.microsoft.com/office/drawing/2014/main" id="{C3EE8663-AD08-4237-8344-6543EC4B688C}"/>
                </a:ext>
              </a:extLst>
            </p:cNvPr>
            <p:cNvSpPr>
              <a:spLocks noChangeAspect="1"/>
            </p:cNvSpPr>
            <p:nvPr>
              <p:custDataLst>
                <p:tags r:id="rId141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5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2993" y="542006"/>
                  </a:moveTo>
                  <a:arcTo wR="317500" hR="317500" stAng="8100000" swAng="81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5" name="Harvey 6/8 [6]">
              <a:extLst>
                <a:ext uri="{FF2B5EF4-FFF2-40B4-BE49-F238E27FC236}">
                  <a16:creationId xmlns:a16="http://schemas.microsoft.com/office/drawing/2014/main" id="{ADE6F931-D156-4E59-A3ED-0B14B5F0EF7E}"/>
                </a:ext>
              </a:extLst>
            </p:cNvPr>
            <p:cNvSpPr>
              <a:spLocks noChangeAspect="1"/>
            </p:cNvSpPr>
            <p:nvPr>
              <p:custDataLst>
                <p:tags r:id="rId142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6" name="Harvey 7/8 [7]">
              <a:extLst>
                <a:ext uri="{FF2B5EF4-FFF2-40B4-BE49-F238E27FC236}">
                  <a16:creationId xmlns:a16="http://schemas.microsoft.com/office/drawing/2014/main" id="{A36821AE-2FF1-4F6E-AAF3-1BEA6AE153B8}"/>
                </a:ext>
              </a:extLst>
            </p:cNvPr>
            <p:cNvSpPr>
              <a:spLocks noChangeAspect="1"/>
            </p:cNvSpPr>
            <p:nvPr>
              <p:custDataLst>
                <p:tags r:id="rId143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9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2993" y="92993"/>
                  </a:moveTo>
                  <a:arcTo wR="317500" hR="317500" stAng="13500000" swAng="27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7" name="Harvey 8/8 [8]">
              <a:extLst>
                <a:ext uri="{FF2B5EF4-FFF2-40B4-BE49-F238E27FC236}">
                  <a16:creationId xmlns:a16="http://schemas.microsoft.com/office/drawing/2014/main" id="{2D277E47-45D5-4503-8443-BED560C6560A}"/>
                </a:ext>
              </a:extLst>
            </p:cNvPr>
            <p:cNvSpPr>
              <a:spLocks noChangeAspect="1"/>
            </p:cNvSpPr>
            <p:nvPr>
              <p:custDataLst>
                <p:tags r:id="rId144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</p:grpSp>
      <p:grpSp>
        <p:nvGrpSpPr>
          <p:cNvPr id="28" name="Harvey 100" hidden="1">
            <a:extLst>
              <a:ext uri="{FF2B5EF4-FFF2-40B4-BE49-F238E27FC236}">
                <a16:creationId xmlns:a16="http://schemas.microsoft.com/office/drawing/2014/main" id="{6D5D9337-395C-4FE4-97E6-E1CD47A644E9}"/>
              </a:ext>
            </a:extLst>
          </p:cNvPr>
          <p:cNvGrpSpPr/>
          <p:nvPr userDrawn="1">
            <p:custDataLst>
              <p:tags r:id="rId34"/>
            </p:custDataLst>
          </p:nvPr>
        </p:nvGrpSpPr>
        <p:grpSpPr>
          <a:xfrm>
            <a:off x="8296922" y="3978000"/>
            <a:ext cx="1024878" cy="1024878"/>
            <a:chOff x="4334905" y="3282696"/>
            <a:chExt cx="292608" cy="292608"/>
          </a:xfrm>
          <a:solidFill>
            <a:schemeClr val="accent1"/>
          </a:solidFill>
        </p:grpSpPr>
        <p:sp>
          <p:nvSpPr>
            <p:cNvPr id="29" name="Harvey 0/100 [0]">
              <a:extLst>
                <a:ext uri="{FF2B5EF4-FFF2-40B4-BE49-F238E27FC236}">
                  <a16:creationId xmlns:a16="http://schemas.microsoft.com/office/drawing/2014/main" id="{C2D4C837-2D4B-4D6B-81F8-9B001989609B}"/>
                </a:ext>
              </a:extLst>
            </p:cNvPr>
            <p:cNvSpPr>
              <a:spLocks noChangeAspect="1"/>
            </p:cNvSpPr>
            <p:nvPr>
              <p:custDataLst>
                <p:tags r:id="rId3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30" name="Harvey 1/100 [1]">
              <a:extLst>
                <a:ext uri="{FF2B5EF4-FFF2-40B4-BE49-F238E27FC236}">
                  <a16:creationId xmlns:a16="http://schemas.microsoft.com/office/drawing/2014/main" id="{BACD6AAA-4A1C-46BE-B491-9A4A9C7C56F3}"/>
                </a:ext>
              </a:extLst>
            </p:cNvPr>
            <p:cNvSpPr>
              <a:spLocks noChangeAspect="1"/>
            </p:cNvSpPr>
            <p:nvPr>
              <p:custDataLst>
                <p:tags r:id="rId3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37435" y="626"/>
                  </a:moveTo>
                  <a:arcTo wR="317500" hR="317500" stAng="-5184000" swAng="2138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31" name="Harvey 2/100 [2]">
              <a:extLst>
                <a:ext uri="{FF2B5EF4-FFF2-40B4-BE49-F238E27FC236}">
                  <a16:creationId xmlns:a16="http://schemas.microsoft.com/office/drawing/2014/main" id="{701024C3-4DEF-477C-9CFB-100E0303499E}"/>
                </a:ext>
              </a:extLst>
            </p:cNvPr>
            <p:cNvSpPr>
              <a:spLocks noChangeAspect="1"/>
            </p:cNvSpPr>
            <p:nvPr>
              <p:custDataLst>
                <p:tags r:id="rId3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57293" y="2503"/>
                  </a:moveTo>
                  <a:arcTo wR="317500" hR="317500" stAng="-4968000" swAng="2116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32" name="Harvey 3/100 [3]">
              <a:extLst>
                <a:ext uri="{FF2B5EF4-FFF2-40B4-BE49-F238E27FC236}">
                  <a16:creationId xmlns:a16="http://schemas.microsoft.com/office/drawing/2014/main" id="{46A461CD-8D28-4422-AF2A-8267EFA51CAD}"/>
                </a:ext>
              </a:extLst>
            </p:cNvPr>
            <p:cNvSpPr>
              <a:spLocks noChangeAspect="1"/>
            </p:cNvSpPr>
            <p:nvPr>
              <p:custDataLst>
                <p:tags r:id="rId3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4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76993" y="5623"/>
                  </a:moveTo>
                  <a:arcTo wR="317500" hR="317500" stAng="-4752000" swAng="2095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33" name="Harvey 4/100 [4]">
              <a:extLst>
                <a:ext uri="{FF2B5EF4-FFF2-40B4-BE49-F238E27FC236}">
                  <a16:creationId xmlns:a16="http://schemas.microsoft.com/office/drawing/2014/main" id="{0A337C3A-F021-437D-9E3D-FDE5AF266029}"/>
                </a:ext>
              </a:extLst>
            </p:cNvPr>
            <p:cNvSpPr>
              <a:spLocks noChangeAspect="1"/>
            </p:cNvSpPr>
            <p:nvPr>
              <p:custDataLst>
                <p:tags r:id="rId3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6459" y="9974"/>
                  </a:moveTo>
                  <a:arcTo wR="317500" hR="317500" stAng="-4536000" swAng="20735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35" name="Harvey 5/100 [5]">
              <a:extLst>
                <a:ext uri="{FF2B5EF4-FFF2-40B4-BE49-F238E27FC236}">
                  <a16:creationId xmlns:a16="http://schemas.microsoft.com/office/drawing/2014/main" id="{BDF66AF7-3D75-4118-B7E6-241B2C41B2C9}"/>
                </a:ext>
              </a:extLst>
            </p:cNvPr>
            <p:cNvSpPr>
              <a:spLocks noChangeAspect="1"/>
            </p:cNvSpPr>
            <p:nvPr>
              <p:custDataLst>
                <p:tags r:id="rId4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15612" y="15539"/>
                  </a:moveTo>
                  <a:arcTo wR="317500" hR="317500" stAng="-4320000" swAng="2052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36" name="Harvey 6/100 [6]">
              <a:extLst>
                <a:ext uri="{FF2B5EF4-FFF2-40B4-BE49-F238E27FC236}">
                  <a16:creationId xmlns:a16="http://schemas.microsoft.com/office/drawing/2014/main" id="{E74E7438-4315-4097-9BA7-F0CE3252AC14}"/>
                </a:ext>
              </a:extLst>
            </p:cNvPr>
            <p:cNvSpPr>
              <a:spLocks noChangeAspect="1"/>
            </p:cNvSpPr>
            <p:nvPr>
              <p:custDataLst>
                <p:tags r:id="rId4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95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34379" y="22295"/>
                  </a:moveTo>
                  <a:arcTo wR="317500" hR="317500" stAng="-4104000" swAng="2030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37" name="Harvey 7/100 [7]">
              <a:extLst>
                <a:ext uri="{FF2B5EF4-FFF2-40B4-BE49-F238E27FC236}">
                  <a16:creationId xmlns:a16="http://schemas.microsoft.com/office/drawing/2014/main" id="{FEBA4E91-97BB-4DAC-B193-66FA4828DB26}"/>
                </a:ext>
              </a:extLst>
            </p:cNvPr>
            <p:cNvSpPr>
              <a:spLocks noChangeAspect="1"/>
            </p:cNvSpPr>
            <p:nvPr>
              <p:custDataLst>
                <p:tags r:id="rId4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52684" y="30217"/>
                  </a:moveTo>
                  <a:arcTo wR="317500" hR="317500" stAng="-3888000" swAng="2008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38" name="Harvey 8/100 [8]">
              <a:extLst>
                <a:ext uri="{FF2B5EF4-FFF2-40B4-BE49-F238E27FC236}">
                  <a16:creationId xmlns:a16="http://schemas.microsoft.com/office/drawing/2014/main" id="{EEB85E02-177B-40CF-B926-A4423CC7C827}"/>
                </a:ext>
              </a:extLst>
            </p:cNvPr>
            <p:cNvSpPr>
              <a:spLocks noChangeAspect="1"/>
            </p:cNvSpPr>
            <p:nvPr>
              <p:custDataLst>
                <p:tags r:id="rId4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70456" y="39272"/>
                  </a:moveTo>
                  <a:arcTo wR="317500" hR="317500" stAng="-3672000" swAng="1987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39" name="Harvey 9/100 [9]">
              <a:extLst>
                <a:ext uri="{FF2B5EF4-FFF2-40B4-BE49-F238E27FC236}">
                  <a16:creationId xmlns:a16="http://schemas.microsoft.com/office/drawing/2014/main" id="{C133BC7F-B0E3-404F-92D1-BB930C4F3311}"/>
                </a:ext>
              </a:extLst>
            </p:cNvPr>
            <p:cNvSpPr>
              <a:spLocks noChangeAspect="1"/>
            </p:cNvSpPr>
            <p:nvPr>
              <p:custDataLst>
                <p:tags r:id="rId4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87625" y="49425"/>
                  </a:moveTo>
                  <a:arcTo wR="317500" hR="317500" stAng="-3456000" swAng="1965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40" name="Harvey 10/100 [10]">
              <a:extLst>
                <a:ext uri="{FF2B5EF4-FFF2-40B4-BE49-F238E27FC236}">
                  <a16:creationId xmlns:a16="http://schemas.microsoft.com/office/drawing/2014/main" id="{F2FB72A6-CDF7-48B3-A3B8-5A5FC061802C}"/>
                </a:ext>
              </a:extLst>
            </p:cNvPr>
            <p:cNvSpPr>
              <a:spLocks noChangeAspect="1"/>
            </p:cNvSpPr>
            <p:nvPr>
              <p:custDataLst>
                <p:tags r:id="rId4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04121" y="60637"/>
                  </a:moveTo>
                  <a:arcTo wR="317500" hR="317500" stAng="-3240000" swAng="1944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41" name="Harvey 11/100 [11]">
              <a:extLst>
                <a:ext uri="{FF2B5EF4-FFF2-40B4-BE49-F238E27FC236}">
                  <a16:creationId xmlns:a16="http://schemas.microsoft.com/office/drawing/2014/main" id="{F3110C8B-1B18-4579-AB3F-0F4A0840CF38}"/>
                </a:ext>
              </a:extLst>
            </p:cNvPr>
            <p:cNvSpPr>
              <a:spLocks noChangeAspect="1"/>
            </p:cNvSpPr>
            <p:nvPr>
              <p:custDataLst>
                <p:tags r:id="rId4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3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19882" y="72862"/>
                  </a:moveTo>
                  <a:arcTo wR="317500" hR="317500" stAng="-3024000" swAng="1922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42" name="Harvey 12/100 [12]">
              <a:extLst>
                <a:ext uri="{FF2B5EF4-FFF2-40B4-BE49-F238E27FC236}">
                  <a16:creationId xmlns:a16="http://schemas.microsoft.com/office/drawing/2014/main" id="{84A1B722-E5AC-45F7-9498-7FF502B6FA2B}"/>
                </a:ext>
              </a:extLst>
            </p:cNvPr>
            <p:cNvSpPr>
              <a:spLocks noChangeAspect="1"/>
            </p:cNvSpPr>
            <p:nvPr>
              <p:custDataLst>
                <p:tags r:id="rId4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591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34843" y="86052"/>
                  </a:moveTo>
                  <a:arcTo wR="317500" hR="317500" stAng="-2808000" swAng="1900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43" name="Harvey 13/100 [13]">
              <a:extLst>
                <a:ext uri="{FF2B5EF4-FFF2-40B4-BE49-F238E27FC236}">
                  <a16:creationId xmlns:a16="http://schemas.microsoft.com/office/drawing/2014/main" id="{A5599F20-B957-4DF9-8B04-F2B77AAF0BDB}"/>
                </a:ext>
              </a:extLst>
            </p:cNvPr>
            <p:cNvSpPr>
              <a:spLocks noChangeAspect="1"/>
            </p:cNvSpPr>
            <p:nvPr>
              <p:custDataLst>
                <p:tags r:id="rId4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8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8947" y="100156"/>
                  </a:moveTo>
                  <a:arcTo wR="317500" hR="317500" stAng="-2591999" swAng="1879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44" name="Harvey 14/100 [14]">
              <a:extLst>
                <a:ext uri="{FF2B5EF4-FFF2-40B4-BE49-F238E27FC236}">
                  <a16:creationId xmlns:a16="http://schemas.microsoft.com/office/drawing/2014/main" id="{F74357FC-EB3D-46C4-B56A-5007C9F4FB84}"/>
                </a:ext>
              </a:extLst>
            </p:cNvPr>
            <p:cNvSpPr>
              <a:spLocks noChangeAspect="1"/>
            </p:cNvSpPr>
            <p:nvPr>
              <p:custDataLst>
                <p:tags r:id="rId4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0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137" y="115117"/>
                  </a:moveTo>
                  <a:arcTo wR="317500" hR="317500" stAng="-2375999" swAng="1857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45" name="Harvey 15/100 [15]">
              <a:extLst>
                <a:ext uri="{FF2B5EF4-FFF2-40B4-BE49-F238E27FC236}">
                  <a16:creationId xmlns:a16="http://schemas.microsoft.com/office/drawing/2014/main" id="{32E8E8F3-9DBC-46F4-9700-CAF071913650}"/>
                </a:ext>
              </a:extLst>
            </p:cNvPr>
            <p:cNvSpPr>
              <a:spLocks noChangeAspect="1"/>
            </p:cNvSpPr>
            <p:nvPr>
              <p:custDataLst>
                <p:tags r:id="rId5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2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74362" y="130878"/>
                  </a:moveTo>
                  <a:arcTo wR="317500" hR="317500" stAng="-2160000" swAng="1836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46" name="Harvey 16/100 [16]">
              <a:extLst>
                <a:ext uri="{FF2B5EF4-FFF2-40B4-BE49-F238E27FC236}">
                  <a16:creationId xmlns:a16="http://schemas.microsoft.com/office/drawing/2014/main" id="{71360883-3CF3-4439-9568-E456C60454A8}"/>
                </a:ext>
              </a:extLst>
            </p:cNvPr>
            <p:cNvSpPr>
              <a:spLocks noChangeAspect="1"/>
            </p:cNvSpPr>
            <p:nvPr>
              <p:custDataLst>
                <p:tags r:id="rId5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4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85574" y="147374"/>
                  </a:moveTo>
                  <a:arcTo wR="317500" hR="317500" stAng="-1944000" swAng="1814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47" name="Harvey 17/100 [17]">
              <a:extLst>
                <a:ext uri="{FF2B5EF4-FFF2-40B4-BE49-F238E27FC236}">
                  <a16:creationId xmlns:a16="http://schemas.microsoft.com/office/drawing/2014/main" id="{AE88FC9E-FB95-4413-AE3E-B8BF504735B5}"/>
                </a:ext>
              </a:extLst>
            </p:cNvPr>
            <p:cNvSpPr>
              <a:spLocks noChangeAspect="1"/>
            </p:cNvSpPr>
            <p:nvPr>
              <p:custDataLst>
                <p:tags r:id="rId5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6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5727" y="164543"/>
                  </a:moveTo>
                  <a:arcTo wR="317500" hR="317500" stAng="-1727999" swAng="1792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48" name="Harvey 18/100 [18]">
              <a:extLst>
                <a:ext uri="{FF2B5EF4-FFF2-40B4-BE49-F238E27FC236}">
                  <a16:creationId xmlns:a16="http://schemas.microsoft.com/office/drawing/2014/main" id="{62593B83-E4BE-4CE8-9B0B-25AF9B7D4254}"/>
                </a:ext>
              </a:extLst>
            </p:cNvPr>
            <p:cNvSpPr>
              <a:spLocks noChangeAspect="1"/>
            </p:cNvSpPr>
            <p:nvPr>
              <p:custDataLst>
                <p:tags r:id="rId5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8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4782" y="182315"/>
                  </a:moveTo>
                  <a:arcTo wR="317500" hR="317500" stAng="-1512000" swAng="1771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49" name="Harvey 19/100 [19]">
              <a:extLst>
                <a:ext uri="{FF2B5EF4-FFF2-40B4-BE49-F238E27FC236}">
                  <a16:creationId xmlns:a16="http://schemas.microsoft.com/office/drawing/2014/main" id="{CD41838E-0172-403D-9B68-FD51310F5400}"/>
                </a:ext>
              </a:extLst>
            </p:cNvPr>
            <p:cNvSpPr>
              <a:spLocks noChangeAspect="1"/>
            </p:cNvSpPr>
            <p:nvPr>
              <p:custDataLst>
                <p:tags r:id="rId5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1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2704" y="200620"/>
                  </a:moveTo>
                  <a:arcTo wR="317500" hR="317500" stAng="-1295999" swAng="1749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50" name="Harvey 20/100 [20]">
              <a:extLst>
                <a:ext uri="{FF2B5EF4-FFF2-40B4-BE49-F238E27FC236}">
                  <a16:creationId xmlns:a16="http://schemas.microsoft.com/office/drawing/2014/main" id="{EDE3F4CF-CB3E-40C2-B070-AC09F1E8FBD5}"/>
                </a:ext>
              </a:extLst>
            </p:cNvPr>
            <p:cNvSpPr>
              <a:spLocks noChangeAspect="1"/>
            </p:cNvSpPr>
            <p:nvPr>
              <p:custDataLst>
                <p:tags r:id="rId5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3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9460" y="219387"/>
                  </a:moveTo>
                  <a:arcTo wR="317500" hR="317500" stAng="-1080000" swAng="1728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51" name="Harvey 21/100 [21]">
              <a:extLst>
                <a:ext uri="{FF2B5EF4-FFF2-40B4-BE49-F238E27FC236}">
                  <a16:creationId xmlns:a16="http://schemas.microsoft.com/office/drawing/2014/main" id="{CD8E25E7-83D2-4F78-92A7-435281704491}"/>
                </a:ext>
              </a:extLst>
            </p:cNvPr>
            <p:cNvSpPr>
              <a:spLocks noChangeAspect="1"/>
            </p:cNvSpPr>
            <p:nvPr>
              <p:custDataLst>
                <p:tags r:id="rId5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5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5025" y="238540"/>
                  </a:moveTo>
                  <a:arcTo wR="317500" hR="317500" stAng="-864000" swAng="1706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52" name="Harvey 22/100 [22]">
              <a:extLst>
                <a:ext uri="{FF2B5EF4-FFF2-40B4-BE49-F238E27FC236}">
                  <a16:creationId xmlns:a16="http://schemas.microsoft.com/office/drawing/2014/main" id="{C6A696FB-9EFC-47F6-9860-247C48C1FC3D}"/>
                </a:ext>
              </a:extLst>
            </p:cNvPr>
            <p:cNvSpPr>
              <a:spLocks noChangeAspect="1"/>
            </p:cNvSpPr>
            <p:nvPr>
              <p:custDataLst>
                <p:tags r:id="rId5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7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9376" y="258006"/>
                  </a:moveTo>
                  <a:arcTo wR="317500" hR="317500" stAng="-647999" swAng="1684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53" name="Harvey 23/100 [23]">
              <a:extLst>
                <a:ext uri="{FF2B5EF4-FFF2-40B4-BE49-F238E27FC236}">
                  <a16:creationId xmlns:a16="http://schemas.microsoft.com/office/drawing/2014/main" id="{252958D2-EE89-4FBF-BF7B-C8AFAD704413}"/>
                </a:ext>
              </a:extLst>
            </p:cNvPr>
            <p:cNvSpPr>
              <a:spLocks noChangeAspect="1"/>
            </p:cNvSpPr>
            <p:nvPr>
              <p:custDataLst>
                <p:tags r:id="rId5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9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2496" y="277706"/>
                  </a:moveTo>
                  <a:arcTo wR="317500" hR="317500" stAng="-432000" swAng="1663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54" name="Harvey 24/100 [24]">
              <a:extLst>
                <a:ext uri="{FF2B5EF4-FFF2-40B4-BE49-F238E27FC236}">
                  <a16:creationId xmlns:a16="http://schemas.microsoft.com/office/drawing/2014/main" id="{314E82DC-04B6-406C-9D65-1115F4D2AA22}"/>
                </a:ext>
              </a:extLst>
            </p:cNvPr>
            <p:cNvSpPr>
              <a:spLocks noChangeAspect="1"/>
            </p:cNvSpPr>
            <p:nvPr>
              <p:custDataLst>
                <p:tags r:id="rId5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18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4373" y="297564"/>
                  </a:moveTo>
                  <a:arcTo wR="317500" hR="317500" stAng="-216000" swAng="1641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55" name="Harvey 25/100 [25]">
              <a:extLst>
                <a:ext uri="{FF2B5EF4-FFF2-40B4-BE49-F238E27FC236}">
                  <a16:creationId xmlns:a16="http://schemas.microsoft.com/office/drawing/2014/main" id="{669D1B60-A74F-4296-8610-F3DCDDC15022}"/>
                </a:ext>
              </a:extLst>
            </p:cNvPr>
            <p:cNvSpPr>
              <a:spLocks noChangeAspect="1"/>
            </p:cNvSpPr>
            <p:nvPr>
              <p:custDataLst>
                <p:tags r:id="rId6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56" name="Harvey 26/100 [26]">
              <a:extLst>
                <a:ext uri="{FF2B5EF4-FFF2-40B4-BE49-F238E27FC236}">
                  <a16:creationId xmlns:a16="http://schemas.microsoft.com/office/drawing/2014/main" id="{FF6DD112-04B6-4656-AB9D-1F9950FEE2D9}"/>
                </a:ext>
              </a:extLst>
            </p:cNvPr>
            <p:cNvSpPr>
              <a:spLocks noChangeAspect="1"/>
            </p:cNvSpPr>
            <p:nvPr>
              <p:custDataLst>
                <p:tags r:id="rId6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6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4373" y="337435"/>
                  </a:moveTo>
                  <a:arcTo wR="317500" hR="317500" stAng="216000" swAng="1598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57" name="Harvey 27/100 [27]">
              <a:extLst>
                <a:ext uri="{FF2B5EF4-FFF2-40B4-BE49-F238E27FC236}">
                  <a16:creationId xmlns:a16="http://schemas.microsoft.com/office/drawing/2014/main" id="{E2928B53-FC5C-427C-AE65-9286773D84B2}"/>
                </a:ext>
              </a:extLst>
            </p:cNvPr>
            <p:cNvSpPr>
              <a:spLocks noChangeAspect="1"/>
            </p:cNvSpPr>
            <p:nvPr>
              <p:custDataLst>
                <p:tags r:id="rId6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8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2496" y="357293"/>
                  </a:moveTo>
                  <a:arcTo wR="317500" hR="317500" stAng="432000" swAng="1576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58" name="Harvey 28/100 [28]">
              <a:extLst>
                <a:ext uri="{FF2B5EF4-FFF2-40B4-BE49-F238E27FC236}">
                  <a16:creationId xmlns:a16="http://schemas.microsoft.com/office/drawing/2014/main" id="{D8CF4F20-8FEC-47FF-9B86-E818143B2C19}"/>
                </a:ext>
              </a:extLst>
            </p:cNvPr>
            <p:cNvSpPr>
              <a:spLocks noChangeAspect="1"/>
            </p:cNvSpPr>
            <p:nvPr>
              <p:custDataLst>
                <p:tags r:id="rId6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0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9376" y="376993"/>
                  </a:moveTo>
                  <a:arcTo wR="317500" hR="317500" stAng="648000" swAng="1555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59" name="Harvey 29/100 [29]">
              <a:extLst>
                <a:ext uri="{FF2B5EF4-FFF2-40B4-BE49-F238E27FC236}">
                  <a16:creationId xmlns:a16="http://schemas.microsoft.com/office/drawing/2014/main" id="{E1AF074D-4599-4D0E-8078-66303FEBDE44}"/>
                </a:ext>
              </a:extLst>
            </p:cNvPr>
            <p:cNvSpPr>
              <a:spLocks noChangeAspect="1"/>
            </p:cNvSpPr>
            <p:nvPr>
              <p:custDataLst>
                <p:tags r:id="rId6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26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5025" y="396459"/>
                  </a:moveTo>
                  <a:arcTo wR="317500" hR="317500" stAng="863999" swAng="1533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60" name="Harvey 30/100 [30]">
              <a:extLst>
                <a:ext uri="{FF2B5EF4-FFF2-40B4-BE49-F238E27FC236}">
                  <a16:creationId xmlns:a16="http://schemas.microsoft.com/office/drawing/2014/main" id="{2DF9C982-C062-4899-8A5F-20F49AD9E1B5}"/>
                </a:ext>
              </a:extLst>
            </p:cNvPr>
            <p:cNvSpPr>
              <a:spLocks noChangeAspect="1"/>
            </p:cNvSpPr>
            <p:nvPr>
              <p:custDataLst>
                <p:tags r:id="rId6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4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9460" y="415612"/>
                  </a:moveTo>
                  <a:arcTo wR="317500" hR="317500" stAng="1080000" swAng="1511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61" name="Harvey 31/100 [31]">
              <a:extLst>
                <a:ext uri="{FF2B5EF4-FFF2-40B4-BE49-F238E27FC236}">
                  <a16:creationId xmlns:a16="http://schemas.microsoft.com/office/drawing/2014/main" id="{E98CD797-9DD9-4143-9058-D1ABF95E7406}"/>
                </a:ext>
              </a:extLst>
            </p:cNvPr>
            <p:cNvSpPr>
              <a:spLocks noChangeAspect="1"/>
            </p:cNvSpPr>
            <p:nvPr>
              <p:custDataLst>
                <p:tags r:id="rId6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6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2704" y="434379"/>
                  </a:moveTo>
                  <a:arcTo wR="317500" hR="317500" stAng="1295999" swAng="1490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62" name="Harvey 32/100 [32]">
              <a:extLst>
                <a:ext uri="{FF2B5EF4-FFF2-40B4-BE49-F238E27FC236}">
                  <a16:creationId xmlns:a16="http://schemas.microsoft.com/office/drawing/2014/main" id="{39029FE4-844F-47DA-8FEF-FB68673FF10C}"/>
                </a:ext>
              </a:extLst>
            </p:cNvPr>
            <p:cNvSpPr>
              <a:spLocks noChangeAspect="1"/>
            </p:cNvSpPr>
            <p:nvPr>
              <p:custDataLst>
                <p:tags r:id="rId6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9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4782" y="452684"/>
                  </a:moveTo>
                  <a:arcTo wR="317500" hR="317500" stAng="1512000" swAng="1468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63" name="Harvey 33/100 [33]">
              <a:extLst>
                <a:ext uri="{FF2B5EF4-FFF2-40B4-BE49-F238E27FC236}">
                  <a16:creationId xmlns:a16="http://schemas.microsoft.com/office/drawing/2014/main" id="{B99AA4D4-9C74-447B-89EF-8FD268FF95EE}"/>
                </a:ext>
              </a:extLst>
            </p:cNvPr>
            <p:cNvSpPr>
              <a:spLocks noChangeAspect="1"/>
            </p:cNvSpPr>
            <p:nvPr>
              <p:custDataLst>
                <p:tags r:id="rId6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1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5727" y="470456"/>
                  </a:moveTo>
                  <a:arcTo wR="317500" hR="317500" stAng="1728000" swAng="1447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64" name="Harvey 34/100 [34]">
              <a:extLst>
                <a:ext uri="{FF2B5EF4-FFF2-40B4-BE49-F238E27FC236}">
                  <a16:creationId xmlns:a16="http://schemas.microsoft.com/office/drawing/2014/main" id="{0880CCDE-4DDE-49A8-AFB2-FDDCE314B4D3}"/>
                </a:ext>
              </a:extLst>
            </p:cNvPr>
            <p:cNvSpPr>
              <a:spLocks noChangeAspect="1"/>
            </p:cNvSpPr>
            <p:nvPr>
              <p:custDataLst>
                <p:tags r:id="rId6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3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85574" y="487625"/>
                  </a:moveTo>
                  <a:arcTo wR="317500" hR="317500" stAng="1944000" swAng="14255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65" name="Harvey 35/100 [35]">
              <a:extLst>
                <a:ext uri="{FF2B5EF4-FFF2-40B4-BE49-F238E27FC236}">
                  <a16:creationId xmlns:a16="http://schemas.microsoft.com/office/drawing/2014/main" id="{F37E834A-F9D8-4623-BC85-60359856CCD0}"/>
                </a:ext>
              </a:extLst>
            </p:cNvPr>
            <p:cNvSpPr>
              <a:spLocks noChangeAspect="1"/>
            </p:cNvSpPr>
            <p:nvPr>
              <p:custDataLst>
                <p:tags r:id="rId7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559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74362" y="504121"/>
                  </a:moveTo>
                  <a:arcTo wR="317500" hR="317500" stAng="2159999" swAng="1404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66" name="Harvey 36/100 [36]">
              <a:extLst>
                <a:ext uri="{FF2B5EF4-FFF2-40B4-BE49-F238E27FC236}">
                  <a16:creationId xmlns:a16="http://schemas.microsoft.com/office/drawing/2014/main" id="{15163940-B229-4368-B727-3714123C78AB}"/>
                </a:ext>
              </a:extLst>
            </p:cNvPr>
            <p:cNvSpPr>
              <a:spLocks noChangeAspect="1"/>
            </p:cNvSpPr>
            <p:nvPr>
              <p:custDataLst>
                <p:tags r:id="rId7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7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137" y="519882"/>
                  </a:moveTo>
                  <a:arcTo wR="317500" hR="317500" stAng="2375999" swAng="1382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67" name="Harvey 37/100 [37]">
              <a:extLst>
                <a:ext uri="{FF2B5EF4-FFF2-40B4-BE49-F238E27FC236}">
                  <a16:creationId xmlns:a16="http://schemas.microsoft.com/office/drawing/2014/main" id="{64BAECDC-27C7-4333-B9D8-59DE42A1B1AA}"/>
                </a:ext>
              </a:extLst>
            </p:cNvPr>
            <p:cNvSpPr>
              <a:spLocks noChangeAspect="1"/>
            </p:cNvSpPr>
            <p:nvPr>
              <p:custDataLst>
                <p:tags r:id="rId7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991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8947" y="534843"/>
                  </a:moveTo>
                  <a:arcTo wR="317500" hR="317500" stAng="2591999" swAng="1360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68" name="Harvey 38/100 [38]">
              <a:extLst>
                <a:ext uri="{FF2B5EF4-FFF2-40B4-BE49-F238E27FC236}">
                  <a16:creationId xmlns:a16="http://schemas.microsoft.com/office/drawing/2014/main" id="{4F018A0A-A74A-4E47-BC47-203679D4F8C0}"/>
                </a:ext>
              </a:extLst>
            </p:cNvPr>
            <p:cNvSpPr>
              <a:spLocks noChangeAspect="1"/>
            </p:cNvSpPr>
            <p:nvPr>
              <p:custDataLst>
                <p:tags r:id="rId7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2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34843" y="548947"/>
                  </a:moveTo>
                  <a:arcTo wR="317500" hR="317500" stAng="2808000" swAng="1339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69" name="Harvey 39/100 [39]">
              <a:extLst>
                <a:ext uri="{FF2B5EF4-FFF2-40B4-BE49-F238E27FC236}">
                  <a16:creationId xmlns:a16="http://schemas.microsoft.com/office/drawing/2014/main" id="{ACA75957-9FDB-46A2-82EC-77103CBEAC52}"/>
                </a:ext>
              </a:extLst>
            </p:cNvPr>
            <p:cNvSpPr>
              <a:spLocks noChangeAspect="1"/>
            </p:cNvSpPr>
            <p:nvPr>
              <p:custDataLst>
                <p:tags r:id="rId7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4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19882" y="562137"/>
                  </a:moveTo>
                  <a:arcTo wR="317500" hR="317500" stAng="3024000" swAng="1317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70" name="Harvey 40/100 [40]">
              <a:extLst>
                <a:ext uri="{FF2B5EF4-FFF2-40B4-BE49-F238E27FC236}">
                  <a16:creationId xmlns:a16="http://schemas.microsoft.com/office/drawing/2014/main" id="{025DFA7F-A073-422A-8D20-E27D1ABE4342}"/>
                </a:ext>
              </a:extLst>
            </p:cNvPr>
            <p:cNvSpPr>
              <a:spLocks noChangeAspect="1"/>
            </p:cNvSpPr>
            <p:nvPr>
              <p:custDataLst>
                <p:tags r:id="rId7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6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04121" y="574362"/>
                  </a:moveTo>
                  <a:arcTo wR="317500" hR="317500" stAng="3240000" swAng="1296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71" name="Harvey 41/100 [41]">
              <a:extLst>
                <a:ext uri="{FF2B5EF4-FFF2-40B4-BE49-F238E27FC236}">
                  <a16:creationId xmlns:a16="http://schemas.microsoft.com/office/drawing/2014/main" id="{BF311CE9-A4CB-4965-8F0F-5B6811E9FB20}"/>
                </a:ext>
              </a:extLst>
            </p:cNvPr>
            <p:cNvSpPr>
              <a:spLocks noChangeAspect="1"/>
            </p:cNvSpPr>
            <p:nvPr>
              <p:custDataLst>
                <p:tags r:id="rId7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8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87625" y="585574"/>
                  </a:moveTo>
                  <a:arcTo wR="317500" hR="317500" stAng="3455999" swAng="1274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72" name="Harvey 42/100 [42]">
              <a:extLst>
                <a:ext uri="{FF2B5EF4-FFF2-40B4-BE49-F238E27FC236}">
                  <a16:creationId xmlns:a16="http://schemas.microsoft.com/office/drawing/2014/main" id="{1B415A3D-1E85-4E6A-8BAB-3BB56600BA4F}"/>
                </a:ext>
              </a:extLst>
            </p:cNvPr>
            <p:cNvSpPr>
              <a:spLocks noChangeAspect="1"/>
            </p:cNvSpPr>
            <p:nvPr>
              <p:custDataLst>
                <p:tags r:id="rId7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0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70456" y="595727"/>
                  </a:moveTo>
                  <a:arcTo wR="317500" hR="317500" stAng="3671999" swAng="1252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73" name="Harvey 43/100 [43]">
              <a:extLst>
                <a:ext uri="{FF2B5EF4-FFF2-40B4-BE49-F238E27FC236}">
                  <a16:creationId xmlns:a16="http://schemas.microsoft.com/office/drawing/2014/main" id="{7EAD6077-4487-4E7D-846D-445E65B5291C}"/>
                </a:ext>
              </a:extLst>
            </p:cNvPr>
            <p:cNvSpPr>
              <a:spLocks noChangeAspect="1"/>
            </p:cNvSpPr>
            <p:nvPr>
              <p:custDataLst>
                <p:tags r:id="rId7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2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52684" y="604782"/>
                  </a:moveTo>
                  <a:arcTo wR="317500" hR="317500" stAng="3888000" swAng="1231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74" name="Harvey 44/100 [44]">
              <a:extLst>
                <a:ext uri="{FF2B5EF4-FFF2-40B4-BE49-F238E27FC236}">
                  <a16:creationId xmlns:a16="http://schemas.microsoft.com/office/drawing/2014/main" id="{4B57ADAF-4A83-4CB4-8920-E2B9F994E83E}"/>
                </a:ext>
              </a:extLst>
            </p:cNvPr>
            <p:cNvSpPr>
              <a:spLocks noChangeAspect="1"/>
            </p:cNvSpPr>
            <p:nvPr>
              <p:custDataLst>
                <p:tags r:id="rId7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5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34379" y="612704"/>
                  </a:moveTo>
                  <a:arcTo wR="317500" hR="317500" stAng="4104000" swAng="1209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75" name="Harvey 45/100 [45]">
              <a:extLst>
                <a:ext uri="{FF2B5EF4-FFF2-40B4-BE49-F238E27FC236}">
                  <a16:creationId xmlns:a16="http://schemas.microsoft.com/office/drawing/2014/main" id="{FF3E5416-AC43-4CBB-A32A-A966ED03106F}"/>
                </a:ext>
              </a:extLst>
            </p:cNvPr>
            <p:cNvSpPr>
              <a:spLocks noChangeAspect="1"/>
            </p:cNvSpPr>
            <p:nvPr>
              <p:custDataLst>
                <p:tags r:id="rId8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7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15612" y="619460"/>
                  </a:moveTo>
                  <a:arcTo wR="317500" hR="317500" stAng="4320000" swAng="1188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76" name="Harvey 46/100 [46]">
              <a:extLst>
                <a:ext uri="{FF2B5EF4-FFF2-40B4-BE49-F238E27FC236}">
                  <a16:creationId xmlns:a16="http://schemas.microsoft.com/office/drawing/2014/main" id="{49AFF9C1-C19A-487C-A4C1-47DA87277C3B}"/>
                </a:ext>
              </a:extLst>
            </p:cNvPr>
            <p:cNvSpPr>
              <a:spLocks noChangeAspect="1"/>
            </p:cNvSpPr>
            <p:nvPr>
              <p:custDataLst>
                <p:tags r:id="rId8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9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6459" y="625025"/>
                  </a:moveTo>
                  <a:arcTo wR="317500" hR="317500" stAng="4536000" swAng="1166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77" name="Harvey 47/100 [47]">
              <a:extLst>
                <a:ext uri="{FF2B5EF4-FFF2-40B4-BE49-F238E27FC236}">
                  <a16:creationId xmlns:a16="http://schemas.microsoft.com/office/drawing/2014/main" id="{F35AEE09-D82F-438F-9D01-96C6876241F1}"/>
                </a:ext>
              </a:extLst>
            </p:cNvPr>
            <p:cNvSpPr>
              <a:spLocks noChangeAspect="1"/>
            </p:cNvSpPr>
            <p:nvPr>
              <p:custDataLst>
                <p:tags r:id="rId8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1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76993" y="629376"/>
                  </a:moveTo>
                  <a:arcTo wR="317500" hR="317500" stAng="4751999" swAng="1144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78" name="Harvey 48/100 [48]">
              <a:extLst>
                <a:ext uri="{FF2B5EF4-FFF2-40B4-BE49-F238E27FC236}">
                  <a16:creationId xmlns:a16="http://schemas.microsoft.com/office/drawing/2014/main" id="{4FC3325B-EEB2-4420-9715-1149CEACE9AC}"/>
                </a:ext>
              </a:extLst>
            </p:cNvPr>
            <p:cNvSpPr>
              <a:spLocks noChangeAspect="1"/>
            </p:cNvSpPr>
            <p:nvPr>
              <p:custDataLst>
                <p:tags r:id="rId8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36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57293" y="632496"/>
                  </a:moveTo>
                  <a:arcTo wR="317500" hR="317500" stAng="4967999" swAng="1123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79" name="Harvey 49/100 [49]">
              <a:extLst>
                <a:ext uri="{FF2B5EF4-FFF2-40B4-BE49-F238E27FC236}">
                  <a16:creationId xmlns:a16="http://schemas.microsoft.com/office/drawing/2014/main" id="{3BE00D50-8FCE-4E11-AA24-10B621732F20}"/>
                </a:ext>
              </a:extLst>
            </p:cNvPr>
            <p:cNvSpPr>
              <a:spLocks noChangeAspect="1"/>
            </p:cNvSpPr>
            <p:nvPr>
              <p:custDataLst>
                <p:tags r:id="rId8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58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37435" y="634373"/>
                  </a:moveTo>
                  <a:arcTo wR="317500" hR="317500" stAng="5184000" swAng="1101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80" name="Harvey 50/100 [50]">
              <a:extLst>
                <a:ext uri="{FF2B5EF4-FFF2-40B4-BE49-F238E27FC236}">
                  <a16:creationId xmlns:a16="http://schemas.microsoft.com/office/drawing/2014/main" id="{97083993-8BFD-443F-A3A3-D28EF389CE2B}"/>
                </a:ext>
              </a:extLst>
            </p:cNvPr>
            <p:cNvSpPr>
              <a:spLocks noChangeAspect="1"/>
            </p:cNvSpPr>
            <p:nvPr>
              <p:custDataLst>
                <p:tags r:id="rId8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81" name="Harvey 51/100 [51]">
              <a:extLst>
                <a:ext uri="{FF2B5EF4-FFF2-40B4-BE49-F238E27FC236}">
                  <a16:creationId xmlns:a16="http://schemas.microsoft.com/office/drawing/2014/main" id="{BDE38762-18E9-47FF-895E-325F5976ECAA}"/>
                </a:ext>
              </a:extLst>
            </p:cNvPr>
            <p:cNvSpPr>
              <a:spLocks noChangeAspect="1"/>
            </p:cNvSpPr>
            <p:nvPr>
              <p:custDataLst>
                <p:tags r:id="rId8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0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97564" y="634373"/>
                  </a:moveTo>
                  <a:arcTo wR="317500" hR="317500" stAng="5616000" swAng="1058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82" name="Harvey 52/100 [52]">
              <a:extLst>
                <a:ext uri="{FF2B5EF4-FFF2-40B4-BE49-F238E27FC236}">
                  <a16:creationId xmlns:a16="http://schemas.microsoft.com/office/drawing/2014/main" id="{785EAA21-FBCD-46DC-8430-7AB12F5A66AF}"/>
                </a:ext>
              </a:extLst>
            </p:cNvPr>
            <p:cNvSpPr>
              <a:spLocks noChangeAspect="1"/>
            </p:cNvSpPr>
            <p:nvPr>
              <p:custDataLst>
                <p:tags r:id="rId8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2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77706" y="632496"/>
                  </a:moveTo>
                  <a:arcTo wR="317500" hR="317500" stAng="5832000" swAng="1036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83" name="Harvey 53/100 [53]">
              <a:extLst>
                <a:ext uri="{FF2B5EF4-FFF2-40B4-BE49-F238E27FC236}">
                  <a16:creationId xmlns:a16="http://schemas.microsoft.com/office/drawing/2014/main" id="{858D54BA-F4A5-4C67-830E-E85FF6EE735D}"/>
                </a:ext>
              </a:extLst>
            </p:cNvPr>
            <p:cNvSpPr>
              <a:spLocks noChangeAspect="1"/>
            </p:cNvSpPr>
            <p:nvPr>
              <p:custDataLst>
                <p:tags r:id="rId8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4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8006" y="629376"/>
                  </a:moveTo>
                  <a:arcTo wR="317500" hR="317500" stAng="6048000" swAng="1015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84" name="Harvey 54/100 [54]">
              <a:extLst>
                <a:ext uri="{FF2B5EF4-FFF2-40B4-BE49-F238E27FC236}">
                  <a16:creationId xmlns:a16="http://schemas.microsoft.com/office/drawing/2014/main" id="{AC41BD7B-E1FA-4AED-B11C-E03936A672E6}"/>
                </a:ext>
              </a:extLst>
            </p:cNvPr>
            <p:cNvSpPr>
              <a:spLocks noChangeAspect="1"/>
            </p:cNvSpPr>
            <p:nvPr>
              <p:custDataLst>
                <p:tags r:id="rId8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6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38540" y="625025"/>
                  </a:moveTo>
                  <a:arcTo wR="317500" hR="317500" stAng="6264000" swAng="993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85" name="Harvey 55/100 [55]">
              <a:extLst>
                <a:ext uri="{FF2B5EF4-FFF2-40B4-BE49-F238E27FC236}">
                  <a16:creationId xmlns:a16="http://schemas.microsoft.com/office/drawing/2014/main" id="{BAF901A0-5FD1-4B29-9AF9-DB8B19412429}"/>
                </a:ext>
              </a:extLst>
            </p:cNvPr>
            <p:cNvSpPr>
              <a:spLocks noChangeAspect="1"/>
            </p:cNvSpPr>
            <p:nvPr>
              <p:custDataLst>
                <p:tags r:id="rId9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8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19387" y="619460"/>
                  </a:moveTo>
                  <a:arcTo wR="317500" hR="317500" stAng="6480000" swAng="971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86" name="Harvey 56/100 [56]">
              <a:extLst>
                <a:ext uri="{FF2B5EF4-FFF2-40B4-BE49-F238E27FC236}">
                  <a16:creationId xmlns:a16="http://schemas.microsoft.com/office/drawing/2014/main" id="{3EFF555D-6B7F-481F-ADC2-746953BA7F97}"/>
                </a:ext>
              </a:extLst>
            </p:cNvPr>
            <p:cNvSpPr>
              <a:spLocks noChangeAspect="1"/>
            </p:cNvSpPr>
            <p:nvPr>
              <p:custDataLst>
                <p:tags r:id="rId9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0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00620" y="612704"/>
                  </a:moveTo>
                  <a:arcTo wR="317500" hR="317500" stAng="6696000" swAng="950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87" name="Harvey 57/100 [57]">
              <a:extLst>
                <a:ext uri="{FF2B5EF4-FFF2-40B4-BE49-F238E27FC236}">
                  <a16:creationId xmlns:a16="http://schemas.microsoft.com/office/drawing/2014/main" id="{A4D3BE31-8C07-4912-AB8B-8331A665C238}"/>
                </a:ext>
              </a:extLst>
            </p:cNvPr>
            <p:cNvSpPr>
              <a:spLocks noChangeAspect="1"/>
            </p:cNvSpPr>
            <p:nvPr>
              <p:custDataLst>
                <p:tags r:id="rId9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3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82315" y="604782"/>
                  </a:moveTo>
                  <a:arcTo wR="317500" hR="317500" stAng="6911999" swAng="928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88" name="Harvey 58/100 [58]">
              <a:extLst>
                <a:ext uri="{FF2B5EF4-FFF2-40B4-BE49-F238E27FC236}">
                  <a16:creationId xmlns:a16="http://schemas.microsoft.com/office/drawing/2014/main" id="{E7B5A5D9-6DD2-4B0A-9557-7A7AF774103E}"/>
                </a:ext>
              </a:extLst>
            </p:cNvPr>
            <p:cNvSpPr>
              <a:spLocks noChangeAspect="1"/>
            </p:cNvSpPr>
            <p:nvPr>
              <p:custDataLst>
                <p:tags r:id="rId9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52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64543" y="595727"/>
                  </a:moveTo>
                  <a:arcTo wR="317500" hR="317500" stAng="7127999" swAng="907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89" name="Harvey 59/100 [59]">
              <a:extLst>
                <a:ext uri="{FF2B5EF4-FFF2-40B4-BE49-F238E27FC236}">
                  <a16:creationId xmlns:a16="http://schemas.microsoft.com/office/drawing/2014/main" id="{88458C0E-D234-4C86-A6CC-B8CD6C445F00}"/>
                </a:ext>
              </a:extLst>
            </p:cNvPr>
            <p:cNvSpPr>
              <a:spLocks noChangeAspect="1"/>
            </p:cNvSpPr>
            <p:nvPr>
              <p:custDataLst>
                <p:tags r:id="rId9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74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47374" y="585574"/>
                  </a:moveTo>
                  <a:arcTo wR="317500" hR="317500" stAng="7343999" swAng="885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90" name="Harvey 60/100 [60]">
              <a:extLst>
                <a:ext uri="{FF2B5EF4-FFF2-40B4-BE49-F238E27FC236}">
                  <a16:creationId xmlns:a16="http://schemas.microsoft.com/office/drawing/2014/main" id="{0924D2C6-D224-49FD-A4B8-312AFD605E78}"/>
                </a:ext>
              </a:extLst>
            </p:cNvPr>
            <p:cNvSpPr>
              <a:spLocks noChangeAspect="1"/>
            </p:cNvSpPr>
            <p:nvPr>
              <p:custDataLst>
                <p:tags r:id="rId9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9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30878" y="574362"/>
                  </a:moveTo>
                  <a:arcTo wR="317500" hR="317500" stAng="7560000" swAng="864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91" name="Harvey 61/100 [61]">
              <a:extLst>
                <a:ext uri="{FF2B5EF4-FFF2-40B4-BE49-F238E27FC236}">
                  <a16:creationId xmlns:a16="http://schemas.microsoft.com/office/drawing/2014/main" id="{F9FB23C2-D568-49AC-B8FD-0480EB019739}"/>
                </a:ext>
              </a:extLst>
            </p:cNvPr>
            <p:cNvSpPr>
              <a:spLocks noChangeAspect="1"/>
            </p:cNvSpPr>
            <p:nvPr>
              <p:custDataLst>
                <p:tags r:id="rId9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1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15117" y="562137"/>
                  </a:moveTo>
                  <a:arcTo wR="317500" hR="317500" stAng="7776000" swAng="842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92" name="Harvey 62/100 [62]">
              <a:extLst>
                <a:ext uri="{FF2B5EF4-FFF2-40B4-BE49-F238E27FC236}">
                  <a16:creationId xmlns:a16="http://schemas.microsoft.com/office/drawing/2014/main" id="{9EF3159D-F4FB-4032-BCCB-55E6ED5EEFC7}"/>
                </a:ext>
              </a:extLst>
            </p:cNvPr>
            <p:cNvSpPr>
              <a:spLocks noChangeAspect="1"/>
            </p:cNvSpPr>
            <p:nvPr>
              <p:custDataLst>
                <p:tags r:id="rId9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39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00156" y="548947"/>
                  </a:moveTo>
                  <a:arcTo wR="317500" hR="317500" stAng="7991999" swAng="820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93" name="Harvey 63/100 [63]">
              <a:extLst>
                <a:ext uri="{FF2B5EF4-FFF2-40B4-BE49-F238E27FC236}">
                  <a16:creationId xmlns:a16="http://schemas.microsoft.com/office/drawing/2014/main" id="{9362C8EA-6D15-4E0C-8AE9-B1B50EB297B8}"/>
                </a:ext>
              </a:extLst>
            </p:cNvPr>
            <p:cNvSpPr>
              <a:spLocks noChangeAspect="1"/>
            </p:cNvSpPr>
            <p:nvPr>
              <p:custDataLst>
                <p:tags r:id="rId9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6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86052" y="534843"/>
                  </a:moveTo>
                  <a:arcTo wR="317500" hR="317500" stAng="8208000" swAng="799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94" name="Harvey 64/100 [64]">
              <a:extLst>
                <a:ext uri="{FF2B5EF4-FFF2-40B4-BE49-F238E27FC236}">
                  <a16:creationId xmlns:a16="http://schemas.microsoft.com/office/drawing/2014/main" id="{91EB375D-1444-4BE3-A696-66272A1564CD}"/>
                </a:ext>
              </a:extLst>
            </p:cNvPr>
            <p:cNvSpPr>
              <a:spLocks noChangeAspect="1"/>
            </p:cNvSpPr>
            <p:nvPr>
              <p:custDataLst>
                <p:tags r:id="rId9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8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72862" y="519882"/>
                  </a:moveTo>
                  <a:arcTo wR="317500" hR="317500" stAng="8424000" swAng="777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95" name="Harvey 65/100 [65]">
              <a:extLst>
                <a:ext uri="{FF2B5EF4-FFF2-40B4-BE49-F238E27FC236}">
                  <a16:creationId xmlns:a16="http://schemas.microsoft.com/office/drawing/2014/main" id="{9A3002B1-5D17-4BCB-9A44-B2FB4025D02F}"/>
                </a:ext>
              </a:extLst>
            </p:cNvPr>
            <p:cNvSpPr>
              <a:spLocks noChangeAspect="1"/>
            </p:cNvSpPr>
            <p:nvPr>
              <p:custDataLst>
                <p:tags r:id="rId10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0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637" y="504121"/>
                  </a:moveTo>
                  <a:arcTo wR="317500" hR="317500" stAng="8640000" swAng="755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96" name="Harvey 66/100 [66]">
              <a:extLst>
                <a:ext uri="{FF2B5EF4-FFF2-40B4-BE49-F238E27FC236}">
                  <a16:creationId xmlns:a16="http://schemas.microsoft.com/office/drawing/2014/main" id="{E5F2FDE4-04B2-4A45-A685-14E0C51883A5}"/>
                </a:ext>
              </a:extLst>
            </p:cNvPr>
            <p:cNvSpPr>
              <a:spLocks noChangeAspect="1"/>
            </p:cNvSpPr>
            <p:nvPr>
              <p:custDataLst>
                <p:tags r:id="rId10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2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9425" y="487625"/>
                  </a:moveTo>
                  <a:arcTo wR="317500" hR="317500" stAng="8856000" swAng="734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97" name="Harvey 67/100 [67]">
              <a:extLst>
                <a:ext uri="{FF2B5EF4-FFF2-40B4-BE49-F238E27FC236}">
                  <a16:creationId xmlns:a16="http://schemas.microsoft.com/office/drawing/2014/main" id="{D399A169-3845-4CD5-A62C-F4586F1FAFE8}"/>
                </a:ext>
              </a:extLst>
            </p:cNvPr>
            <p:cNvSpPr>
              <a:spLocks noChangeAspect="1"/>
            </p:cNvSpPr>
            <p:nvPr>
              <p:custDataLst>
                <p:tags r:id="rId10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4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272" y="470456"/>
                  </a:moveTo>
                  <a:arcTo wR="317500" hR="317500" stAng="9072000" swAng="712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98" name="Harvey 68/100 [68]">
              <a:extLst>
                <a:ext uri="{FF2B5EF4-FFF2-40B4-BE49-F238E27FC236}">
                  <a16:creationId xmlns:a16="http://schemas.microsoft.com/office/drawing/2014/main" id="{E12F5173-9960-47F5-9A91-B043294E14CB}"/>
                </a:ext>
              </a:extLst>
            </p:cNvPr>
            <p:cNvSpPr>
              <a:spLocks noChangeAspect="1"/>
            </p:cNvSpPr>
            <p:nvPr>
              <p:custDataLst>
                <p:tags r:id="rId10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6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0217" y="452684"/>
                  </a:moveTo>
                  <a:arcTo wR="317500" hR="317500" stAng="9288000" swAng="691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99" name="Harvey 69/100 [69]">
              <a:extLst>
                <a:ext uri="{FF2B5EF4-FFF2-40B4-BE49-F238E27FC236}">
                  <a16:creationId xmlns:a16="http://schemas.microsoft.com/office/drawing/2014/main" id="{DD9B9229-3D3A-4706-BEEC-04C19A30C5C3}"/>
                </a:ext>
              </a:extLst>
            </p:cNvPr>
            <p:cNvSpPr>
              <a:spLocks noChangeAspect="1"/>
            </p:cNvSpPr>
            <p:nvPr>
              <p:custDataLst>
                <p:tags r:id="rId10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90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2295" y="434379"/>
                  </a:moveTo>
                  <a:arcTo wR="317500" hR="317500" stAng="9503999" swAng="669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00" name="Harvey 70/100 [70]">
              <a:extLst>
                <a:ext uri="{FF2B5EF4-FFF2-40B4-BE49-F238E27FC236}">
                  <a16:creationId xmlns:a16="http://schemas.microsoft.com/office/drawing/2014/main" id="{795A4CC8-0C08-491C-8D7F-95EC8E0E25B8}"/>
                </a:ext>
              </a:extLst>
            </p:cNvPr>
            <p:cNvSpPr>
              <a:spLocks noChangeAspect="1"/>
            </p:cNvSpPr>
            <p:nvPr>
              <p:custDataLst>
                <p:tags r:id="rId10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119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5539" y="415612"/>
                  </a:moveTo>
                  <a:arcTo wR="317500" hR="317500" stAng="9719999" swAng="648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01" name="Harvey 71/100 [71]">
              <a:extLst>
                <a:ext uri="{FF2B5EF4-FFF2-40B4-BE49-F238E27FC236}">
                  <a16:creationId xmlns:a16="http://schemas.microsoft.com/office/drawing/2014/main" id="{91862A76-5FCC-4C25-9A3F-A10651AC7725}"/>
                </a:ext>
              </a:extLst>
            </p:cNvPr>
            <p:cNvSpPr>
              <a:spLocks noChangeAspect="1"/>
            </p:cNvSpPr>
            <p:nvPr>
              <p:custDataLst>
                <p:tags r:id="rId10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3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974" y="396459"/>
                  </a:moveTo>
                  <a:arcTo wR="317500" hR="317500" stAng="9936000" swAng="626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02" name="Harvey 72/100 [72]">
              <a:extLst>
                <a:ext uri="{FF2B5EF4-FFF2-40B4-BE49-F238E27FC236}">
                  <a16:creationId xmlns:a16="http://schemas.microsoft.com/office/drawing/2014/main" id="{46969644-17D9-45C9-A88A-9A88622DCE45}"/>
                </a:ext>
              </a:extLst>
            </p:cNvPr>
            <p:cNvSpPr>
              <a:spLocks noChangeAspect="1"/>
            </p:cNvSpPr>
            <p:nvPr>
              <p:custDataLst>
                <p:tags r:id="rId10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5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3" y="376993"/>
                  </a:moveTo>
                  <a:arcTo wR="317500" hR="317500" stAng="10152000" swAng="604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03" name="Harvey 73/100 [73]">
              <a:extLst>
                <a:ext uri="{FF2B5EF4-FFF2-40B4-BE49-F238E27FC236}">
                  <a16:creationId xmlns:a16="http://schemas.microsoft.com/office/drawing/2014/main" id="{F89621F9-3ABB-450D-913E-7B467F289A9B}"/>
                </a:ext>
              </a:extLst>
            </p:cNvPr>
            <p:cNvSpPr>
              <a:spLocks noChangeAspect="1"/>
            </p:cNvSpPr>
            <p:nvPr>
              <p:custDataLst>
                <p:tags r:id="rId10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7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03" y="357293"/>
                  </a:moveTo>
                  <a:arcTo wR="317500" hR="317500" stAng="10368000" swAng="583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04" name="Harvey 74/100 [74]">
              <a:extLst>
                <a:ext uri="{FF2B5EF4-FFF2-40B4-BE49-F238E27FC236}">
                  <a16:creationId xmlns:a16="http://schemas.microsoft.com/office/drawing/2014/main" id="{89EE4B1F-E703-471D-8307-BFB9EDEDB9F7}"/>
                </a:ext>
              </a:extLst>
            </p:cNvPr>
            <p:cNvSpPr>
              <a:spLocks noChangeAspect="1"/>
            </p:cNvSpPr>
            <p:nvPr>
              <p:custDataLst>
                <p:tags r:id="rId10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98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6" y="337435"/>
                  </a:moveTo>
                  <a:arcTo wR="317500" hR="317500" stAng="10583999" swAng="561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05" name="Harvey 75/100 [75]">
              <a:extLst>
                <a:ext uri="{FF2B5EF4-FFF2-40B4-BE49-F238E27FC236}">
                  <a16:creationId xmlns:a16="http://schemas.microsoft.com/office/drawing/2014/main" id="{8AB2EEA8-04AC-4B6C-8D90-28093DB647E6}"/>
                </a:ext>
              </a:extLst>
            </p:cNvPr>
            <p:cNvSpPr>
              <a:spLocks noChangeAspect="1"/>
            </p:cNvSpPr>
            <p:nvPr>
              <p:custDataLst>
                <p:tags r:id="rId11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06" name="Harvey 76/100 [76]">
              <a:extLst>
                <a:ext uri="{FF2B5EF4-FFF2-40B4-BE49-F238E27FC236}">
                  <a16:creationId xmlns:a16="http://schemas.microsoft.com/office/drawing/2014/main" id="{6F4E00F2-EA6F-4809-B2FD-4CE3ABE8C480}"/>
                </a:ext>
              </a:extLst>
            </p:cNvPr>
            <p:cNvSpPr>
              <a:spLocks noChangeAspect="1"/>
            </p:cNvSpPr>
            <p:nvPr>
              <p:custDataLst>
                <p:tags r:id="rId11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4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6" y="297564"/>
                  </a:moveTo>
                  <a:arcTo wR="317500" hR="317500" stAng="11016000" swAng="518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07" name="Harvey 77/100 [77]">
              <a:extLst>
                <a:ext uri="{FF2B5EF4-FFF2-40B4-BE49-F238E27FC236}">
                  <a16:creationId xmlns:a16="http://schemas.microsoft.com/office/drawing/2014/main" id="{CF5CA593-7B87-4492-9B35-2255514CB496}"/>
                </a:ext>
              </a:extLst>
            </p:cNvPr>
            <p:cNvSpPr>
              <a:spLocks noChangeAspect="1"/>
            </p:cNvSpPr>
            <p:nvPr>
              <p:custDataLst>
                <p:tags r:id="rId11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6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03" y="277706"/>
                  </a:moveTo>
                  <a:arcTo wR="317500" hR="317500" stAng="11232000" swAng="496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08" name="Harvey 78/100 [78]">
              <a:extLst>
                <a:ext uri="{FF2B5EF4-FFF2-40B4-BE49-F238E27FC236}">
                  <a16:creationId xmlns:a16="http://schemas.microsoft.com/office/drawing/2014/main" id="{8C036464-458E-48D4-BAC8-84819F820C60}"/>
                </a:ext>
              </a:extLst>
            </p:cNvPr>
            <p:cNvSpPr>
              <a:spLocks noChangeAspect="1"/>
            </p:cNvSpPr>
            <p:nvPr>
              <p:custDataLst>
                <p:tags r:id="rId11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8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3" y="258006"/>
                  </a:moveTo>
                  <a:arcTo wR="317500" hR="317500" stAng="11448000" swAng="475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09" name="Harvey 79/100 [79]">
              <a:extLst>
                <a:ext uri="{FF2B5EF4-FFF2-40B4-BE49-F238E27FC236}">
                  <a16:creationId xmlns:a16="http://schemas.microsoft.com/office/drawing/2014/main" id="{6FD5AC00-8293-447C-B728-B963DD67B1C2}"/>
                </a:ext>
              </a:extLst>
            </p:cNvPr>
            <p:cNvSpPr>
              <a:spLocks noChangeAspect="1"/>
            </p:cNvSpPr>
            <p:nvPr>
              <p:custDataLst>
                <p:tags r:id="rId11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0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974" y="238540"/>
                  </a:moveTo>
                  <a:arcTo wR="317500" hR="317500" stAng="11664000" swAng="453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10" name="Harvey 80/100 [80]">
              <a:extLst>
                <a:ext uri="{FF2B5EF4-FFF2-40B4-BE49-F238E27FC236}">
                  <a16:creationId xmlns:a16="http://schemas.microsoft.com/office/drawing/2014/main" id="{29C0F859-BC49-430F-8C59-C0B9109E47A3}"/>
                </a:ext>
              </a:extLst>
            </p:cNvPr>
            <p:cNvSpPr>
              <a:spLocks noChangeAspect="1"/>
            </p:cNvSpPr>
            <p:nvPr>
              <p:custDataLst>
                <p:tags r:id="rId11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2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5539" y="219387"/>
                  </a:moveTo>
                  <a:arcTo wR="317500" hR="317500" stAng="11880000" swAng="431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11" name="Harvey 81/100 [81]">
              <a:extLst>
                <a:ext uri="{FF2B5EF4-FFF2-40B4-BE49-F238E27FC236}">
                  <a16:creationId xmlns:a16="http://schemas.microsoft.com/office/drawing/2014/main" id="{F78719E3-0417-4867-B70D-21538B3AC36E}"/>
                </a:ext>
              </a:extLst>
            </p:cNvPr>
            <p:cNvSpPr>
              <a:spLocks noChangeAspect="1"/>
            </p:cNvSpPr>
            <p:nvPr>
              <p:custDataLst>
                <p:tags r:id="rId11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4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2295" y="200620"/>
                  </a:moveTo>
                  <a:arcTo wR="317500" hR="317500" stAng="12096000" swAng="410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12" name="Harvey 82/100 [82]">
              <a:extLst>
                <a:ext uri="{FF2B5EF4-FFF2-40B4-BE49-F238E27FC236}">
                  <a16:creationId xmlns:a16="http://schemas.microsoft.com/office/drawing/2014/main" id="{9C5D0905-7412-4C75-BC20-E51105CA783D}"/>
                </a:ext>
              </a:extLst>
            </p:cNvPr>
            <p:cNvSpPr>
              <a:spLocks noChangeAspect="1"/>
            </p:cNvSpPr>
            <p:nvPr>
              <p:custDataLst>
                <p:tags r:id="rId11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7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0217" y="182315"/>
                  </a:moveTo>
                  <a:arcTo wR="317500" hR="317500" stAng="12312000" swAng="388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13" name="Harvey 83/100 [83]">
              <a:extLst>
                <a:ext uri="{FF2B5EF4-FFF2-40B4-BE49-F238E27FC236}">
                  <a16:creationId xmlns:a16="http://schemas.microsoft.com/office/drawing/2014/main" id="{96AA2E20-CC65-4632-B3D4-93E962B59D4C}"/>
                </a:ext>
              </a:extLst>
            </p:cNvPr>
            <p:cNvSpPr>
              <a:spLocks noChangeAspect="1"/>
            </p:cNvSpPr>
            <p:nvPr>
              <p:custDataLst>
                <p:tags r:id="rId11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9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272" y="164543"/>
                  </a:moveTo>
                  <a:arcTo wR="317500" hR="317500" stAng="12528000" swAng="367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14" name="Harvey 84/100 [84]">
              <a:extLst>
                <a:ext uri="{FF2B5EF4-FFF2-40B4-BE49-F238E27FC236}">
                  <a16:creationId xmlns:a16="http://schemas.microsoft.com/office/drawing/2014/main" id="{9B4360A3-E0B2-48F7-B5A8-D24513748A82}"/>
                </a:ext>
              </a:extLst>
            </p:cNvPr>
            <p:cNvSpPr>
              <a:spLocks noChangeAspect="1"/>
            </p:cNvSpPr>
            <p:nvPr>
              <p:custDataLst>
                <p:tags r:id="rId11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1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9425" y="147374"/>
                  </a:moveTo>
                  <a:arcTo wR="317500" hR="317500" stAng="12743999" swAng="345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15" name="Harvey 85/100 [85]">
              <a:extLst>
                <a:ext uri="{FF2B5EF4-FFF2-40B4-BE49-F238E27FC236}">
                  <a16:creationId xmlns:a16="http://schemas.microsoft.com/office/drawing/2014/main" id="{D694B21E-EEA0-48FA-A35C-7B6570B3F861}"/>
                </a:ext>
              </a:extLst>
            </p:cNvPr>
            <p:cNvSpPr>
              <a:spLocks noChangeAspect="1"/>
            </p:cNvSpPr>
            <p:nvPr>
              <p:custDataLst>
                <p:tags r:id="rId12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3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637" y="130878"/>
                  </a:moveTo>
                  <a:arcTo wR="317500" hR="317500" stAng="12960000" swAng="324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16" name="Harvey 86/100 [86]">
              <a:extLst>
                <a:ext uri="{FF2B5EF4-FFF2-40B4-BE49-F238E27FC236}">
                  <a16:creationId xmlns:a16="http://schemas.microsoft.com/office/drawing/2014/main" id="{85E1AF41-C21D-4514-B37E-CC830BC09C0A}"/>
                </a:ext>
              </a:extLst>
            </p:cNvPr>
            <p:cNvSpPr>
              <a:spLocks noChangeAspect="1"/>
            </p:cNvSpPr>
            <p:nvPr>
              <p:custDataLst>
                <p:tags r:id="rId12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5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72862" y="115117"/>
                  </a:moveTo>
                  <a:arcTo wR="317500" hR="317500" stAng="13176000" swAng="302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17" name="Harvey 87/100 [87]">
              <a:extLst>
                <a:ext uri="{FF2B5EF4-FFF2-40B4-BE49-F238E27FC236}">
                  <a16:creationId xmlns:a16="http://schemas.microsoft.com/office/drawing/2014/main" id="{E3948F2E-FD5F-4107-B122-9AC75FE0CD9E}"/>
                </a:ext>
              </a:extLst>
            </p:cNvPr>
            <p:cNvSpPr>
              <a:spLocks noChangeAspect="1"/>
            </p:cNvSpPr>
            <p:nvPr>
              <p:custDataLst>
                <p:tags r:id="rId12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79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86052" y="100156"/>
                  </a:moveTo>
                  <a:arcTo wR="317500" hR="317500" stAng="13392000" swAng="280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18" name="Harvey 88/100 [88]">
              <a:extLst>
                <a:ext uri="{FF2B5EF4-FFF2-40B4-BE49-F238E27FC236}">
                  <a16:creationId xmlns:a16="http://schemas.microsoft.com/office/drawing/2014/main" id="{744E57ED-019F-4A8B-A06E-9FB965FEBB23}"/>
                </a:ext>
              </a:extLst>
            </p:cNvPr>
            <p:cNvSpPr>
              <a:spLocks noChangeAspect="1"/>
            </p:cNvSpPr>
            <p:nvPr>
              <p:custDataLst>
                <p:tags r:id="rId12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0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00156" y="86052"/>
                  </a:moveTo>
                  <a:arcTo wR="317500" hR="317500" stAng="13608000" swAng="259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19" name="Harvey 89/100 [89]">
              <a:extLst>
                <a:ext uri="{FF2B5EF4-FFF2-40B4-BE49-F238E27FC236}">
                  <a16:creationId xmlns:a16="http://schemas.microsoft.com/office/drawing/2014/main" id="{5567719B-31CA-4A86-801E-E0531122E504}"/>
                </a:ext>
              </a:extLst>
            </p:cNvPr>
            <p:cNvSpPr>
              <a:spLocks noChangeAspect="1"/>
            </p:cNvSpPr>
            <p:nvPr>
              <p:custDataLst>
                <p:tags r:id="rId12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2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15117" y="72862"/>
                  </a:moveTo>
                  <a:arcTo wR="317500" hR="317500" stAng="13823999" swAng="2375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20" name="Harvey 90/100 [90]">
              <a:extLst>
                <a:ext uri="{FF2B5EF4-FFF2-40B4-BE49-F238E27FC236}">
                  <a16:creationId xmlns:a16="http://schemas.microsoft.com/office/drawing/2014/main" id="{2CD4B3A1-B882-43A6-A4CA-C9FCA394B28B}"/>
                </a:ext>
              </a:extLst>
            </p:cNvPr>
            <p:cNvSpPr>
              <a:spLocks noChangeAspect="1"/>
            </p:cNvSpPr>
            <p:nvPr>
              <p:custDataLst>
                <p:tags r:id="rId12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4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30878" y="60637"/>
                  </a:moveTo>
                  <a:arcTo wR="317500" hR="317500" stAng="14040000" swAng="215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21" name="Harvey 91/100 [91]">
              <a:extLst>
                <a:ext uri="{FF2B5EF4-FFF2-40B4-BE49-F238E27FC236}">
                  <a16:creationId xmlns:a16="http://schemas.microsoft.com/office/drawing/2014/main" id="{68606D93-5175-4900-AD89-6D0710AFE75F}"/>
                </a:ext>
              </a:extLst>
            </p:cNvPr>
            <p:cNvSpPr>
              <a:spLocks noChangeAspect="1"/>
            </p:cNvSpPr>
            <p:nvPr>
              <p:custDataLst>
                <p:tags r:id="rId12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6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47374" y="49425"/>
                  </a:moveTo>
                  <a:arcTo wR="317500" hR="317500" stAng="14256000" swAng="194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22" name="Harvey 92/100 [92]">
              <a:extLst>
                <a:ext uri="{FF2B5EF4-FFF2-40B4-BE49-F238E27FC236}">
                  <a16:creationId xmlns:a16="http://schemas.microsoft.com/office/drawing/2014/main" id="{7EE30864-DDCC-4BBA-B70A-48810E224581}"/>
                </a:ext>
              </a:extLst>
            </p:cNvPr>
            <p:cNvSpPr>
              <a:spLocks noChangeAspect="1"/>
            </p:cNvSpPr>
            <p:nvPr>
              <p:custDataLst>
                <p:tags r:id="rId12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8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64543" y="39272"/>
                  </a:moveTo>
                  <a:arcTo wR="317500" hR="317500" stAng="14472000" swAng="172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23" name="Harvey 93/100 [93]">
              <a:extLst>
                <a:ext uri="{FF2B5EF4-FFF2-40B4-BE49-F238E27FC236}">
                  <a16:creationId xmlns:a16="http://schemas.microsoft.com/office/drawing/2014/main" id="{608CA488-A707-4C7A-9287-9DA9A38ED3D4}"/>
                </a:ext>
              </a:extLst>
            </p:cNvPr>
            <p:cNvSpPr>
              <a:spLocks noChangeAspect="1"/>
            </p:cNvSpPr>
            <p:nvPr>
              <p:custDataLst>
                <p:tags r:id="rId12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0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82315" y="30217"/>
                  </a:moveTo>
                  <a:arcTo wR="317500" hR="317500" stAng="14688000" swAng="151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24" name="Harvey 94/100 [94]">
              <a:extLst>
                <a:ext uri="{FF2B5EF4-FFF2-40B4-BE49-F238E27FC236}">
                  <a16:creationId xmlns:a16="http://schemas.microsoft.com/office/drawing/2014/main" id="{FE1836A9-F92A-4F07-BBB8-2274E290E952}"/>
                </a:ext>
              </a:extLst>
            </p:cNvPr>
            <p:cNvSpPr>
              <a:spLocks noChangeAspect="1"/>
            </p:cNvSpPr>
            <p:nvPr>
              <p:custDataLst>
                <p:tags r:id="rId12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3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00620" y="22295"/>
                  </a:moveTo>
                  <a:arcTo wR="317500" hR="317500" stAng="14903999" swAng="129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25" name="Harvey 95/100 [95]">
              <a:extLst>
                <a:ext uri="{FF2B5EF4-FFF2-40B4-BE49-F238E27FC236}">
                  <a16:creationId xmlns:a16="http://schemas.microsoft.com/office/drawing/2014/main" id="{3169BE73-7F99-46E3-BDA9-D9BB85BE343E}"/>
                </a:ext>
              </a:extLst>
            </p:cNvPr>
            <p:cNvSpPr>
              <a:spLocks noChangeAspect="1"/>
            </p:cNvSpPr>
            <p:nvPr>
              <p:custDataLst>
                <p:tags r:id="rId13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5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19387" y="15539"/>
                  </a:moveTo>
                  <a:arcTo wR="317500" hR="317500" stAng="15120000" swAng="108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26" name="Harvey 96/100 [96]">
              <a:extLst>
                <a:ext uri="{FF2B5EF4-FFF2-40B4-BE49-F238E27FC236}">
                  <a16:creationId xmlns:a16="http://schemas.microsoft.com/office/drawing/2014/main" id="{12E3B5ED-B1AB-4A99-BD20-FF638135BE37}"/>
                </a:ext>
              </a:extLst>
            </p:cNvPr>
            <p:cNvSpPr>
              <a:spLocks noChangeAspect="1"/>
            </p:cNvSpPr>
            <p:nvPr>
              <p:custDataLst>
                <p:tags r:id="rId13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735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38540" y="9974"/>
                  </a:moveTo>
                  <a:arcTo wR="317500" hR="317500" stAng="15335999" swAng="86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27" name="Harvey 97/100 [97]">
              <a:extLst>
                <a:ext uri="{FF2B5EF4-FFF2-40B4-BE49-F238E27FC236}">
                  <a16:creationId xmlns:a16="http://schemas.microsoft.com/office/drawing/2014/main" id="{75A7FEAD-6C4B-4F7A-BB60-3A68D96114DE}"/>
                </a:ext>
              </a:extLst>
            </p:cNvPr>
            <p:cNvSpPr>
              <a:spLocks noChangeAspect="1"/>
            </p:cNvSpPr>
            <p:nvPr>
              <p:custDataLst>
                <p:tags r:id="rId13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9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8006" y="5623"/>
                  </a:moveTo>
                  <a:arcTo wR="317500" hR="317500" stAng="15552000" swAng="64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28" name="Harvey 98/100 [98]">
              <a:extLst>
                <a:ext uri="{FF2B5EF4-FFF2-40B4-BE49-F238E27FC236}">
                  <a16:creationId xmlns:a16="http://schemas.microsoft.com/office/drawing/2014/main" id="{C4B5128E-9380-4C38-A1EB-CB12E7401609}"/>
                </a:ext>
              </a:extLst>
            </p:cNvPr>
            <p:cNvSpPr>
              <a:spLocks noChangeAspect="1"/>
            </p:cNvSpPr>
            <p:nvPr>
              <p:custDataLst>
                <p:tags r:id="rId13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1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77706" y="2503"/>
                  </a:moveTo>
                  <a:arcTo wR="317500" hR="317500" stAng="15768000" swAng="43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29" name="Harvey 99/100 [99]">
              <a:extLst>
                <a:ext uri="{FF2B5EF4-FFF2-40B4-BE49-F238E27FC236}">
                  <a16:creationId xmlns:a16="http://schemas.microsoft.com/office/drawing/2014/main" id="{50F634E4-E5B9-4DA6-9F91-8AF5B6ACF1FB}"/>
                </a:ext>
              </a:extLst>
            </p:cNvPr>
            <p:cNvSpPr>
              <a:spLocks noChangeAspect="1"/>
            </p:cNvSpPr>
            <p:nvPr>
              <p:custDataLst>
                <p:tags r:id="rId13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38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97564" y="626"/>
                  </a:moveTo>
                  <a:arcTo wR="317500" hR="317500" stAng="15983999" swAng="21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30" name="Harvey 100/100 [100]">
              <a:extLst>
                <a:ext uri="{FF2B5EF4-FFF2-40B4-BE49-F238E27FC236}">
                  <a16:creationId xmlns:a16="http://schemas.microsoft.com/office/drawing/2014/main" id="{94AA53CD-8233-470E-AFEE-0BCC721BFAE9}"/>
                </a:ext>
              </a:extLst>
            </p:cNvPr>
            <p:cNvSpPr>
              <a:spLocks noChangeAspect="1"/>
            </p:cNvSpPr>
            <p:nvPr>
              <p:custDataLst>
                <p:tags r:id="rId13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</p:grpSp>
      <p:sp>
        <p:nvSpPr>
          <p:cNvPr id="131" name="Footnote [Placeholder]" hidden="1">
            <a:extLst>
              <a:ext uri="{FF2B5EF4-FFF2-40B4-BE49-F238E27FC236}">
                <a16:creationId xmlns:a16="http://schemas.microsoft.com/office/drawing/2014/main" id="{1B41FB17-6D57-4EE1-9C4C-9C305D5D6BEC}"/>
              </a:ext>
            </a:extLst>
          </p:cNvPr>
          <p:cNvSpPr txBox="1"/>
          <p:nvPr userDrawn="1"/>
        </p:nvSpPr>
        <p:spPr>
          <a:xfrm>
            <a:off x="503238" y="5984668"/>
            <a:ext cx="1018820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900" b="0" i="0" kern="0" dirty="0"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(r) Footnote</a:t>
            </a:r>
          </a:p>
        </p:txBody>
      </p:sp>
      <p:sp>
        <p:nvSpPr>
          <p:cNvPr id="133" name="Discussion [Sticker]" hidden="1">
            <a:extLst>
              <a:ext uri="{FF2B5EF4-FFF2-40B4-BE49-F238E27FC236}">
                <a16:creationId xmlns:a16="http://schemas.microsoft.com/office/drawing/2014/main" id="{7C793D27-9296-461C-878D-BA16CBD91587}"/>
              </a:ext>
            </a:extLst>
          </p:cNvPr>
          <p:cNvSpPr>
            <a:spLocks/>
          </p:cNvSpPr>
          <p:nvPr userDrawn="1"/>
        </p:nvSpPr>
        <p:spPr>
          <a:xfrm>
            <a:off x="10071105" y="896921"/>
            <a:ext cx="2124070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72 Brand" panose="020B0504030603020204" pitchFamily="34" charset="0"/>
                <a:ea typeface="72 Brand Medium" panose="02000000000000000000" pitchFamily="2" charset="0"/>
                <a:cs typeface="+mn-cs"/>
              </a:rPr>
              <a:t>For discussion</a:t>
            </a:r>
          </a:p>
        </p:txBody>
      </p:sp>
      <p:sp>
        <p:nvSpPr>
          <p:cNvPr id="134" name="Internal [Sticker]" hidden="1">
            <a:extLst>
              <a:ext uri="{FF2B5EF4-FFF2-40B4-BE49-F238E27FC236}">
                <a16:creationId xmlns:a16="http://schemas.microsoft.com/office/drawing/2014/main" id="{704CE42F-5A9B-4CC0-8048-99928A53C0C4}"/>
              </a:ext>
            </a:extLst>
          </p:cNvPr>
          <p:cNvSpPr>
            <a:spLocks/>
          </p:cNvSpPr>
          <p:nvPr userDrawn="1"/>
        </p:nvSpPr>
        <p:spPr>
          <a:xfrm>
            <a:off x="10071105" y="896921"/>
            <a:ext cx="2124070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72 Brand" panose="020B0504030603020204" pitchFamily="34" charset="0"/>
                <a:ea typeface="+mn-ea"/>
                <a:cs typeface="+mn-cs"/>
              </a:rPr>
              <a:t>Internal use only</a:t>
            </a:r>
          </a:p>
        </p:txBody>
      </p:sp>
      <p:sp>
        <p:nvSpPr>
          <p:cNvPr id="135" name="Final [Sticker]" hidden="1">
            <a:extLst>
              <a:ext uri="{FF2B5EF4-FFF2-40B4-BE49-F238E27FC236}">
                <a16:creationId xmlns:a16="http://schemas.microsoft.com/office/drawing/2014/main" id="{348603E9-9858-4213-9B5B-929AD136906A}"/>
              </a:ext>
            </a:extLst>
          </p:cNvPr>
          <p:cNvSpPr>
            <a:spLocks/>
          </p:cNvSpPr>
          <p:nvPr userDrawn="1"/>
        </p:nvSpPr>
        <p:spPr>
          <a:xfrm>
            <a:off x="10071105" y="896921"/>
            <a:ext cx="2124070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72 Brand" panose="020B0504030603020204" pitchFamily="34" charset="0"/>
                <a:ea typeface="+mn-ea"/>
                <a:cs typeface="+mn-cs"/>
              </a:rPr>
              <a:t>Final slide</a:t>
            </a:r>
          </a:p>
        </p:txBody>
      </p:sp>
      <p:sp>
        <p:nvSpPr>
          <p:cNvPr id="136" name="Backup [Sticker]" hidden="1">
            <a:extLst>
              <a:ext uri="{FF2B5EF4-FFF2-40B4-BE49-F238E27FC236}">
                <a16:creationId xmlns:a16="http://schemas.microsoft.com/office/drawing/2014/main" id="{7EEB833A-9AFC-4A66-8469-9D3897CE1E66}"/>
              </a:ext>
            </a:extLst>
          </p:cNvPr>
          <p:cNvSpPr>
            <a:spLocks/>
          </p:cNvSpPr>
          <p:nvPr userDrawn="1"/>
        </p:nvSpPr>
        <p:spPr>
          <a:xfrm>
            <a:off x="10071105" y="896921"/>
            <a:ext cx="2124070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72 Brand" panose="020B0504030603020204" pitchFamily="34" charset="0"/>
                <a:ea typeface="+mn-ea"/>
                <a:cs typeface="+mn-cs"/>
              </a:rPr>
              <a:t>Backup</a:t>
            </a:r>
          </a:p>
        </p:txBody>
      </p:sp>
      <p:sp>
        <p:nvSpPr>
          <p:cNvPr id="137" name="Update [Sticker]" hidden="1">
            <a:extLst>
              <a:ext uri="{FF2B5EF4-FFF2-40B4-BE49-F238E27FC236}">
                <a16:creationId xmlns:a16="http://schemas.microsoft.com/office/drawing/2014/main" id="{D41FF937-AB04-46EE-82EF-FCE26A919A7B}"/>
              </a:ext>
            </a:extLst>
          </p:cNvPr>
          <p:cNvSpPr>
            <a:spLocks/>
          </p:cNvSpPr>
          <p:nvPr userDrawn="1"/>
        </p:nvSpPr>
        <p:spPr>
          <a:xfrm>
            <a:off x="10071105" y="896921"/>
            <a:ext cx="2124070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72 Brand" panose="020B0504030603020204" pitchFamily="34" charset="0"/>
                <a:ea typeface="+mn-ea"/>
                <a:cs typeface="+mn-cs"/>
              </a:rPr>
              <a:t>Update data</a:t>
            </a:r>
          </a:p>
        </p:txBody>
      </p:sp>
      <p:sp>
        <p:nvSpPr>
          <p:cNvPr id="138" name="Dummy [Sticker]" hidden="1">
            <a:extLst>
              <a:ext uri="{FF2B5EF4-FFF2-40B4-BE49-F238E27FC236}">
                <a16:creationId xmlns:a16="http://schemas.microsoft.com/office/drawing/2014/main" id="{06C5579C-7A02-48D6-A733-4B9E6D9F1443}"/>
              </a:ext>
            </a:extLst>
          </p:cNvPr>
          <p:cNvSpPr>
            <a:spLocks/>
          </p:cNvSpPr>
          <p:nvPr userDrawn="1"/>
        </p:nvSpPr>
        <p:spPr>
          <a:xfrm>
            <a:off x="10071105" y="896920"/>
            <a:ext cx="2124070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72 Brand" panose="020B0504030603020204" pitchFamily="34" charset="0"/>
              </a:rPr>
              <a:t>Dummy data</a:t>
            </a:r>
          </a:p>
        </p:txBody>
      </p:sp>
      <p:sp>
        <p:nvSpPr>
          <p:cNvPr id="139" name="Formatting [Comment]" hidden="1">
            <a:extLst>
              <a:ext uri="{FF2B5EF4-FFF2-40B4-BE49-F238E27FC236}">
                <a16:creationId xmlns:a16="http://schemas.microsoft.com/office/drawing/2014/main" id="{89EB4C18-DFF3-4A27-ACBB-99DCDC8961A8}"/>
              </a:ext>
            </a:extLst>
          </p:cNvPr>
          <p:cNvSpPr>
            <a:spLocks/>
          </p:cNvSpPr>
          <p:nvPr userDrawn="1"/>
        </p:nvSpPr>
        <p:spPr>
          <a:xfrm>
            <a:off x="9483344" y="1097679"/>
            <a:ext cx="2479101" cy="1277432"/>
          </a:xfrm>
          <a:prstGeom prst="wedgeRectCallout">
            <a:avLst/>
          </a:prstGeom>
          <a:solidFill>
            <a:srgbClr val="FFFF00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lIns="143252" tIns="143252" rIns="143252" bIns="143252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&lt;initials&gt; &lt;date&gt;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yyyy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-MM-dd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hh:mm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&lt;/date&gt;: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A0A0A"/>
              </a:solidFill>
              <a:effectLst/>
              <a:uLnTx/>
              <a:uFillTx/>
              <a:latin typeface="72 Brand" panose="020B0504030603020204" pitchFamily="34" charset="0"/>
            </a:endParaRPr>
          </a:p>
        </p:txBody>
      </p:sp>
      <p:sp>
        <p:nvSpPr>
          <p:cNvPr id="140" name="Content [Comment]" hidden="1">
            <a:extLst>
              <a:ext uri="{FF2B5EF4-FFF2-40B4-BE49-F238E27FC236}">
                <a16:creationId xmlns:a16="http://schemas.microsoft.com/office/drawing/2014/main" id="{906252E7-98DB-45F0-8278-EB60F71B7340}"/>
              </a:ext>
            </a:extLst>
          </p:cNvPr>
          <p:cNvSpPr>
            <a:spLocks/>
          </p:cNvSpPr>
          <p:nvPr userDrawn="1"/>
        </p:nvSpPr>
        <p:spPr>
          <a:xfrm>
            <a:off x="9483344" y="1097671"/>
            <a:ext cx="2479101" cy="1277440"/>
          </a:xfrm>
          <a:prstGeom prst="wedgeRectCallout">
            <a:avLst/>
          </a:prstGeom>
          <a:solidFill>
            <a:srgbClr val="FFFF00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lIns="143252" tIns="143252" rIns="143252" bIns="143252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&lt;initials&gt; &lt;date&gt;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yyyy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-MM-dd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hh:mm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&lt;/date&gt;: </a:t>
            </a:r>
          </a:p>
        </p:txBody>
      </p:sp>
      <p:sp>
        <p:nvSpPr>
          <p:cNvPr id="141" name="Draft [Sticker]" hidden="1">
            <a:extLst>
              <a:ext uri="{FF2B5EF4-FFF2-40B4-BE49-F238E27FC236}">
                <a16:creationId xmlns:a16="http://schemas.microsoft.com/office/drawing/2014/main" id="{904633E3-6BC9-4C5E-B74A-8B9D4AE95B20}"/>
              </a:ext>
            </a:extLst>
          </p:cNvPr>
          <p:cNvSpPr/>
          <p:nvPr userDrawn="1"/>
        </p:nvSpPr>
        <p:spPr bwMode="gray">
          <a:xfrm rot="18900000">
            <a:off x="2916643" y="2819462"/>
            <a:ext cx="6361889" cy="1219077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88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3408294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80" r:id="rId2"/>
    <p:sldLayoutId id="2147483787" r:id="rId3"/>
    <p:sldLayoutId id="2147483777" r:id="rId4"/>
    <p:sldLayoutId id="2147483788" r:id="rId5"/>
    <p:sldLayoutId id="2147483789" r:id="rId6"/>
    <p:sldLayoutId id="2147483790" r:id="rId7"/>
    <p:sldLayoutId id="2147483791" r:id="rId8"/>
    <p:sldLayoutId id="2147483792" r:id="rId9"/>
    <p:sldLayoutId id="2147483793" r:id="rId10"/>
    <p:sldLayoutId id="2147483794" r:id="rId11"/>
    <p:sldLayoutId id="2147483741" r:id="rId12"/>
    <p:sldLayoutId id="2147483765" r:id="rId13"/>
    <p:sldLayoutId id="2147483767" r:id="rId14"/>
    <p:sldLayoutId id="2147483786" r:id="rId15"/>
    <p:sldLayoutId id="2147483743" r:id="rId16"/>
    <p:sldLayoutId id="2147483774" r:id="rId17"/>
    <p:sldLayoutId id="2147483745" r:id="rId18"/>
    <p:sldLayoutId id="2147483760" r:id="rId19"/>
    <p:sldLayoutId id="2147483768" r:id="rId20"/>
    <p:sldLayoutId id="2147483769" r:id="rId21"/>
    <p:sldLayoutId id="2147483770" r:id="rId22"/>
    <p:sldLayoutId id="2147483744" r:id="rId23"/>
    <p:sldLayoutId id="2147483757" r:id="rId24"/>
    <p:sldLayoutId id="2147483771" r:id="rId25"/>
    <p:sldLayoutId id="2147483763" r:id="rId26"/>
    <p:sldLayoutId id="2147483751" r:id="rId27"/>
    <p:sldLayoutId id="2147483756" r:id="rId28"/>
    <p:sldLayoutId id="2147483740" r:id="rId29"/>
  </p:sldLayoutIdLst>
  <p:hf hdr="0" ftr="0" dt="0"/>
  <p:txStyles>
    <p:titleStyle>
      <a:lvl1pPr algn="l" defTabSz="1088558" rtl="0" eaLnBrk="1" latinLnBrk="0" hangingPunct="1">
        <a:spcBef>
          <a:spcPct val="0"/>
        </a:spcBef>
        <a:buNone/>
        <a:defRPr sz="2400" b="0" i="0" kern="1200" baseline="0">
          <a:solidFill>
            <a:schemeClr val="tx1"/>
          </a:solidFill>
          <a:latin typeface="72 Brand Medium" panose="020B0504030603020204" pitchFamily="34" charset="0"/>
          <a:ea typeface="+mj-ea"/>
          <a:cs typeface="+mj-cs"/>
        </a:defRPr>
      </a:lvl1pPr>
    </p:titleStyle>
    <p:bodyStyle>
      <a:lvl1pPr marL="0" indent="0" algn="l" defTabSz="1088558" rtl="0" eaLnBrk="1" latinLnBrk="0" hangingPunct="1">
        <a:spcBef>
          <a:spcPts val="1800"/>
        </a:spcBef>
        <a:buClrTx/>
        <a:buSzPct val="80000"/>
        <a:buFont typeface="72 Brand" panose="02000000000000000000" pitchFamily="2" charset="0"/>
        <a:buChar char="​"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179964" indent="-179964" algn="l" defTabSz="1088558" rtl="0" eaLnBrk="1" latinLnBrk="0" hangingPunct="1">
        <a:spcBef>
          <a:spcPts val="600"/>
        </a:spcBef>
        <a:buClr>
          <a:schemeClr val="tx1"/>
        </a:buClr>
        <a:buSzPct val="100000"/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358775" indent="-179388" algn="l" defTabSz="1088558" rtl="0" eaLnBrk="1" latinLnBrk="0" hangingPunct="1">
        <a:spcBef>
          <a:spcPts val="300"/>
        </a:spcBef>
        <a:buClr>
          <a:schemeClr val="tx1"/>
        </a:buClr>
        <a:buSzPct val="100000"/>
        <a:buFont typeface="Arial" panose="020B0604020202020204" pitchFamily="34" charset="0"/>
        <a:buChar char="–"/>
        <a:defRPr lang="en-US" sz="18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539892" indent="-179964" algn="l" defTabSz="1088558" rtl="0" eaLnBrk="1" latinLnBrk="0" hangingPunct="1">
        <a:spcBef>
          <a:spcPts val="300"/>
        </a:spcBef>
        <a:buClr>
          <a:schemeClr val="tx1"/>
        </a:buClr>
        <a:buSzPct val="80000"/>
        <a:buFont typeface="Courier New" panose="02070309020205020404" pitchFamily="49" charset="0"/>
        <a:buChar char="o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719856" indent="-179964" algn="l" defTabSz="1088558" rtl="0" eaLnBrk="1" latinLnBrk="0" hangingPunct="1">
        <a:spcBef>
          <a:spcPts val="100"/>
        </a:spcBef>
        <a:buClr>
          <a:schemeClr val="tx1"/>
        </a:buClr>
        <a:buSzPct val="100000"/>
        <a:buFont typeface="Symbol" panose="05050102010706020507" pitchFamily="18" charset="2"/>
        <a:buChar char="-"/>
        <a:defRPr sz="1400" b="0" i="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993535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37814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082093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26373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4279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8558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2837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711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139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5675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09954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4233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customXml" Target="../../customXml/item32.xml"/><Relationship Id="rId1" Type="http://schemas.openxmlformats.org/officeDocument/2006/relationships/customXml" Target="../../customXml/item38.xml"/><Relationship Id="rId5" Type="http://schemas.openxmlformats.org/officeDocument/2006/relationships/image" Target="../media/image8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customXml" Target="../../customXml/item18.xml"/><Relationship Id="rId1" Type="http://schemas.openxmlformats.org/officeDocument/2006/relationships/customXml" Target="../../customXml/item5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customXml" Target="../../customXml/item2.xml"/><Relationship Id="rId1" Type="http://schemas.openxmlformats.org/officeDocument/2006/relationships/customXml" Target="../../customXml/item30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130.xml"/><Relationship Id="rId13" Type="http://schemas.openxmlformats.org/officeDocument/2006/relationships/notesSlide" Target="../notesSlides/notesSlide4.xml"/><Relationship Id="rId3" Type="http://schemas.openxmlformats.org/officeDocument/2006/relationships/tags" Target="../tags/tag125.xml"/><Relationship Id="rId7" Type="http://schemas.openxmlformats.org/officeDocument/2006/relationships/tags" Target="../tags/tag129.xml"/><Relationship Id="rId12" Type="http://schemas.openxmlformats.org/officeDocument/2006/relationships/slideLayout" Target="../slideLayouts/slideLayout17.xml"/><Relationship Id="rId2" Type="http://schemas.openxmlformats.org/officeDocument/2006/relationships/customXml" Target="../../customXml/item27.xml"/><Relationship Id="rId1" Type="http://schemas.openxmlformats.org/officeDocument/2006/relationships/customXml" Target="../../customXml/item6.xml"/><Relationship Id="rId6" Type="http://schemas.openxmlformats.org/officeDocument/2006/relationships/tags" Target="../tags/tag128.xml"/><Relationship Id="rId11" Type="http://schemas.openxmlformats.org/officeDocument/2006/relationships/tags" Target="../tags/tag133.xml"/><Relationship Id="rId5" Type="http://schemas.openxmlformats.org/officeDocument/2006/relationships/tags" Target="../tags/tag127.xml"/><Relationship Id="rId15" Type="http://schemas.openxmlformats.org/officeDocument/2006/relationships/image" Target="../media/image10.png"/><Relationship Id="rId10" Type="http://schemas.openxmlformats.org/officeDocument/2006/relationships/tags" Target="../tags/tag132.xml"/><Relationship Id="rId4" Type="http://schemas.openxmlformats.org/officeDocument/2006/relationships/tags" Target="../tags/tag126.xml"/><Relationship Id="rId9" Type="http://schemas.openxmlformats.org/officeDocument/2006/relationships/tags" Target="../tags/tag131.xml"/><Relationship Id="rId1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customXml" Target="../../customXml/item1.xml"/><Relationship Id="rId1" Type="http://schemas.openxmlformats.org/officeDocument/2006/relationships/customXml" Target="../../customXml/item37.xml"/><Relationship Id="rId5" Type="http://schemas.openxmlformats.org/officeDocument/2006/relationships/image" Target="../media/image9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tags" Target="../tags/tag134.xml"/><Relationship Id="rId7" Type="http://schemas.openxmlformats.org/officeDocument/2006/relationships/tags" Target="../tags/tag138.xml"/><Relationship Id="rId12" Type="http://schemas.openxmlformats.org/officeDocument/2006/relationships/image" Target="../media/image11.png"/><Relationship Id="rId2" Type="http://schemas.openxmlformats.org/officeDocument/2006/relationships/customXml" Target="../../customXml/item11.xml"/><Relationship Id="rId1" Type="http://schemas.openxmlformats.org/officeDocument/2006/relationships/customXml" Target="../../customXml/item17.xml"/><Relationship Id="rId6" Type="http://schemas.openxmlformats.org/officeDocument/2006/relationships/tags" Target="../tags/tag137.xml"/><Relationship Id="rId11" Type="http://schemas.openxmlformats.org/officeDocument/2006/relationships/image" Target="../media/image9.png"/><Relationship Id="rId5" Type="http://schemas.openxmlformats.org/officeDocument/2006/relationships/tags" Target="../tags/tag136.xml"/><Relationship Id="rId10" Type="http://schemas.openxmlformats.org/officeDocument/2006/relationships/image" Target="../media/image10.png"/><Relationship Id="rId4" Type="http://schemas.openxmlformats.org/officeDocument/2006/relationships/tags" Target="../tags/tag135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customXml" Target="../../customXml/item13.xml"/><Relationship Id="rId1" Type="http://schemas.openxmlformats.org/officeDocument/2006/relationships/customXml" Target="../../customXml/item34.xml"/><Relationship Id="rId5" Type="http://schemas.openxmlformats.org/officeDocument/2006/relationships/hyperlink" Target="https://help.sap.com/docs/hana-cloud-database/sap-hana-cloud-sap-hana-database-administration-guide/api-commands" TargetMode="Externa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7" Type="http://schemas.openxmlformats.org/officeDocument/2006/relationships/image" Target="../media/image14.png"/><Relationship Id="rId2" Type="http://schemas.openxmlformats.org/officeDocument/2006/relationships/customXml" Target="../../customXml/item29.xml"/><Relationship Id="rId1" Type="http://schemas.openxmlformats.org/officeDocument/2006/relationships/customXml" Target="../../customXml/item19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7" Type="http://schemas.openxmlformats.org/officeDocument/2006/relationships/image" Target="../media/image17.png"/><Relationship Id="rId2" Type="http://schemas.openxmlformats.org/officeDocument/2006/relationships/customXml" Target="../../customXml/item33.xml"/><Relationship Id="rId1" Type="http://schemas.openxmlformats.org/officeDocument/2006/relationships/customXml" Target="../../customXml/item39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customXml" Target="../../customXml/item16.xml"/><Relationship Id="rId1" Type="http://schemas.openxmlformats.org/officeDocument/2006/relationships/customXml" Target="../../customXml/item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customXml" Target="../../customXml/item15.xml"/><Relationship Id="rId1" Type="http://schemas.openxmlformats.org/officeDocument/2006/relationships/customXml" Target="../../customXml/item9.xml"/><Relationship Id="rId4" Type="http://schemas.openxmlformats.org/officeDocument/2006/relationships/notesSlide" Target="../notesSlides/notesSlide10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learning.sap.com/learning-journeys/develop-data-models-with-sap-hana-cloud/defining-mds-cubes" TargetMode="External"/><Relationship Id="rId3" Type="http://schemas.openxmlformats.org/officeDocument/2006/relationships/slideLayout" Target="../slideLayouts/slideLayout17.xml"/><Relationship Id="rId7" Type="http://schemas.openxmlformats.org/officeDocument/2006/relationships/hyperlink" Target="https://help.sap.com/docs/hana-cloud-database/sap-hana-cloud-sap-hana-database-modeling-guide-for-sap-business-application-studio/0e5f70d8c7204cc69839aa9452717753.html" TargetMode="External"/><Relationship Id="rId2" Type="http://schemas.openxmlformats.org/officeDocument/2006/relationships/customXml" Target="../../customXml/item12.xml"/><Relationship Id="rId1" Type="http://schemas.openxmlformats.org/officeDocument/2006/relationships/customXml" Target="../../customXml/item4.xml"/><Relationship Id="rId6" Type="http://schemas.openxmlformats.org/officeDocument/2006/relationships/hyperlink" Target="https://help.sap.com/docs/hana-cloud-database/sap-hana-cloud-sap-hana-database-administration-guide/api-for-managing-mds-cubes" TargetMode="External"/><Relationship Id="rId5" Type="http://schemas.openxmlformats.org/officeDocument/2006/relationships/hyperlink" Target="https://help.sap.com/docs/hana-cloud-database/sap-hana-cloud-sap-hana-database-administration-guide/administration-of-mds-cubes" TargetMode="External"/><Relationship Id="rId4" Type="http://schemas.openxmlformats.org/officeDocument/2006/relationships/hyperlink" Target="https://community.sap.com/t5/technology-blog-posts-by-sap/speeding-up-analytics-reporting-with-the-sap-hana-cloud-analytics/ba-p/13917350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9.xml"/><Relationship Id="rId2" Type="http://schemas.openxmlformats.org/officeDocument/2006/relationships/customXml" Target="../../customXml/item22.xml"/><Relationship Id="rId1" Type="http://schemas.openxmlformats.org/officeDocument/2006/relationships/customXml" Target="../../customXml/item20.xml"/><Relationship Id="rId4" Type="http://schemas.openxmlformats.org/officeDocument/2006/relationships/notesSlide" Target="../notesSlides/notesSlide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customXml" Target="../../customXml/item28.xml"/><Relationship Id="rId1" Type="http://schemas.openxmlformats.org/officeDocument/2006/relationships/customXml" Target="../../customXml/item21.xml"/><Relationship Id="rId4" Type="http://schemas.openxmlformats.org/officeDocument/2006/relationships/notesSlide" Target="../notesSlides/notesSlide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customXml" Target="../../customXml/item36.xml"/><Relationship Id="rId1" Type="http://schemas.openxmlformats.org/officeDocument/2006/relationships/customXml" Target="../../customXml/item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customXml" Target="../../customXml/item8.xml"/><Relationship Id="rId1" Type="http://schemas.openxmlformats.org/officeDocument/2006/relationships/customXml" Target="../../customXml/item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customXml" Target="../../customXml/item26.xml"/><Relationship Id="rId1" Type="http://schemas.openxmlformats.org/officeDocument/2006/relationships/customXml" Target="../../customXml/item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134752C8-1E80-B141-5BC9-264FD3E52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SAP HANA Cloud</a:t>
            </a:r>
            <a:br>
              <a:rPr lang="en-US" dirty="0"/>
            </a:br>
            <a:r>
              <a:rPr lang="en-US" dirty="0"/>
              <a:t>MDS Cubes</a:t>
            </a:r>
          </a:p>
        </p:txBody>
      </p:sp>
      <p:sp>
        <p:nvSpPr>
          <p:cNvPr id="2" name="Spaker name - Dynamic" descr="{&quot;templafy&quot;:{&quot;id&quot;:&quot;c2ff8dce-e89f-4516-a206-269a7586aff1&quot;}}">
            <a:extLst>
              <a:ext uri="{FF2B5EF4-FFF2-40B4-BE49-F238E27FC236}">
                <a16:creationId xmlns:a16="http://schemas.microsoft.com/office/drawing/2014/main" id="{E0BFCFDD-1D42-358F-BC70-8570C4C662EF}"/>
              </a:ext>
            </a:extLst>
          </p:cNvPr>
          <p:cNvSpPr txBox="1">
            <a:spLocks/>
          </p:cNvSpPr>
          <p:nvPr/>
        </p:nvSpPr>
        <p:spPr>
          <a:xfrm>
            <a:off x="287338" y="4303486"/>
            <a:ext cx="5402236" cy="22314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l"/>
            <a:r>
              <a:rPr lang="en-US" sz="1400" dirty="0">
                <a:latin typeface="72 Brand" panose="020B0504030603020204" pitchFamily="34" charset="0"/>
                <a:cs typeface="72" panose="020B0503030000000003" pitchFamily="34" charset="0"/>
              </a:rPr>
              <a:t>Bastian Bremerich, SAP</a:t>
            </a:r>
          </a:p>
        </p:txBody>
      </p:sp>
      <p:sp>
        <p:nvSpPr>
          <p:cNvPr id="3" name="Date - Dynamic" descr="{&quot;templafy&quot;:{&quot;id&quot;:&quot;b189a469-57f1-44d9-b0e4-21f6970a07c4&quot;}}">
            <a:extLst>
              <a:ext uri="{FF2B5EF4-FFF2-40B4-BE49-F238E27FC236}">
                <a16:creationId xmlns:a16="http://schemas.microsoft.com/office/drawing/2014/main" id="{9E1171E2-38D8-8239-71E9-69DC21FF73B2}"/>
              </a:ext>
            </a:extLst>
          </p:cNvPr>
          <p:cNvSpPr txBox="1">
            <a:spLocks/>
          </p:cNvSpPr>
          <p:nvPr/>
        </p:nvSpPr>
        <p:spPr>
          <a:xfrm>
            <a:off x="288000" y="4534259"/>
            <a:ext cx="5402236" cy="22314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l"/>
            <a:r>
              <a:rPr lang="en-US" sz="1400" dirty="0">
                <a:latin typeface="72 Brand" panose="020B0504030603020204" pitchFamily="34" charset="0"/>
                <a:cs typeface="72" panose="020B0503030000000003" pitchFamily="34" charset="0"/>
              </a:rPr>
              <a:t>July 10, 2025</a:t>
            </a:r>
          </a:p>
        </p:txBody>
      </p:sp>
      <p:pic>
        <p:nvPicPr>
          <p:cNvPr id="18" name="Picture Placeholder 14">
            <a:extLst>
              <a:ext uri="{FF2B5EF4-FFF2-40B4-BE49-F238E27FC236}">
                <a16:creationId xmlns:a16="http://schemas.microsoft.com/office/drawing/2014/main" id="{6D39BC90-CF11-3E9B-D0F0-AE61667F4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95" b="195"/>
          <a:stretch/>
        </p:blipFill>
        <p:spPr bwMode="black">
          <a:prstGeom prst="rect">
            <a:avLst/>
          </a:prstGeom>
        </p:spPr>
      </p:pic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3168741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"/>
          <p:cNvSpPr>
            <a:spLocks noGrp="1"/>
          </p:cNvSpPr>
          <p:nvPr>
            <p:ph type="title"/>
          </p:nvPr>
        </p:nvSpPr>
        <p:spPr bwMode="gray"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MDS Cube |</a:t>
            </a:r>
            <a:r>
              <a:rPr lang="en-US" dirty="0"/>
              <a:t> Introduction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01E04F-6056-D519-8214-081FCBB760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4000" y="1548000"/>
            <a:ext cx="11186477" cy="4787900"/>
          </a:xfrm>
        </p:spPr>
        <p:txBody>
          <a:bodyPr/>
          <a:lstStyle/>
          <a:p>
            <a:r>
              <a:rPr lang="en-US" dirty="0"/>
              <a:t>MDS Cube</a:t>
            </a:r>
          </a:p>
          <a:p>
            <a:pPr lvl="1"/>
            <a:r>
              <a:rPr lang="en-US" dirty="0"/>
              <a:t>HANA Cloud only feature</a:t>
            </a:r>
          </a:p>
          <a:p>
            <a:pPr marL="0" lvl="1" indent="0">
              <a:buNone/>
            </a:pPr>
            <a:endParaRPr lang="en-US" dirty="0"/>
          </a:p>
          <a:p>
            <a:pPr marL="0" lvl="1" indent="0">
              <a:buNone/>
            </a:pPr>
            <a:r>
              <a:rPr lang="en-US" dirty="0"/>
              <a:t>Target Scenarios</a:t>
            </a:r>
          </a:p>
          <a:p>
            <a:pPr lvl="1"/>
            <a:r>
              <a:rPr lang="en-US" b="1" noProof="0" dirty="0"/>
              <a:t>SAP Analytics Cloud on HANA Cloud via live connection</a:t>
            </a:r>
          </a:p>
          <a:p>
            <a:pPr lvl="1"/>
            <a:r>
              <a:rPr lang="en-US" dirty="0"/>
              <a:t>SAP Analytics Cloud native models</a:t>
            </a:r>
          </a:p>
          <a:p>
            <a:pPr lvl="2"/>
            <a:r>
              <a:rPr lang="en-US" noProof="0" dirty="0"/>
              <a:t>SAP Analytics Cloud simulation </a:t>
            </a:r>
            <a:r>
              <a:rPr lang="en-US" sz="1200" noProof="0" dirty="0"/>
              <a:t>(development in progress)</a:t>
            </a:r>
          </a:p>
          <a:p>
            <a:pPr lvl="2"/>
            <a:r>
              <a:rPr lang="en-US" dirty="0"/>
              <a:t>SAP Analytics Cloud planning </a:t>
            </a:r>
            <a:r>
              <a:rPr lang="en-US" sz="1200" dirty="0"/>
              <a:t>(planned)</a:t>
            </a:r>
          </a:p>
          <a:p>
            <a:pPr lvl="2"/>
            <a:r>
              <a:rPr lang="en-US" dirty="0"/>
              <a:t>SAP Analytics Cloud live connectivity </a:t>
            </a:r>
            <a:r>
              <a:rPr lang="en-US" sz="1200" dirty="0"/>
              <a:t>(in elaboration)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2329367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genda items">
            <a:extLst>
              <a:ext uri="{FF2B5EF4-FFF2-40B4-BE49-F238E27FC236}">
                <a16:creationId xmlns:a16="http://schemas.microsoft.com/office/drawing/2014/main" id="{0CC17589-C1DB-85A5-21E7-2F3F00C63FBB}"/>
              </a:ext>
            </a:extLst>
          </p:cNvPr>
          <p:cNvSpPr txBox="1">
            <a:spLocks/>
          </p:cNvSpPr>
          <p:nvPr/>
        </p:nvSpPr>
        <p:spPr bwMode="gray">
          <a:xfrm>
            <a:off x="504000" y="1483346"/>
            <a:ext cx="11186477" cy="47879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1088558" rtl="0" eaLnBrk="1" latinLnBrk="0" hangingPunct="1">
              <a:spcBef>
                <a:spcPts val="1800"/>
              </a:spcBef>
              <a:buClrTx/>
              <a:buSzPct val="80000"/>
              <a:buFont typeface="72 Brand" panose="02000000000000000000" pitchFamily="2" charset="0"/>
              <a:buChar char="​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9964" indent="-179964" algn="l" defTabSz="1088558" rtl="0" eaLnBrk="1" latinLnBrk="0" hangingPunct="1">
              <a:spcBef>
                <a:spcPts val="6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79388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–"/>
              <a:defRPr lang="en-US" sz="18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892" indent="-179964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80000"/>
              <a:buFont typeface="Courier New" panose="02070309020205020404" pitchFamily="49" charset="0"/>
              <a:buChar char="o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856" indent="-179964" algn="l" defTabSz="1088558" rtl="0" eaLnBrk="1" latinLnBrk="0" hangingPunct="1">
              <a:spcBef>
                <a:spcPts val="100"/>
              </a:spcBef>
              <a:buClr>
                <a:schemeClr val="tx1"/>
              </a:buClr>
              <a:buSzPct val="100000"/>
              <a:buFont typeface="Symbol" panose="05050102010706020507" pitchFamily="18" charset="2"/>
              <a:buChar char="-"/>
              <a:defRPr sz="14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3535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37814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08209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2637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buFont typeface="Arial" panose="020B0604020202020204" pitchFamily="34" charset="0"/>
              <a:buNone/>
            </a:pPr>
            <a:r>
              <a:rPr lang="en-US" sz="2000" dirty="0"/>
              <a:t>SAP Analytics Cloud reporting challenges</a:t>
            </a:r>
          </a:p>
          <a:p>
            <a:pPr lvl="1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Technical background &amp; MDS Cube architecture</a:t>
            </a:r>
          </a:p>
          <a:p>
            <a:r>
              <a:rPr lang="en-US" dirty="0"/>
              <a:t>SAP Analytics Cloud reporting with MDS Cube</a:t>
            </a:r>
          </a:p>
          <a:p>
            <a:pPr lvl="1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Customer instance load test</a:t>
            </a:r>
          </a:p>
          <a:p>
            <a:r>
              <a:rPr lang="en-US" dirty="0"/>
              <a:t>Demo: MDS Cube lifecycle</a:t>
            </a:r>
          </a:p>
          <a:p>
            <a:pPr lvl="1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Create &amp; use MDS Cube</a:t>
            </a:r>
          </a:p>
          <a:p>
            <a:r>
              <a:rPr lang="en-US" dirty="0"/>
              <a:t>State of development</a:t>
            </a:r>
          </a:p>
        </p:txBody>
      </p:sp>
      <p:sp>
        <p:nvSpPr>
          <p:cNvPr id="2" name="Agenda"/>
          <p:cNvSpPr>
            <a:spLocks noGrp="1"/>
          </p:cNvSpPr>
          <p:nvPr>
            <p:ph type="title"/>
          </p:nvPr>
        </p:nvSpPr>
        <p:spPr bwMode="gray">
          <a:xfrm>
            <a:off x="504000" y="505381"/>
            <a:ext cx="11186476" cy="369332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MDS Cube |</a:t>
            </a:r>
            <a:r>
              <a:rPr lang="en-US" dirty="0"/>
              <a:t> Agenda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508509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"/>
          <p:cNvSpPr>
            <a:spLocks noGrp="1"/>
          </p:cNvSpPr>
          <p:nvPr>
            <p:ph type="title"/>
          </p:nvPr>
        </p:nvSpPr>
        <p:spPr bwMode="gray"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Technical Background |</a:t>
            </a:r>
            <a:r>
              <a:rPr lang="en-US" dirty="0"/>
              <a:t> SAC Dashboards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E1CCE0-5CCD-ABE5-60B6-9913D977566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956642" y="2681390"/>
            <a:ext cx="5652964" cy="3223127"/>
          </a:xfrm>
          <a:prstGeom prst="rect">
            <a:avLst/>
          </a:prstGeom>
        </p:spPr>
      </p:pic>
      <p:pic>
        <p:nvPicPr>
          <p:cNvPr id="58" name="Picture 57" descr="ID 305144 - Computer Person">
            <a:extLst>
              <a:ext uri="{FF2B5EF4-FFF2-40B4-BE49-F238E27FC236}">
                <a16:creationId xmlns:a16="http://schemas.microsoft.com/office/drawing/2014/main" id="{F042919D-561C-A472-39D4-62A04F5E7A4E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 rotWithShape="1">
          <a:blip r:embed="rId15"/>
          <a:srcRect l="-1" t="-1" r="-2611" b="1064"/>
          <a:stretch/>
        </p:blipFill>
        <p:spPr>
          <a:xfrm>
            <a:off x="1866215" y="1360984"/>
            <a:ext cx="710731" cy="685277"/>
          </a:xfrm>
          <a:prstGeom prst="rect">
            <a:avLst/>
          </a:prstGeom>
        </p:spPr>
      </p:pic>
      <p:pic>
        <p:nvPicPr>
          <p:cNvPr id="2" name="Picture 1" descr="ID 305144 - Computer Person">
            <a:extLst>
              <a:ext uri="{FF2B5EF4-FFF2-40B4-BE49-F238E27FC236}">
                <a16:creationId xmlns:a16="http://schemas.microsoft.com/office/drawing/2014/main" id="{1716F9BB-9552-0CE2-22CB-BF8A918CAB5B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 rotWithShape="1">
          <a:blip r:embed="rId15"/>
          <a:srcRect l="-1" t="-1" r="-2611" b="1064"/>
          <a:stretch/>
        </p:blipFill>
        <p:spPr>
          <a:xfrm>
            <a:off x="2756601" y="1360983"/>
            <a:ext cx="710731" cy="685277"/>
          </a:xfrm>
          <a:prstGeom prst="rect">
            <a:avLst/>
          </a:prstGeom>
        </p:spPr>
      </p:pic>
      <p:pic>
        <p:nvPicPr>
          <p:cNvPr id="3" name="Picture 2" descr="ID 305144 - Computer Person">
            <a:extLst>
              <a:ext uri="{FF2B5EF4-FFF2-40B4-BE49-F238E27FC236}">
                <a16:creationId xmlns:a16="http://schemas.microsoft.com/office/drawing/2014/main" id="{74BBBC62-C331-71BB-C0E5-81AAFA15DC09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 rotWithShape="1">
          <a:blip r:embed="rId15"/>
          <a:srcRect l="-1" t="-1" r="-2611" b="1064"/>
          <a:stretch/>
        </p:blipFill>
        <p:spPr>
          <a:xfrm>
            <a:off x="3646987" y="1360982"/>
            <a:ext cx="710731" cy="685277"/>
          </a:xfrm>
          <a:prstGeom prst="rect">
            <a:avLst/>
          </a:prstGeom>
        </p:spPr>
      </p:pic>
      <p:pic>
        <p:nvPicPr>
          <p:cNvPr id="4" name="Picture 3" descr="ID 305144 - Computer Person">
            <a:extLst>
              <a:ext uri="{FF2B5EF4-FFF2-40B4-BE49-F238E27FC236}">
                <a16:creationId xmlns:a16="http://schemas.microsoft.com/office/drawing/2014/main" id="{01A9ADC6-D057-F00A-3DF1-9EE67E98A298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 rotWithShape="1">
          <a:blip r:embed="rId15"/>
          <a:srcRect l="-1" t="-1" r="-2611" b="1064"/>
          <a:stretch/>
        </p:blipFill>
        <p:spPr>
          <a:xfrm>
            <a:off x="4537373" y="1360981"/>
            <a:ext cx="710731" cy="685277"/>
          </a:xfrm>
          <a:prstGeom prst="rect">
            <a:avLst/>
          </a:prstGeom>
        </p:spPr>
      </p:pic>
      <p:pic>
        <p:nvPicPr>
          <p:cNvPr id="6" name="Picture 5" descr="ID 305144 - Computer Person">
            <a:extLst>
              <a:ext uri="{FF2B5EF4-FFF2-40B4-BE49-F238E27FC236}">
                <a16:creationId xmlns:a16="http://schemas.microsoft.com/office/drawing/2014/main" id="{244E8EEC-62A9-1BFD-E9B1-5C7E5EE1AC63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 rotWithShape="1">
          <a:blip r:embed="rId15"/>
          <a:srcRect l="-1" t="-1" r="-2611" b="1064"/>
          <a:stretch/>
        </p:blipFill>
        <p:spPr>
          <a:xfrm>
            <a:off x="5427759" y="1360980"/>
            <a:ext cx="710731" cy="685277"/>
          </a:xfrm>
          <a:prstGeom prst="rect">
            <a:avLst/>
          </a:prstGeom>
        </p:spPr>
      </p:pic>
      <p:pic>
        <p:nvPicPr>
          <p:cNvPr id="14" name="Picture 13" descr="ID 305144 - Computer Person">
            <a:extLst>
              <a:ext uri="{FF2B5EF4-FFF2-40B4-BE49-F238E27FC236}">
                <a16:creationId xmlns:a16="http://schemas.microsoft.com/office/drawing/2014/main" id="{07F95ECF-CC7F-7394-D116-02CD0CCC84DD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 rotWithShape="1">
          <a:blip r:embed="rId15"/>
          <a:srcRect l="-1" t="-1" r="-2611" b="1064"/>
          <a:stretch/>
        </p:blipFill>
        <p:spPr>
          <a:xfrm>
            <a:off x="6318145" y="1360979"/>
            <a:ext cx="710731" cy="685277"/>
          </a:xfrm>
          <a:prstGeom prst="rect">
            <a:avLst/>
          </a:prstGeom>
        </p:spPr>
      </p:pic>
      <p:pic>
        <p:nvPicPr>
          <p:cNvPr id="15" name="Picture 14" descr="ID 305144 - Computer Person">
            <a:extLst>
              <a:ext uri="{FF2B5EF4-FFF2-40B4-BE49-F238E27FC236}">
                <a16:creationId xmlns:a16="http://schemas.microsoft.com/office/drawing/2014/main" id="{6D866622-BEB4-3187-2E4E-82160CB0B450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 rotWithShape="1">
          <a:blip r:embed="rId15"/>
          <a:srcRect l="-1" t="-1" r="-2611" b="1064"/>
          <a:stretch/>
        </p:blipFill>
        <p:spPr>
          <a:xfrm>
            <a:off x="7208531" y="1360978"/>
            <a:ext cx="710731" cy="685277"/>
          </a:xfrm>
          <a:prstGeom prst="rect">
            <a:avLst/>
          </a:prstGeom>
        </p:spPr>
      </p:pic>
      <p:pic>
        <p:nvPicPr>
          <p:cNvPr id="18" name="Picture 17" descr="ID 305144 - Computer Person">
            <a:extLst>
              <a:ext uri="{FF2B5EF4-FFF2-40B4-BE49-F238E27FC236}">
                <a16:creationId xmlns:a16="http://schemas.microsoft.com/office/drawing/2014/main" id="{C4D94FB2-DDD8-8BFF-CFFB-52AAAA9D2B60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 rotWithShape="1">
          <a:blip r:embed="rId15"/>
          <a:srcRect l="-1" t="-1" r="-2611" b="1064"/>
          <a:stretch/>
        </p:blipFill>
        <p:spPr>
          <a:xfrm>
            <a:off x="8098917" y="1360977"/>
            <a:ext cx="710731" cy="685277"/>
          </a:xfrm>
          <a:prstGeom prst="rect">
            <a:avLst/>
          </a:prstGeom>
        </p:spPr>
      </p:pic>
      <p:pic>
        <p:nvPicPr>
          <p:cNvPr id="19" name="Picture 18" descr="ID 305144 - Computer Person">
            <a:extLst>
              <a:ext uri="{FF2B5EF4-FFF2-40B4-BE49-F238E27FC236}">
                <a16:creationId xmlns:a16="http://schemas.microsoft.com/office/drawing/2014/main" id="{91BD932A-A70C-4BC2-A635-86A503865D45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 rotWithShape="1">
          <a:blip r:embed="rId15"/>
          <a:srcRect l="-1" t="-1" r="-2611" b="1064"/>
          <a:stretch/>
        </p:blipFill>
        <p:spPr>
          <a:xfrm>
            <a:off x="8989303" y="1360976"/>
            <a:ext cx="710731" cy="685277"/>
          </a:xfrm>
          <a:prstGeom prst="rect">
            <a:avLst/>
          </a:prstGeom>
        </p:spPr>
      </p:pic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636D1116-2993-717E-316E-528D19E60BE8}"/>
              </a:ext>
            </a:extLst>
          </p:cNvPr>
          <p:cNvCxnSpPr>
            <a:stCxn id="58" idx="2"/>
            <a:endCxn id="7" idx="0"/>
          </p:cNvCxnSpPr>
          <p:nvPr/>
        </p:nvCxnSpPr>
        <p:spPr>
          <a:xfrm rot="16200000" flipH="1">
            <a:off x="3684788" y="583053"/>
            <a:ext cx="635129" cy="3561543"/>
          </a:xfrm>
          <a:prstGeom prst="bentConnector3">
            <a:avLst/>
          </a:prstGeom>
          <a:ln w="635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189ED51F-973B-B09E-1D34-560CC71941D0}"/>
              </a:ext>
            </a:extLst>
          </p:cNvPr>
          <p:cNvCxnSpPr>
            <a:cxnSpLocks/>
            <a:stCxn id="2" idx="2"/>
            <a:endCxn id="7" idx="0"/>
          </p:cNvCxnSpPr>
          <p:nvPr/>
        </p:nvCxnSpPr>
        <p:spPr>
          <a:xfrm rot="16200000" flipH="1">
            <a:off x="4129980" y="1028246"/>
            <a:ext cx="635130" cy="2671157"/>
          </a:xfrm>
          <a:prstGeom prst="bentConnector3">
            <a:avLst>
              <a:gd name="adj1" fmla="val 50000"/>
            </a:avLst>
          </a:prstGeom>
          <a:ln w="635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4DF92C5A-2CB5-8A8A-9BBC-BB62208EB7E5}"/>
              </a:ext>
            </a:extLst>
          </p:cNvPr>
          <p:cNvCxnSpPr>
            <a:cxnSpLocks/>
            <a:stCxn id="3" idx="2"/>
            <a:endCxn id="7" idx="0"/>
          </p:cNvCxnSpPr>
          <p:nvPr/>
        </p:nvCxnSpPr>
        <p:spPr>
          <a:xfrm rot="16200000" flipH="1">
            <a:off x="4575173" y="1473438"/>
            <a:ext cx="635131" cy="1780771"/>
          </a:xfrm>
          <a:prstGeom prst="bentConnector3">
            <a:avLst>
              <a:gd name="adj1" fmla="val 50000"/>
            </a:avLst>
          </a:prstGeom>
          <a:ln w="635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A45BD0F6-2A9C-52E0-CEB9-CED1EF436440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 rot="16200000" flipH="1">
            <a:off x="5020365" y="1918631"/>
            <a:ext cx="635132" cy="890385"/>
          </a:xfrm>
          <a:prstGeom prst="bentConnector3">
            <a:avLst>
              <a:gd name="adj1" fmla="val 50000"/>
            </a:avLst>
          </a:prstGeom>
          <a:ln w="635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40C51A48-CFC3-48BE-C12D-69E6FC0E6729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 rot="5400000">
            <a:off x="5465559" y="2363823"/>
            <a:ext cx="635133" cy="1"/>
          </a:xfrm>
          <a:prstGeom prst="bentConnector3">
            <a:avLst>
              <a:gd name="adj1" fmla="val 50000"/>
            </a:avLst>
          </a:prstGeom>
          <a:ln w="635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DD672AD8-E702-9B71-F004-C5B6BB13EA3A}"/>
              </a:ext>
            </a:extLst>
          </p:cNvPr>
          <p:cNvCxnSpPr>
            <a:cxnSpLocks/>
            <a:stCxn id="14" idx="2"/>
            <a:endCxn id="7" idx="0"/>
          </p:cNvCxnSpPr>
          <p:nvPr/>
        </p:nvCxnSpPr>
        <p:spPr>
          <a:xfrm rot="5400000">
            <a:off x="5910751" y="1918630"/>
            <a:ext cx="635134" cy="890387"/>
          </a:xfrm>
          <a:prstGeom prst="bentConnector3">
            <a:avLst>
              <a:gd name="adj1" fmla="val 50000"/>
            </a:avLst>
          </a:prstGeom>
          <a:ln w="635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177E24F6-000F-D7EA-912D-1393407BE20A}"/>
              </a:ext>
            </a:extLst>
          </p:cNvPr>
          <p:cNvCxnSpPr>
            <a:cxnSpLocks/>
            <a:stCxn id="15" idx="2"/>
            <a:endCxn id="7" idx="0"/>
          </p:cNvCxnSpPr>
          <p:nvPr/>
        </p:nvCxnSpPr>
        <p:spPr>
          <a:xfrm rot="5400000">
            <a:off x="6355944" y="1473436"/>
            <a:ext cx="635135" cy="1780773"/>
          </a:xfrm>
          <a:prstGeom prst="bentConnector3">
            <a:avLst>
              <a:gd name="adj1" fmla="val 50000"/>
            </a:avLst>
          </a:prstGeom>
          <a:ln w="635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AE7CE564-45E7-C60B-3CA8-796E83686924}"/>
              </a:ext>
            </a:extLst>
          </p:cNvPr>
          <p:cNvCxnSpPr>
            <a:cxnSpLocks/>
            <a:stCxn id="18" idx="2"/>
            <a:endCxn id="7" idx="0"/>
          </p:cNvCxnSpPr>
          <p:nvPr/>
        </p:nvCxnSpPr>
        <p:spPr>
          <a:xfrm rot="5400000">
            <a:off x="6801136" y="1028243"/>
            <a:ext cx="635136" cy="2671159"/>
          </a:xfrm>
          <a:prstGeom prst="bentConnector3">
            <a:avLst>
              <a:gd name="adj1" fmla="val 50000"/>
            </a:avLst>
          </a:prstGeom>
          <a:ln w="635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8288D5D1-9807-E551-B150-315DB6D27B07}"/>
              </a:ext>
            </a:extLst>
          </p:cNvPr>
          <p:cNvCxnSpPr>
            <a:cxnSpLocks/>
            <a:stCxn id="19" idx="2"/>
            <a:endCxn id="7" idx="0"/>
          </p:cNvCxnSpPr>
          <p:nvPr/>
        </p:nvCxnSpPr>
        <p:spPr>
          <a:xfrm rot="5400000">
            <a:off x="7246329" y="583049"/>
            <a:ext cx="635137" cy="3561545"/>
          </a:xfrm>
          <a:prstGeom prst="bentConnector3">
            <a:avLst>
              <a:gd name="adj1" fmla="val 50000"/>
            </a:avLst>
          </a:prstGeom>
          <a:ln w="635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loud 4">
            <a:extLst>
              <a:ext uri="{FF2B5EF4-FFF2-40B4-BE49-F238E27FC236}">
                <a16:creationId xmlns:a16="http://schemas.microsoft.com/office/drawing/2014/main" id="{B1174A78-4CBC-7CE0-47B7-693D50AB9EBB}"/>
              </a:ext>
            </a:extLst>
          </p:cNvPr>
          <p:cNvSpPr/>
          <p:nvPr/>
        </p:nvSpPr>
        <p:spPr bwMode="gray">
          <a:xfrm>
            <a:off x="11585248" y="6306518"/>
            <a:ext cx="105229" cy="94963"/>
          </a:xfrm>
          <a:prstGeom prst="cloud">
            <a:avLst/>
          </a:prstGeom>
          <a:solidFill>
            <a:schemeClr val="tx1">
              <a:lumMod val="85000"/>
              <a:lumOff val="15000"/>
            </a:schemeClr>
          </a:solidFill>
          <a:ln w="25400" algn="ctr">
            <a:noFill/>
            <a:miter lim="800000"/>
            <a:headEnd/>
            <a:tailEnd/>
          </a:ln>
          <a:effectLst>
            <a:softEdge rad="31750"/>
          </a:effectLst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8944779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84">
            <a:extLst>
              <a:ext uri="{FF2B5EF4-FFF2-40B4-BE49-F238E27FC236}">
                <a16:creationId xmlns:a16="http://schemas.microsoft.com/office/drawing/2014/main" id="{CFD674F7-97FD-EF8B-575B-3BCC51C2F803}"/>
              </a:ext>
            </a:extLst>
          </p:cNvPr>
          <p:cNvSpPr/>
          <p:nvPr/>
        </p:nvSpPr>
        <p:spPr bwMode="gray">
          <a:xfrm>
            <a:off x="504001" y="1305804"/>
            <a:ext cx="7438005" cy="821813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algn="ctr">
            <a:noFill/>
            <a:miter lim="800000"/>
            <a:headEnd/>
            <a:tailEnd/>
          </a:ln>
          <a:effectLst>
            <a:softEdge rad="25400"/>
          </a:effectLst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D3E1BF58-72EA-C5FD-24A5-6F12E53C9937}"/>
              </a:ext>
            </a:extLst>
          </p:cNvPr>
          <p:cNvSpPr/>
          <p:nvPr/>
        </p:nvSpPr>
        <p:spPr bwMode="gray">
          <a:xfrm>
            <a:off x="504001" y="2342656"/>
            <a:ext cx="7438005" cy="4011344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algn="ctr">
            <a:noFill/>
            <a:miter lim="800000"/>
            <a:headEnd/>
            <a:tailEnd/>
          </a:ln>
          <a:effectLst>
            <a:softEdge rad="25400"/>
          </a:effectLst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24" name="Title"/>
          <p:cNvSpPr>
            <a:spLocks noGrp="1"/>
          </p:cNvSpPr>
          <p:nvPr>
            <p:ph type="title"/>
          </p:nvPr>
        </p:nvSpPr>
        <p:spPr bwMode="gray"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Technical Background |</a:t>
            </a:r>
            <a:r>
              <a:rPr lang="en-US" dirty="0"/>
              <a:t> SAC Widget Refresh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38646956-C564-2979-465F-A166EEFE73CA}"/>
              </a:ext>
            </a:extLst>
          </p:cNvPr>
          <p:cNvSpPr/>
          <p:nvPr/>
        </p:nvSpPr>
        <p:spPr bwMode="gray">
          <a:xfrm>
            <a:off x="749808" y="2944463"/>
            <a:ext cx="7078472" cy="115143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5400" algn="ctr">
            <a:noFill/>
            <a:miter lim="800000"/>
            <a:headEnd/>
            <a:tailEnd/>
          </a:ln>
          <a:effectLst>
            <a:softEdge rad="25400"/>
          </a:effectLst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B87DAED5-276B-E6BC-4569-4963209E8EB8}"/>
              </a:ext>
            </a:extLst>
          </p:cNvPr>
          <p:cNvSpPr/>
          <p:nvPr/>
        </p:nvSpPr>
        <p:spPr bwMode="gray">
          <a:xfrm>
            <a:off x="749807" y="4244563"/>
            <a:ext cx="7078474" cy="185651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 algn="ctr">
            <a:noFill/>
            <a:miter lim="800000"/>
            <a:headEnd/>
            <a:tailEnd/>
          </a:ln>
          <a:effectLst>
            <a:softEdge rad="25400"/>
          </a:effectLst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E1CCE0-5CCD-ABE5-60B6-9913D97756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9491" y="873332"/>
            <a:ext cx="3770985" cy="2150087"/>
          </a:xfrm>
          <a:prstGeom prst="rect">
            <a:avLst/>
          </a:prstGeom>
        </p:spPr>
      </p:pic>
      <p:sp>
        <p:nvSpPr>
          <p:cNvPr id="79" name="TextBox 78">
            <a:extLst>
              <a:ext uri="{FF2B5EF4-FFF2-40B4-BE49-F238E27FC236}">
                <a16:creationId xmlns:a16="http://schemas.microsoft.com/office/drawing/2014/main" id="{652F8A1D-8445-F632-3216-28F09241B3AF}"/>
              </a:ext>
            </a:extLst>
          </p:cNvPr>
          <p:cNvSpPr txBox="1"/>
          <p:nvPr/>
        </p:nvSpPr>
        <p:spPr>
          <a:xfrm>
            <a:off x="760765" y="1581596"/>
            <a:ext cx="1750013" cy="28814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txBody>
          <a:bodyPr wrap="none" lIns="72000" tIns="36000" rIns="72000" bIns="36000" rtlCol="0">
            <a:spAutoFit/>
          </a:bodyPr>
          <a:lstStyle/>
          <a:p>
            <a:pPr algn="l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GB" sz="1400" kern="0" dirty="0">
                <a:solidFill>
                  <a:schemeClr val="bg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SAP Analytics Cloud</a:t>
            </a:r>
            <a:endParaRPr lang="de-DE" sz="1400" kern="0" dirty="0" err="1">
              <a:solidFill>
                <a:schemeClr val="bg1"/>
              </a:solidFill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E4EBDAF-32F0-E28D-E7D5-472E072B2D5B}"/>
              </a:ext>
            </a:extLst>
          </p:cNvPr>
          <p:cNvSpPr txBox="1"/>
          <p:nvPr/>
        </p:nvSpPr>
        <p:spPr>
          <a:xfrm>
            <a:off x="995020" y="3186015"/>
            <a:ext cx="1100796" cy="28814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wrap="none" lIns="72000" tIns="36000" rIns="72000" bIns="36000" rtlCol="0">
            <a:spAutoFit/>
          </a:bodyPr>
          <a:lstStyle/>
          <a:p>
            <a:pPr algn="l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GB" sz="1400" kern="0" dirty="0">
                <a:solidFill>
                  <a:schemeClr val="bg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MDS Engine</a:t>
            </a:r>
            <a:endParaRPr lang="de-DE" sz="1400" kern="0" dirty="0" err="1">
              <a:solidFill>
                <a:schemeClr val="bg1"/>
              </a:solidFill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B2A3DF4-A961-C39F-5290-B66F4077AD0B}"/>
              </a:ext>
            </a:extLst>
          </p:cNvPr>
          <p:cNvSpPr txBox="1"/>
          <p:nvPr/>
        </p:nvSpPr>
        <p:spPr>
          <a:xfrm>
            <a:off x="995020" y="4479252"/>
            <a:ext cx="1450251" cy="50359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none" lIns="72000" tIns="36000" rIns="72000" bIns="36000" rtlCol="0">
            <a:spAutoFit/>
          </a:bodyPr>
          <a:lstStyle/>
          <a:p>
            <a:pPr algn="l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GB" sz="1400" kern="0" dirty="0">
                <a:solidFill>
                  <a:schemeClr val="bg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HANA Execution</a:t>
            </a:r>
            <a:br>
              <a:rPr lang="en-GB" sz="1400" kern="0" dirty="0">
                <a:solidFill>
                  <a:schemeClr val="bg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</a:br>
            <a:r>
              <a:rPr lang="en-GB" sz="1400" kern="0" dirty="0">
                <a:solidFill>
                  <a:schemeClr val="bg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Engines</a:t>
            </a:r>
            <a:endParaRPr lang="de-DE" sz="1400" kern="0" dirty="0" err="1">
              <a:solidFill>
                <a:schemeClr val="bg1"/>
              </a:solidFill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8C30DBE1-A9A7-3308-EC3F-6858BC469218}"/>
              </a:ext>
            </a:extLst>
          </p:cNvPr>
          <p:cNvSpPr txBox="1"/>
          <p:nvPr/>
        </p:nvSpPr>
        <p:spPr>
          <a:xfrm>
            <a:off x="757046" y="2501489"/>
            <a:ext cx="1144078" cy="28814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txBody>
          <a:bodyPr wrap="none" lIns="72000" tIns="36000" rIns="72000" bIns="36000" rtlCol="0">
            <a:spAutoFit/>
          </a:bodyPr>
          <a:lstStyle/>
          <a:p>
            <a:pPr algn="l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GB" sz="1400" kern="0" dirty="0">
                <a:solidFill>
                  <a:schemeClr val="bg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HANA Cloud</a:t>
            </a:r>
            <a:endParaRPr lang="de-DE" sz="1400" kern="0" dirty="0" err="1">
              <a:solidFill>
                <a:schemeClr val="bg1"/>
              </a:solidFill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123FDA-44C7-A717-9AAD-1B1BDBF1550B}"/>
              </a:ext>
            </a:extLst>
          </p:cNvPr>
          <p:cNvSpPr txBox="1"/>
          <p:nvPr/>
        </p:nvSpPr>
        <p:spPr>
          <a:xfrm>
            <a:off x="4093529" y="4996090"/>
            <a:ext cx="709663" cy="28814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prstDash val="solid"/>
          </a:ln>
        </p:spPr>
        <p:txBody>
          <a:bodyPr wrap="none" lIns="72000" tIns="36000" rIns="72000" bIns="36000" rtlCol="0">
            <a:spAutoFit/>
          </a:bodyPr>
          <a:lstStyle/>
          <a:p>
            <a:pPr algn="l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GB" sz="1400" kern="0" dirty="0"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Thread</a:t>
            </a:r>
            <a:endParaRPr lang="de-DE" sz="1400" kern="0" dirty="0" err="1"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315C95-374E-C494-E3F4-A8CB1FCA2843}"/>
              </a:ext>
            </a:extLst>
          </p:cNvPr>
          <p:cNvSpPr txBox="1"/>
          <p:nvPr/>
        </p:nvSpPr>
        <p:spPr>
          <a:xfrm>
            <a:off x="4093529" y="5516246"/>
            <a:ext cx="709663" cy="28814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none" lIns="72000" tIns="36000" rIns="72000" bIns="36000" rtlCol="0">
            <a:spAutoFit/>
          </a:bodyPr>
          <a:lstStyle>
            <a:defPPr>
              <a:defRPr lang="de-DE"/>
            </a:defPPr>
            <a:lvl1pPr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defRPr sz="1400" kern="0">
                <a:latin typeface="72 Brand" panose="020B0504030603020204" pitchFamily="34" charset="0"/>
                <a:ea typeface="72 Brand" pitchFamily="34" charset="-128"/>
                <a:cs typeface="72 Brand" pitchFamily="34" charset="-128"/>
              </a:defRPr>
            </a:lvl1pPr>
          </a:lstStyle>
          <a:p>
            <a:r>
              <a:rPr lang="en-GB" dirty="0"/>
              <a:t>Thread</a:t>
            </a:r>
            <a:endParaRPr lang="de-DE" dirty="0" err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E5BFEF-644F-C9BF-4183-D69657552A9A}"/>
              </a:ext>
            </a:extLst>
          </p:cNvPr>
          <p:cNvSpPr txBox="1"/>
          <p:nvPr/>
        </p:nvSpPr>
        <p:spPr>
          <a:xfrm>
            <a:off x="4606289" y="3088789"/>
            <a:ext cx="1232242" cy="28814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none" lIns="72000" tIns="36000" rIns="72000" bIns="36000" rtlCol="0">
            <a:spAutoFit/>
          </a:bodyPr>
          <a:lstStyle/>
          <a:p>
            <a:pPr algn="l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GB" sz="1400" kern="0" dirty="0"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MDS Request</a:t>
            </a:r>
            <a:endParaRPr lang="de-DE" sz="1400" kern="0" dirty="0" err="1"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B84DA4-5B5D-7A5E-2327-23DC2E04C7A5}"/>
              </a:ext>
            </a:extLst>
          </p:cNvPr>
          <p:cNvSpPr txBox="1"/>
          <p:nvPr/>
        </p:nvSpPr>
        <p:spPr>
          <a:xfrm>
            <a:off x="3391606" y="3656226"/>
            <a:ext cx="1368498" cy="28814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none" lIns="72000" tIns="36000" rIns="72000" bIns="36000" rtlCol="0">
            <a:spAutoFit/>
          </a:bodyPr>
          <a:lstStyle/>
          <a:p>
            <a:pPr algn="l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GB" sz="1400" kern="0" dirty="0"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Model Request</a:t>
            </a:r>
            <a:endParaRPr lang="de-DE" sz="1400" kern="0" dirty="0" err="1"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1C78E2-13D3-4E23-8D13-9874D4C848F9}"/>
              </a:ext>
            </a:extLst>
          </p:cNvPr>
          <p:cNvSpPr txBox="1"/>
          <p:nvPr/>
        </p:nvSpPr>
        <p:spPr>
          <a:xfrm>
            <a:off x="3010892" y="5515597"/>
            <a:ext cx="709663" cy="28814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none" lIns="72000" tIns="36000" rIns="72000" bIns="36000" rtlCol="0">
            <a:spAutoFit/>
          </a:bodyPr>
          <a:lstStyle>
            <a:defPPr>
              <a:defRPr lang="de-DE"/>
            </a:defPPr>
            <a:lvl1pPr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defRPr sz="1400" kern="0">
                <a:latin typeface="72 Brand" panose="020B0504030603020204" pitchFamily="34" charset="0"/>
                <a:ea typeface="72 Brand" pitchFamily="34" charset="-128"/>
                <a:cs typeface="72 Brand" pitchFamily="34" charset="-128"/>
              </a:defRPr>
            </a:lvl1pPr>
          </a:lstStyle>
          <a:p>
            <a:r>
              <a:rPr lang="en-GB"/>
              <a:t>Thread</a:t>
            </a:r>
            <a:endParaRPr lang="de-DE" dirty="0" err="1"/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9EBDA7FC-1187-C571-D484-F37CCE8B7111}"/>
              </a:ext>
            </a:extLst>
          </p:cNvPr>
          <p:cNvCxnSpPr>
            <a:stCxn id="9" idx="2"/>
            <a:endCxn id="10" idx="0"/>
          </p:cNvCxnSpPr>
          <p:nvPr/>
        </p:nvCxnSpPr>
        <p:spPr>
          <a:xfrm rot="5400000">
            <a:off x="3194933" y="4115165"/>
            <a:ext cx="1051715" cy="710131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18DE043F-9C69-2119-D6D8-D6E7E3E8CE03}"/>
              </a:ext>
            </a:extLst>
          </p:cNvPr>
          <p:cNvCxnSpPr>
            <a:cxnSpLocks/>
            <a:stCxn id="9" idx="2"/>
            <a:endCxn id="11" idx="0"/>
          </p:cNvCxnSpPr>
          <p:nvPr/>
        </p:nvCxnSpPr>
        <p:spPr>
          <a:xfrm rot="16200000" flipH="1">
            <a:off x="3736250" y="4283978"/>
            <a:ext cx="1051717" cy="372506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AAC7D83-B5A0-DF0B-71C8-4E8B719469A4}"/>
              </a:ext>
            </a:extLst>
          </p:cNvPr>
          <p:cNvCxnSpPr>
            <a:stCxn id="10" idx="2"/>
            <a:endCxn id="12" idx="0"/>
          </p:cNvCxnSpPr>
          <p:nvPr/>
        </p:nvCxnSpPr>
        <p:spPr>
          <a:xfrm>
            <a:off x="3365724" y="5284235"/>
            <a:ext cx="0" cy="231362"/>
          </a:xfrm>
          <a:prstGeom prst="line">
            <a:avLst/>
          </a:prstGeom>
          <a:ln w="9525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09D6495-6DCF-4C30-4F52-33E571349C75}"/>
              </a:ext>
            </a:extLst>
          </p:cNvPr>
          <p:cNvCxnSpPr>
            <a:cxnSpLocks/>
            <a:stCxn id="11" idx="2"/>
            <a:endCxn id="13" idx="0"/>
          </p:cNvCxnSpPr>
          <p:nvPr/>
        </p:nvCxnSpPr>
        <p:spPr>
          <a:xfrm>
            <a:off x="4448361" y="5284237"/>
            <a:ext cx="0" cy="232009"/>
          </a:xfrm>
          <a:prstGeom prst="line">
            <a:avLst/>
          </a:prstGeom>
          <a:ln w="9525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16A5407E-0161-2B9A-33F2-06A702EAC529}"/>
              </a:ext>
            </a:extLst>
          </p:cNvPr>
          <p:cNvSpPr txBox="1"/>
          <p:nvPr/>
        </p:nvSpPr>
        <p:spPr>
          <a:xfrm>
            <a:off x="6528121" y="5002089"/>
            <a:ext cx="709663" cy="28814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  <a:prstDash val="dash"/>
          </a:ln>
        </p:spPr>
        <p:txBody>
          <a:bodyPr wrap="none" lIns="72000" tIns="36000" rIns="72000" bIns="36000" rtlCol="0">
            <a:spAutoFit/>
          </a:bodyPr>
          <a:lstStyle/>
          <a:p>
            <a:pPr algn="l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GB" sz="1400" kern="0" dirty="0">
                <a:solidFill>
                  <a:schemeClr val="bg1">
                    <a:lumMod val="50000"/>
                  </a:schemeClr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Thread</a:t>
            </a:r>
            <a:endParaRPr lang="de-DE" sz="1400" kern="0" dirty="0" err="1">
              <a:solidFill>
                <a:schemeClr val="bg1">
                  <a:lumMod val="50000"/>
                </a:schemeClr>
              </a:solidFill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463DAA8-7D82-C236-4B59-ACD7EA91BF9B}"/>
              </a:ext>
            </a:extLst>
          </p:cNvPr>
          <p:cNvSpPr txBox="1"/>
          <p:nvPr/>
        </p:nvSpPr>
        <p:spPr>
          <a:xfrm>
            <a:off x="6528121" y="5521597"/>
            <a:ext cx="709663" cy="28814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  <a:prstDash val="dash"/>
          </a:ln>
        </p:spPr>
        <p:txBody>
          <a:bodyPr wrap="none" lIns="72000" tIns="36000" rIns="72000" bIns="36000" rtlCol="0">
            <a:spAutoFit/>
          </a:bodyPr>
          <a:lstStyle/>
          <a:p>
            <a:pPr algn="l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GB" sz="1400" kern="0" dirty="0">
                <a:solidFill>
                  <a:schemeClr val="bg1">
                    <a:lumMod val="50000"/>
                  </a:schemeClr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Thread</a:t>
            </a:r>
            <a:endParaRPr lang="de-DE" sz="1400" kern="0" dirty="0" err="1">
              <a:solidFill>
                <a:schemeClr val="bg1">
                  <a:lumMod val="50000"/>
                </a:schemeClr>
              </a:solidFill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5B37FCA-A9E3-1336-2B6B-C2AEC260F160}"/>
              </a:ext>
            </a:extLst>
          </p:cNvPr>
          <p:cNvSpPr txBox="1"/>
          <p:nvPr/>
        </p:nvSpPr>
        <p:spPr>
          <a:xfrm>
            <a:off x="5801859" y="3668271"/>
            <a:ext cx="1368498" cy="28814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  <a:prstDash val="dash"/>
          </a:ln>
        </p:spPr>
        <p:txBody>
          <a:bodyPr wrap="none" lIns="72000" tIns="36000" rIns="72000" bIns="36000" rtlCol="0">
            <a:spAutoFit/>
          </a:bodyPr>
          <a:lstStyle/>
          <a:p>
            <a:pPr algn="l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GB" sz="1400" kern="0" dirty="0">
                <a:solidFill>
                  <a:schemeClr val="bg1">
                    <a:lumMod val="50000"/>
                  </a:schemeClr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Model Request</a:t>
            </a:r>
            <a:endParaRPr lang="de-DE" sz="1400" kern="0" dirty="0" err="1">
              <a:solidFill>
                <a:schemeClr val="bg1">
                  <a:lumMod val="50000"/>
                </a:schemeClr>
              </a:solidFill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A0B7C25-21BA-C13F-5710-F5B6E81D440E}"/>
              </a:ext>
            </a:extLst>
          </p:cNvPr>
          <p:cNvSpPr txBox="1"/>
          <p:nvPr/>
        </p:nvSpPr>
        <p:spPr>
          <a:xfrm>
            <a:off x="5421146" y="5002091"/>
            <a:ext cx="709663" cy="28814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  <a:prstDash val="dash"/>
          </a:ln>
        </p:spPr>
        <p:txBody>
          <a:bodyPr wrap="none" lIns="72000" tIns="36000" rIns="72000" bIns="36000" rtlCol="0">
            <a:spAutoFit/>
          </a:bodyPr>
          <a:lstStyle/>
          <a:p>
            <a:pPr algn="l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GB" sz="1400" kern="0" dirty="0">
                <a:solidFill>
                  <a:schemeClr val="bg1">
                    <a:lumMod val="50000"/>
                  </a:schemeClr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Thread</a:t>
            </a:r>
            <a:endParaRPr lang="de-DE" sz="1400" kern="0" dirty="0" err="1">
              <a:solidFill>
                <a:schemeClr val="bg1">
                  <a:lumMod val="50000"/>
                </a:schemeClr>
              </a:solidFill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E38CA98-F7C7-3AB7-D33B-B0C4D6DB8488}"/>
              </a:ext>
            </a:extLst>
          </p:cNvPr>
          <p:cNvSpPr txBox="1"/>
          <p:nvPr/>
        </p:nvSpPr>
        <p:spPr>
          <a:xfrm>
            <a:off x="5421146" y="5521598"/>
            <a:ext cx="709663" cy="28814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  <a:prstDash val="dash"/>
          </a:ln>
        </p:spPr>
        <p:txBody>
          <a:bodyPr wrap="none" lIns="72000" tIns="36000" rIns="72000" bIns="36000" rtlCol="0">
            <a:spAutoFit/>
          </a:bodyPr>
          <a:lstStyle/>
          <a:p>
            <a:pPr algn="l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GB" sz="1400" kern="0" dirty="0">
                <a:solidFill>
                  <a:schemeClr val="bg1">
                    <a:lumMod val="50000"/>
                  </a:schemeClr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Thread</a:t>
            </a:r>
            <a:endParaRPr lang="de-DE" sz="1400" kern="0" dirty="0" err="1">
              <a:solidFill>
                <a:schemeClr val="bg1">
                  <a:lumMod val="50000"/>
                </a:schemeClr>
              </a:solidFill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AFAFFED0-E514-FD10-8E00-5305EE8A2033}"/>
              </a:ext>
            </a:extLst>
          </p:cNvPr>
          <p:cNvCxnSpPr>
            <a:stCxn id="33" idx="2"/>
            <a:endCxn id="34" idx="0"/>
          </p:cNvCxnSpPr>
          <p:nvPr/>
        </p:nvCxnSpPr>
        <p:spPr>
          <a:xfrm rot="5400000">
            <a:off x="5608207" y="4124189"/>
            <a:ext cx="1045673" cy="710130"/>
          </a:xfrm>
          <a:prstGeom prst="bentConnector3">
            <a:avLst>
              <a:gd name="adj1" fmla="val 50000"/>
            </a:avLst>
          </a:prstGeom>
          <a:ln w="9525">
            <a:solidFill>
              <a:schemeClr val="bg1">
                <a:lumMod val="65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7C94BB8A-BF44-F026-D4D8-05F98B28A067}"/>
              </a:ext>
            </a:extLst>
          </p:cNvPr>
          <p:cNvCxnSpPr>
            <a:cxnSpLocks/>
            <a:stCxn id="33" idx="2"/>
            <a:endCxn id="31" idx="0"/>
          </p:cNvCxnSpPr>
          <p:nvPr/>
        </p:nvCxnSpPr>
        <p:spPr>
          <a:xfrm rot="16200000" flipH="1">
            <a:off x="6161695" y="4280830"/>
            <a:ext cx="1045671" cy="396845"/>
          </a:xfrm>
          <a:prstGeom prst="bentConnector3">
            <a:avLst>
              <a:gd name="adj1" fmla="val 50000"/>
            </a:avLst>
          </a:prstGeom>
          <a:ln w="9525">
            <a:solidFill>
              <a:schemeClr val="bg1">
                <a:lumMod val="65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EE872B6-48A7-D177-63AB-B4E9FBA37829}"/>
              </a:ext>
            </a:extLst>
          </p:cNvPr>
          <p:cNvCxnSpPr>
            <a:stCxn id="34" idx="2"/>
            <a:endCxn id="35" idx="0"/>
          </p:cNvCxnSpPr>
          <p:nvPr/>
        </p:nvCxnSpPr>
        <p:spPr>
          <a:xfrm>
            <a:off x="5775978" y="5290238"/>
            <a:ext cx="0" cy="23136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BEB41AC-C389-A7C2-18BD-3CB84FCA4063}"/>
              </a:ext>
            </a:extLst>
          </p:cNvPr>
          <p:cNvCxnSpPr>
            <a:cxnSpLocks/>
            <a:stCxn id="31" idx="2"/>
            <a:endCxn id="32" idx="0"/>
          </p:cNvCxnSpPr>
          <p:nvPr/>
        </p:nvCxnSpPr>
        <p:spPr>
          <a:xfrm>
            <a:off x="6882953" y="5290236"/>
            <a:ext cx="0" cy="231361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00DA53D2-48C7-F412-FF20-098073B13E6A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rot="5400000">
            <a:off x="4509488" y="2943304"/>
            <a:ext cx="279290" cy="1146555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A3384A4C-F3E5-760C-FB34-62E0FC2551F8}"/>
              </a:ext>
            </a:extLst>
          </p:cNvPr>
          <p:cNvCxnSpPr>
            <a:cxnSpLocks/>
            <a:stCxn id="8" idx="2"/>
            <a:endCxn id="33" idx="0"/>
          </p:cNvCxnSpPr>
          <p:nvPr/>
        </p:nvCxnSpPr>
        <p:spPr>
          <a:xfrm rot="16200000" flipH="1">
            <a:off x="5708592" y="2890754"/>
            <a:ext cx="291335" cy="1263698"/>
          </a:xfrm>
          <a:prstGeom prst="bentConnector3">
            <a:avLst>
              <a:gd name="adj1" fmla="val 47385"/>
            </a:avLst>
          </a:prstGeom>
          <a:ln w="9525">
            <a:solidFill>
              <a:schemeClr val="tx1">
                <a:lumMod val="50000"/>
                <a:lumOff val="50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381C93D1-0CF6-A7C7-41D3-573B4629F236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 flipH="1">
            <a:off x="5222410" y="1838018"/>
            <a:ext cx="1" cy="1250771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1D1CFE14-3179-E724-4DFC-2965B779F739}"/>
              </a:ext>
            </a:extLst>
          </p:cNvPr>
          <p:cNvGrpSpPr/>
          <p:nvPr/>
        </p:nvGrpSpPr>
        <p:grpSpPr>
          <a:xfrm>
            <a:off x="4707204" y="1549871"/>
            <a:ext cx="867634" cy="288147"/>
            <a:chOff x="4707204" y="1549871"/>
            <a:chExt cx="867634" cy="28814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1BB558C-C455-C146-1CE6-D83D10E2D0D8}"/>
                </a:ext>
              </a:extLst>
            </p:cNvPr>
            <p:cNvSpPr txBox="1"/>
            <p:nvPr/>
          </p:nvSpPr>
          <p:spPr>
            <a:xfrm>
              <a:off x="4869983" y="1549871"/>
              <a:ext cx="704855" cy="28814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txBody>
            <a:bodyPr wrap="none" lIns="72000" tIns="36000" rIns="72000" bIns="36000" rtlCol="0">
              <a:spAutoFit/>
            </a:bodyPr>
            <a:lstStyle/>
            <a:p>
              <a:pPr algn="l" fontAlgn="base"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</a:pPr>
              <a:r>
                <a:rPr lang="en-GB" sz="1400" kern="0" dirty="0">
                  <a:latin typeface="72 Brand" panose="020B0504030603020204" pitchFamily="34" charset="0"/>
                  <a:ea typeface="72 Brand" pitchFamily="34" charset="-128"/>
                  <a:cs typeface="72 Brand" pitchFamily="34" charset="-128"/>
                </a:rPr>
                <a:t>Widget</a:t>
              </a:r>
              <a:endParaRPr lang="de-DE" sz="1400" kern="0" dirty="0" err="1">
                <a:latin typeface="72 Brand" panose="020B0504030603020204" pitchFamily="34" charset="0"/>
                <a:ea typeface="72 Brand" pitchFamily="34" charset="-128"/>
                <a:cs typeface="72 Brand" pitchFamily="34" charset="-128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00C750D-3045-053D-93EA-24DB7DD78D76}"/>
                </a:ext>
              </a:extLst>
            </p:cNvPr>
            <p:cNvSpPr/>
            <p:nvPr/>
          </p:nvSpPr>
          <p:spPr bwMode="gray">
            <a:xfrm>
              <a:off x="4707204" y="1549871"/>
              <a:ext cx="162778" cy="288147"/>
            </a:xfrm>
            <a:prstGeom prst="rect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72 Brand" pitchFamily="34" charset="-128"/>
                <a:cs typeface="72 Brand" pitchFamily="34" charset="-128"/>
              </a:endParaRPr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FA542238-533D-81C7-F4D3-D9B8B4AEB5D7}"/>
              </a:ext>
            </a:extLst>
          </p:cNvPr>
          <p:cNvSpPr/>
          <p:nvPr/>
        </p:nvSpPr>
        <p:spPr bwMode="gray">
          <a:xfrm>
            <a:off x="4443510" y="3088790"/>
            <a:ext cx="162778" cy="288146"/>
          </a:xfrm>
          <a:prstGeom prst="rect">
            <a:avLst/>
          </a:prstGeom>
          <a:solidFill>
            <a:srgbClr val="00B05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60CDBBF-926A-A103-8D6A-6B48B4EDDFC9}"/>
              </a:ext>
            </a:extLst>
          </p:cNvPr>
          <p:cNvSpPr/>
          <p:nvPr/>
        </p:nvSpPr>
        <p:spPr bwMode="gray">
          <a:xfrm>
            <a:off x="3227838" y="3656226"/>
            <a:ext cx="162778" cy="288147"/>
          </a:xfrm>
          <a:prstGeom prst="rect">
            <a:avLst/>
          </a:prstGeom>
          <a:solidFill>
            <a:srgbClr val="00B05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FD50E98-A000-E4F7-3E1E-DAFE97224654}"/>
              </a:ext>
            </a:extLst>
          </p:cNvPr>
          <p:cNvSpPr/>
          <p:nvPr/>
        </p:nvSpPr>
        <p:spPr bwMode="gray">
          <a:xfrm>
            <a:off x="5647446" y="3668271"/>
            <a:ext cx="162778" cy="292735"/>
          </a:xfrm>
          <a:prstGeom prst="rect">
            <a:avLst/>
          </a:prstGeom>
          <a:solidFill>
            <a:srgbClr val="00B05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F60EB6D-2EB1-314B-3D6D-1A811234840C}"/>
              </a:ext>
            </a:extLst>
          </p:cNvPr>
          <p:cNvGrpSpPr/>
          <p:nvPr/>
        </p:nvGrpSpPr>
        <p:grpSpPr>
          <a:xfrm>
            <a:off x="2847646" y="4996087"/>
            <a:ext cx="872909" cy="288148"/>
            <a:chOff x="2847646" y="4996087"/>
            <a:chExt cx="872909" cy="288148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2188788-8A8B-3DDF-0283-3EE17357FFD4}"/>
                </a:ext>
              </a:extLst>
            </p:cNvPr>
            <p:cNvSpPr txBox="1"/>
            <p:nvPr/>
          </p:nvSpPr>
          <p:spPr>
            <a:xfrm>
              <a:off x="3010892" y="4996088"/>
              <a:ext cx="709663" cy="28814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txBody>
            <a:bodyPr wrap="none" lIns="72000" tIns="36000" rIns="72000" bIns="36000" rtlCol="0">
              <a:spAutoFit/>
            </a:bodyPr>
            <a:lstStyle/>
            <a:p>
              <a:pPr algn="l" fontAlgn="base"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</a:pPr>
              <a:r>
                <a:rPr lang="en-GB" sz="1400" kern="0" dirty="0">
                  <a:latin typeface="72 Brand" panose="020B0504030603020204" pitchFamily="34" charset="0"/>
                  <a:ea typeface="72 Brand" pitchFamily="34" charset="-128"/>
                  <a:cs typeface="72 Brand" pitchFamily="34" charset="-128"/>
                </a:rPr>
                <a:t>Thread</a:t>
              </a:r>
              <a:endParaRPr lang="de-DE" sz="1400" kern="0" dirty="0" err="1">
                <a:latin typeface="72 Brand" panose="020B0504030603020204" pitchFamily="34" charset="0"/>
                <a:ea typeface="72 Brand" pitchFamily="34" charset="-128"/>
                <a:cs typeface="72 Brand" pitchFamily="34" charset="-128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EB00CA5B-95F1-E9AB-F981-0EFEC2C9C276}"/>
                </a:ext>
              </a:extLst>
            </p:cNvPr>
            <p:cNvSpPr/>
            <p:nvPr/>
          </p:nvSpPr>
          <p:spPr bwMode="gray">
            <a:xfrm>
              <a:off x="2847646" y="4996087"/>
              <a:ext cx="162778" cy="288147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72 Brand" pitchFamily="34" charset="-128"/>
                <a:cs typeface="72 Brand" pitchFamily="34" charset="-128"/>
              </a:endParaRPr>
            </a:p>
          </p:txBody>
        </p: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6BC4102D-1884-144B-2661-1A39336DCB4F}"/>
              </a:ext>
            </a:extLst>
          </p:cNvPr>
          <p:cNvSpPr/>
          <p:nvPr/>
        </p:nvSpPr>
        <p:spPr bwMode="gray">
          <a:xfrm>
            <a:off x="2847646" y="5515597"/>
            <a:ext cx="162778" cy="288147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91CBE8E-9ED5-A2C0-31B5-ECF96CE87451}"/>
              </a:ext>
            </a:extLst>
          </p:cNvPr>
          <p:cNvSpPr/>
          <p:nvPr/>
        </p:nvSpPr>
        <p:spPr bwMode="gray">
          <a:xfrm>
            <a:off x="3930751" y="4996087"/>
            <a:ext cx="162778" cy="288147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30127EB-FA4C-13DB-6C7B-82B40133DD04}"/>
              </a:ext>
            </a:extLst>
          </p:cNvPr>
          <p:cNvSpPr/>
          <p:nvPr/>
        </p:nvSpPr>
        <p:spPr bwMode="gray">
          <a:xfrm>
            <a:off x="3931817" y="5515597"/>
            <a:ext cx="162778" cy="288147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41DED0F-AC90-9FDD-2C5C-BB952EC6C9BC}"/>
              </a:ext>
            </a:extLst>
          </p:cNvPr>
          <p:cNvSpPr/>
          <p:nvPr/>
        </p:nvSpPr>
        <p:spPr bwMode="gray">
          <a:xfrm>
            <a:off x="5258367" y="5002089"/>
            <a:ext cx="162778" cy="288147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FDF9455-D6E2-DE77-B717-0AEBA37E75FD}"/>
              </a:ext>
            </a:extLst>
          </p:cNvPr>
          <p:cNvSpPr/>
          <p:nvPr/>
        </p:nvSpPr>
        <p:spPr bwMode="gray">
          <a:xfrm>
            <a:off x="5256308" y="5523192"/>
            <a:ext cx="162778" cy="288147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96FAA2C-2536-AADD-DF24-E72FAFD42AF8}"/>
              </a:ext>
            </a:extLst>
          </p:cNvPr>
          <p:cNvSpPr/>
          <p:nvPr/>
        </p:nvSpPr>
        <p:spPr bwMode="gray">
          <a:xfrm>
            <a:off x="6370474" y="5002887"/>
            <a:ext cx="162778" cy="288147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7E7FCAB-AAEE-C4AE-53CE-42E319209678}"/>
              </a:ext>
            </a:extLst>
          </p:cNvPr>
          <p:cNvSpPr/>
          <p:nvPr/>
        </p:nvSpPr>
        <p:spPr bwMode="gray">
          <a:xfrm>
            <a:off x="6370474" y="5523190"/>
            <a:ext cx="162778" cy="288147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BD812AD-2995-1628-6DBD-AF926C129FCA}"/>
              </a:ext>
            </a:extLst>
          </p:cNvPr>
          <p:cNvSpPr/>
          <p:nvPr/>
        </p:nvSpPr>
        <p:spPr bwMode="gray">
          <a:xfrm>
            <a:off x="8212347" y="845389"/>
            <a:ext cx="1069676" cy="1069675"/>
          </a:xfrm>
          <a:prstGeom prst="rect">
            <a:avLst/>
          </a:prstGeom>
          <a:noFill/>
          <a:ln w="25400" cap="flat" algn="ctr">
            <a:solidFill>
              <a:schemeClr val="tx1"/>
            </a:solidFill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E2BC0DE7-A23E-5C50-BD97-9B7FB90B0B16}"/>
              </a:ext>
            </a:extLst>
          </p:cNvPr>
          <p:cNvCxnSpPr>
            <a:stCxn id="2" idx="1"/>
            <a:endCxn id="5" idx="0"/>
          </p:cNvCxnSpPr>
          <p:nvPr/>
        </p:nvCxnSpPr>
        <p:spPr>
          <a:xfrm rot="10800000" flipV="1">
            <a:off x="5222411" y="1380227"/>
            <a:ext cx="2989936" cy="169644"/>
          </a:xfrm>
          <a:prstGeom prst="bentConnector2">
            <a:avLst/>
          </a:prstGeom>
          <a:ln w="9525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6780026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44">
            <a:extLst>
              <a:ext uri="{FF2B5EF4-FFF2-40B4-BE49-F238E27FC236}">
                <a16:creationId xmlns:a16="http://schemas.microsoft.com/office/drawing/2014/main" id="{DF74C574-6EC4-6A11-6549-34D81A032449}"/>
              </a:ext>
            </a:extLst>
          </p:cNvPr>
          <p:cNvGrpSpPr/>
          <p:nvPr/>
        </p:nvGrpSpPr>
        <p:grpSpPr>
          <a:xfrm>
            <a:off x="1317623" y="1161440"/>
            <a:ext cx="851215" cy="820730"/>
            <a:chOff x="1210163" y="1272903"/>
            <a:chExt cx="851215" cy="820730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85346D63-FA58-85CA-2C7C-B7B37777E335}"/>
                </a:ext>
              </a:extLst>
            </p:cNvPr>
            <p:cNvSpPr/>
            <p:nvPr/>
          </p:nvSpPr>
          <p:spPr bwMode="gray">
            <a:xfrm>
              <a:off x="1526931" y="1353699"/>
              <a:ext cx="203687" cy="198876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2700" algn="ctr">
              <a:solidFill>
                <a:schemeClr val="bg1">
                  <a:lumMod val="95000"/>
                </a:schemeClr>
              </a:solidFill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72 Brand" pitchFamily="34" charset="-128"/>
                <a:cs typeface="72 Brand" pitchFamily="34" charset="-128"/>
              </a:endParaRPr>
            </a:p>
          </p:txBody>
        </p:sp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7AFC396E-857E-B0FF-42AB-2AC3C29AE254}"/>
                </a:ext>
              </a:extLst>
            </p:cNvPr>
            <p:cNvSpPr/>
            <p:nvPr/>
          </p:nvSpPr>
          <p:spPr bwMode="gray">
            <a:xfrm>
              <a:off x="1431925" y="1743075"/>
              <a:ext cx="393700" cy="244475"/>
            </a:xfrm>
            <a:prstGeom prst="roundRect">
              <a:avLst>
                <a:gd name="adj" fmla="val 3253"/>
              </a:avLst>
            </a:prstGeom>
            <a:solidFill>
              <a:schemeClr val="bg1">
                <a:lumMod val="95000"/>
              </a:schemeClr>
            </a:solidFill>
            <a:ln w="15875" algn="ctr">
              <a:solidFill>
                <a:schemeClr val="bg1">
                  <a:lumMod val="95000"/>
                </a:schemeClr>
              </a:solidFill>
              <a:miter lim="800000"/>
              <a:headEnd/>
              <a:tailEnd/>
            </a:ln>
            <a:effectLst>
              <a:softEdge rad="0"/>
            </a:effectLst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72 Brand" pitchFamily="34" charset="-128"/>
                <a:cs typeface="72 Brand" pitchFamily="34" charset="-128"/>
              </a:endParaRPr>
            </a:p>
          </p:txBody>
        </p:sp>
        <p:pic>
          <p:nvPicPr>
            <p:cNvPr id="49" name="Picture 48" descr="ID 305144 - Computer Person">
              <a:extLst>
                <a:ext uri="{FF2B5EF4-FFF2-40B4-BE49-F238E27FC236}">
                  <a16:creationId xmlns:a16="http://schemas.microsoft.com/office/drawing/2014/main" id="{5290A940-CDD5-C9BC-C2EF-A1F678CF883F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 rotWithShape="1">
            <a:blip r:embed="rId10"/>
            <a:srcRect l="-1" t="-1" r="-2611" b="1064"/>
            <a:stretch/>
          </p:blipFill>
          <p:spPr>
            <a:xfrm>
              <a:off x="1210163" y="1272903"/>
              <a:ext cx="851215" cy="820730"/>
            </a:xfrm>
            <a:prstGeom prst="rect">
              <a:avLst/>
            </a:prstGeom>
          </p:spPr>
        </p:pic>
      </p:grpSp>
      <p:sp>
        <p:nvSpPr>
          <p:cNvPr id="85" name="Rectangle 84">
            <a:extLst>
              <a:ext uri="{FF2B5EF4-FFF2-40B4-BE49-F238E27FC236}">
                <a16:creationId xmlns:a16="http://schemas.microsoft.com/office/drawing/2014/main" id="{CFD674F7-97FD-EF8B-575B-3BCC51C2F803}"/>
              </a:ext>
            </a:extLst>
          </p:cNvPr>
          <p:cNvSpPr/>
          <p:nvPr/>
        </p:nvSpPr>
        <p:spPr bwMode="gray">
          <a:xfrm>
            <a:off x="504001" y="2949514"/>
            <a:ext cx="7438005" cy="102010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algn="ctr">
            <a:noFill/>
            <a:miter lim="800000"/>
            <a:headEnd/>
            <a:tailEnd/>
          </a:ln>
          <a:effectLst>
            <a:softEdge rad="25400"/>
          </a:effectLst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D3E1BF58-72EA-C5FD-24A5-6F12E53C9937}"/>
              </a:ext>
            </a:extLst>
          </p:cNvPr>
          <p:cNvSpPr/>
          <p:nvPr/>
        </p:nvSpPr>
        <p:spPr bwMode="gray">
          <a:xfrm>
            <a:off x="513395" y="4191486"/>
            <a:ext cx="7438005" cy="2069594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algn="ctr">
            <a:noFill/>
            <a:miter lim="800000"/>
            <a:headEnd/>
            <a:tailEnd/>
          </a:ln>
          <a:effectLst>
            <a:softEdge rad="25400"/>
          </a:effectLst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24" name="Title"/>
          <p:cNvSpPr>
            <a:spLocks noGrp="1"/>
          </p:cNvSpPr>
          <p:nvPr>
            <p:ph type="title"/>
          </p:nvPr>
        </p:nvSpPr>
        <p:spPr bwMode="gray"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Technical Background |</a:t>
            </a:r>
            <a:r>
              <a:rPr lang="en-US" dirty="0"/>
              <a:t> SAC Dashboard Refresh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E1CCE0-5CCD-ABE5-60B6-9913D977566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39491" y="873332"/>
            <a:ext cx="3770985" cy="2150087"/>
          </a:xfrm>
          <a:prstGeom prst="rect">
            <a:avLst/>
          </a:prstGeom>
        </p:spPr>
      </p:pic>
      <p:sp>
        <p:nvSpPr>
          <p:cNvPr id="79" name="TextBox 78">
            <a:extLst>
              <a:ext uri="{FF2B5EF4-FFF2-40B4-BE49-F238E27FC236}">
                <a16:creationId xmlns:a16="http://schemas.microsoft.com/office/drawing/2014/main" id="{652F8A1D-8445-F632-3216-28F09241B3AF}"/>
              </a:ext>
            </a:extLst>
          </p:cNvPr>
          <p:cNvSpPr txBox="1"/>
          <p:nvPr/>
        </p:nvSpPr>
        <p:spPr>
          <a:xfrm>
            <a:off x="760765" y="3321742"/>
            <a:ext cx="1750013" cy="28814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txBody>
          <a:bodyPr wrap="none" lIns="72000" tIns="36000" rIns="72000" bIns="36000" rtlCol="0">
            <a:spAutoFit/>
          </a:bodyPr>
          <a:lstStyle>
            <a:defPPr>
              <a:defRPr lang="de-DE"/>
            </a:defPPr>
            <a:lvl1pPr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defRPr sz="1400" kern="0">
                <a:solidFill>
                  <a:schemeClr val="bg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defRPr>
            </a:lvl1pPr>
          </a:lstStyle>
          <a:p>
            <a:r>
              <a:rPr lang="en-GB" dirty="0"/>
              <a:t>SAP </a:t>
            </a:r>
            <a:r>
              <a:rPr lang="en-GB"/>
              <a:t>Analytics Cloud</a:t>
            </a:r>
            <a:endParaRPr lang="de-DE" dirty="0" err="1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8C30DBE1-A9A7-3308-EC3F-6858BC469218}"/>
              </a:ext>
            </a:extLst>
          </p:cNvPr>
          <p:cNvSpPr txBox="1"/>
          <p:nvPr/>
        </p:nvSpPr>
        <p:spPr>
          <a:xfrm>
            <a:off x="766329" y="4445126"/>
            <a:ext cx="1144078" cy="28814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txBody>
          <a:bodyPr wrap="none" lIns="72000" tIns="36000" rIns="72000" bIns="36000" rtlCol="0">
            <a:spAutoFit/>
          </a:bodyPr>
          <a:lstStyle>
            <a:defPPr>
              <a:defRPr lang="de-DE"/>
            </a:defPPr>
            <a:lvl1pPr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defRPr sz="1400" kern="0">
                <a:solidFill>
                  <a:schemeClr val="bg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defRPr>
            </a:lvl1pPr>
          </a:lstStyle>
          <a:p>
            <a:r>
              <a:rPr lang="en-GB"/>
              <a:t>HANA Cloud</a:t>
            </a:r>
            <a:endParaRPr lang="de-DE" dirty="0" err="1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3BFF111-153C-C5F3-66CD-1A8AA26ED33B}"/>
              </a:ext>
            </a:extLst>
          </p:cNvPr>
          <p:cNvGrpSpPr/>
          <p:nvPr/>
        </p:nvGrpSpPr>
        <p:grpSpPr>
          <a:xfrm>
            <a:off x="2847646" y="3321742"/>
            <a:ext cx="867634" cy="288147"/>
            <a:chOff x="4707204" y="1549871"/>
            <a:chExt cx="867634" cy="28814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62F8CA3-4FE6-F951-3611-016F8A9C4D08}"/>
                </a:ext>
              </a:extLst>
            </p:cNvPr>
            <p:cNvSpPr txBox="1"/>
            <p:nvPr/>
          </p:nvSpPr>
          <p:spPr>
            <a:xfrm>
              <a:off x="4869983" y="1549871"/>
              <a:ext cx="704855" cy="28814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txBody>
            <a:bodyPr wrap="none" lIns="72000" tIns="36000" rIns="72000" bIns="36000" rtlCol="0">
              <a:spAutoFit/>
            </a:bodyPr>
            <a:lstStyle/>
            <a:p>
              <a:pPr algn="l" fontAlgn="base"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</a:pPr>
              <a:r>
                <a:rPr lang="en-GB" sz="1400" kern="0" dirty="0">
                  <a:latin typeface="72 Brand" panose="020B0504030603020204" pitchFamily="34" charset="0"/>
                  <a:ea typeface="72 Brand" pitchFamily="34" charset="-128"/>
                  <a:cs typeface="72 Brand" pitchFamily="34" charset="-128"/>
                </a:rPr>
                <a:t>Widget</a:t>
              </a:r>
              <a:endParaRPr lang="de-DE" sz="1400" kern="0" dirty="0" err="1">
                <a:latin typeface="72 Brand" panose="020B0504030603020204" pitchFamily="34" charset="0"/>
                <a:ea typeface="72 Brand" pitchFamily="34" charset="-128"/>
                <a:cs typeface="72 Brand" pitchFamily="34" charset="-128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AF298A8-B6B7-B348-E131-C19FA10BA488}"/>
                </a:ext>
              </a:extLst>
            </p:cNvPr>
            <p:cNvSpPr/>
            <p:nvPr/>
          </p:nvSpPr>
          <p:spPr bwMode="gray">
            <a:xfrm>
              <a:off x="4707204" y="1549871"/>
              <a:ext cx="162778" cy="288147"/>
            </a:xfrm>
            <a:prstGeom prst="rect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72 Brand" pitchFamily="34" charset="-128"/>
                <a:cs typeface="72 Brand" pitchFamily="34" charset="-128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46F662F-36FB-7AAC-7718-21FB59D8D306}"/>
              </a:ext>
            </a:extLst>
          </p:cNvPr>
          <p:cNvGrpSpPr/>
          <p:nvPr/>
        </p:nvGrpSpPr>
        <p:grpSpPr>
          <a:xfrm>
            <a:off x="2847646" y="4996087"/>
            <a:ext cx="872909" cy="288148"/>
            <a:chOff x="2847646" y="4996087"/>
            <a:chExt cx="872909" cy="288148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3CF3A98-721E-ECBA-81F3-69BFC3C90773}"/>
                </a:ext>
              </a:extLst>
            </p:cNvPr>
            <p:cNvSpPr txBox="1"/>
            <p:nvPr/>
          </p:nvSpPr>
          <p:spPr>
            <a:xfrm>
              <a:off x="3010892" y="4996088"/>
              <a:ext cx="709663" cy="28814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txBody>
            <a:bodyPr wrap="none" lIns="72000" tIns="36000" rIns="72000" bIns="36000" rtlCol="0">
              <a:spAutoFit/>
            </a:bodyPr>
            <a:lstStyle/>
            <a:p>
              <a:pPr algn="l" fontAlgn="base"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</a:pPr>
              <a:r>
                <a:rPr lang="en-GB" sz="1400" kern="0" dirty="0">
                  <a:latin typeface="72 Brand" panose="020B0504030603020204" pitchFamily="34" charset="0"/>
                  <a:ea typeface="72 Brand" pitchFamily="34" charset="-128"/>
                  <a:cs typeface="72 Brand" pitchFamily="34" charset="-128"/>
                </a:rPr>
                <a:t>Thread</a:t>
              </a:r>
              <a:endParaRPr lang="de-DE" sz="1400" kern="0" dirty="0" err="1">
                <a:latin typeface="72 Brand" panose="020B0504030603020204" pitchFamily="34" charset="0"/>
                <a:ea typeface="72 Brand" pitchFamily="34" charset="-128"/>
                <a:cs typeface="72 Brand" pitchFamily="34" charset="-128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FE2714D-00F3-37BC-02DD-DEBCE92F420B}"/>
                </a:ext>
              </a:extLst>
            </p:cNvPr>
            <p:cNvSpPr/>
            <p:nvPr/>
          </p:nvSpPr>
          <p:spPr bwMode="gray">
            <a:xfrm>
              <a:off x="2847646" y="4996087"/>
              <a:ext cx="162778" cy="288147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72 Brand" pitchFamily="34" charset="-128"/>
                <a:cs typeface="72 Brand" pitchFamily="34" charset="-128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D76F7C-D8F6-F3A4-8976-9E82044796C1}"/>
              </a:ext>
            </a:extLst>
          </p:cNvPr>
          <p:cNvGrpSpPr/>
          <p:nvPr/>
        </p:nvGrpSpPr>
        <p:grpSpPr>
          <a:xfrm>
            <a:off x="3798581" y="3321742"/>
            <a:ext cx="867634" cy="288147"/>
            <a:chOff x="4707204" y="1549871"/>
            <a:chExt cx="867634" cy="288147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4F4DEED-BE4F-6888-15E3-CF2D1A8F8336}"/>
                </a:ext>
              </a:extLst>
            </p:cNvPr>
            <p:cNvSpPr txBox="1"/>
            <p:nvPr/>
          </p:nvSpPr>
          <p:spPr>
            <a:xfrm>
              <a:off x="4869983" y="1549871"/>
              <a:ext cx="704855" cy="28814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txBody>
            <a:bodyPr wrap="none" lIns="72000" tIns="36000" rIns="72000" bIns="36000" rtlCol="0">
              <a:spAutoFit/>
            </a:bodyPr>
            <a:lstStyle/>
            <a:p>
              <a:pPr algn="l" fontAlgn="base"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</a:pPr>
              <a:r>
                <a:rPr lang="en-GB" sz="1400" kern="0" dirty="0">
                  <a:latin typeface="72 Brand" panose="020B0504030603020204" pitchFamily="34" charset="0"/>
                  <a:ea typeface="72 Brand" pitchFamily="34" charset="-128"/>
                  <a:cs typeface="72 Brand" pitchFamily="34" charset="-128"/>
                </a:rPr>
                <a:t>Widget</a:t>
              </a:r>
              <a:endParaRPr lang="de-DE" sz="1400" kern="0" dirty="0" err="1">
                <a:latin typeface="72 Brand" panose="020B0504030603020204" pitchFamily="34" charset="0"/>
                <a:ea typeface="72 Brand" pitchFamily="34" charset="-128"/>
                <a:cs typeface="72 Brand" pitchFamily="34" charset="-128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D5D9410-1C74-6C1F-DA70-45B8384D4835}"/>
                </a:ext>
              </a:extLst>
            </p:cNvPr>
            <p:cNvSpPr/>
            <p:nvPr/>
          </p:nvSpPr>
          <p:spPr bwMode="gray">
            <a:xfrm>
              <a:off x="4707204" y="1549871"/>
              <a:ext cx="162778" cy="288147"/>
            </a:xfrm>
            <a:prstGeom prst="rect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72 Brand" pitchFamily="34" charset="-128"/>
                <a:cs typeface="72 Brand" pitchFamily="34" charset="-128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FE8CBC0-39A3-80C8-DCFA-F899E81FAF0A}"/>
              </a:ext>
            </a:extLst>
          </p:cNvPr>
          <p:cNvGrpSpPr/>
          <p:nvPr/>
        </p:nvGrpSpPr>
        <p:grpSpPr>
          <a:xfrm>
            <a:off x="4749516" y="3321742"/>
            <a:ext cx="867634" cy="288147"/>
            <a:chOff x="4707204" y="1549871"/>
            <a:chExt cx="867634" cy="28814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4C44462-C5E8-6F6B-0651-B6623B033404}"/>
                </a:ext>
              </a:extLst>
            </p:cNvPr>
            <p:cNvSpPr txBox="1"/>
            <p:nvPr/>
          </p:nvSpPr>
          <p:spPr>
            <a:xfrm>
              <a:off x="4869983" y="1549871"/>
              <a:ext cx="704855" cy="28814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txBody>
            <a:bodyPr wrap="none" lIns="72000" tIns="36000" rIns="72000" bIns="36000" rtlCol="0">
              <a:spAutoFit/>
            </a:bodyPr>
            <a:lstStyle/>
            <a:p>
              <a:pPr algn="l" fontAlgn="base"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</a:pPr>
              <a:r>
                <a:rPr lang="en-GB" sz="1400" kern="0" dirty="0">
                  <a:latin typeface="72 Brand" panose="020B0504030603020204" pitchFamily="34" charset="0"/>
                  <a:ea typeface="72 Brand" pitchFamily="34" charset="-128"/>
                  <a:cs typeface="72 Brand" pitchFamily="34" charset="-128"/>
                </a:rPr>
                <a:t>Widget</a:t>
              </a:r>
              <a:endParaRPr lang="de-DE" sz="1400" kern="0" dirty="0" err="1">
                <a:latin typeface="72 Brand" panose="020B0504030603020204" pitchFamily="34" charset="0"/>
                <a:ea typeface="72 Brand" pitchFamily="34" charset="-128"/>
                <a:cs typeface="72 Brand" pitchFamily="34" charset="-128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0EC6A3A-C84C-742E-EEEF-46FC9824EA3B}"/>
                </a:ext>
              </a:extLst>
            </p:cNvPr>
            <p:cNvSpPr/>
            <p:nvPr/>
          </p:nvSpPr>
          <p:spPr bwMode="gray">
            <a:xfrm>
              <a:off x="4707204" y="1549871"/>
              <a:ext cx="162778" cy="288147"/>
            </a:xfrm>
            <a:prstGeom prst="rect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72 Brand" pitchFamily="34" charset="-128"/>
                <a:cs typeface="72 Brand" pitchFamily="34" charset="-128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9C15343-9F38-0E96-3FBA-9D59420F3E40}"/>
              </a:ext>
            </a:extLst>
          </p:cNvPr>
          <p:cNvGrpSpPr/>
          <p:nvPr/>
        </p:nvGrpSpPr>
        <p:grpSpPr>
          <a:xfrm>
            <a:off x="5700451" y="3321742"/>
            <a:ext cx="867634" cy="288147"/>
            <a:chOff x="4707204" y="1549871"/>
            <a:chExt cx="867634" cy="288147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B2907EB-4FD9-D3DA-FF15-0BB4ADABC645}"/>
                </a:ext>
              </a:extLst>
            </p:cNvPr>
            <p:cNvSpPr txBox="1"/>
            <p:nvPr/>
          </p:nvSpPr>
          <p:spPr>
            <a:xfrm>
              <a:off x="4869983" y="1549871"/>
              <a:ext cx="704855" cy="28814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txBody>
            <a:bodyPr wrap="none" lIns="72000" tIns="36000" rIns="72000" bIns="36000" rtlCol="0">
              <a:spAutoFit/>
            </a:bodyPr>
            <a:lstStyle/>
            <a:p>
              <a:pPr algn="l" fontAlgn="base"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</a:pPr>
              <a:r>
                <a:rPr lang="en-GB" sz="1400" kern="0" dirty="0">
                  <a:latin typeface="72 Brand" panose="020B0504030603020204" pitchFamily="34" charset="0"/>
                  <a:ea typeface="72 Brand" pitchFamily="34" charset="-128"/>
                  <a:cs typeface="72 Brand" pitchFamily="34" charset="-128"/>
                </a:rPr>
                <a:t>Widget</a:t>
              </a:r>
              <a:endParaRPr lang="de-DE" sz="1400" kern="0" dirty="0" err="1">
                <a:latin typeface="72 Brand" panose="020B0504030603020204" pitchFamily="34" charset="0"/>
                <a:ea typeface="72 Brand" pitchFamily="34" charset="-128"/>
                <a:cs typeface="72 Brand" pitchFamily="34" charset="-128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8150E7EA-433A-B576-2AFE-AC93E397A5BF}"/>
                </a:ext>
              </a:extLst>
            </p:cNvPr>
            <p:cNvSpPr/>
            <p:nvPr/>
          </p:nvSpPr>
          <p:spPr bwMode="gray">
            <a:xfrm>
              <a:off x="4707204" y="1549871"/>
              <a:ext cx="162778" cy="288147"/>
            </a:xfrm>
            <a:prstGeom prst="rect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72 Brand" pitchFamily="34" charset="-128"/>
                <a:cs typeface="72 Brand" pitchFamily="34" charset="-128"/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D99E71F-8799-8797-0AAB-C86D6D8F6062}"/>
              </a:ext>
            </a:extLst>
          </p:cNvPr>
          <p:cNvGrpSpPr/>
          <p:nvPr/>
        </p:nvGrpSpPr>
        <p:grpSpPr>
          <a:xfrm>
            <a:off x="6651386" y="3321742"/>
            <a:ext cx="867634" cy="288147"/>
            <a:chOff x="4707204" y="1549871"/>
            <a:chExt cx="867634" cy="288147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23F8EF3-B40D-7CB9-5B7D-EB5FC6F27583}"/>
                </a:ext>
              </a:extLst>
            </p:cNvPr>
            <p:cNvSpPr txBox="1"/>
            <p:nvPr/>
          </p:nvSpPr>
          <p:spPr>
            <a:xfrm>
              <a:off x="4869983" y="1549871"/>
              <a:ext cx="704855" cy="28814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txBody>
            <a:bodyPr wrap="none" lIns="72000" tIns="36000" rIns="72000" bIns="36000" rtlCol="0">
              <a:spAutoFit/>
            </a:bodyPr>
            <a:lstStyle/>
            <a:p>
              <a:pPr algn="l" fontAlgn="base"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</a:pPr>
              <a:r>
                <a:rPr lang="en-GB" sz="1400" kern="0" dirty="0">
                  <a:latin typeface="72 Brand" panose="020B0504030603020204" pitchFamily="34" charset="0"/>
                  <a:ea typeface="72 Brand" pitchFamily="34" charset="-128"/>
                  <a:cs typeface="72 Brand" pitchFamily="34" charset="-128"/>
                </a:rPr>
                <a:t>Widget</a:t>
              </a:r>
              <a:endParaRPr lang="de-DE" sz="1400" kern="0" dirty="0" err="1">
                <a:latin typeface="72 Brand" panose="020B0504030603020204" pitchFamily="34" charset="0"/>
                <a:ea typeface="72 Brand" pitchFamily="34" charset="-128"/>
                <a:cs typeface="72 Brand" pitchFamily="34" charset="-128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9099470-9665-1172-3000-553F00007695}"/>
                </a:ext>
              </a:extLst>
            </p:cNvPr>
            <p:cNvSpPr/>
            <p:nvPr/>
          </p:nvSpPr>
          <p:spPr bwMode="gray">
            <a:xfrm>
              <a:off x="4707204" y="1549871"/>
              <a:ext cx="162778" cy="288147"/>
            </a:xfrm>
            <a:prstGeom prst="rect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72 Brand" pitchFamily="34" charset="-128"/>
                <a:cs typeface="72 Brand" pitchFamily="34" charset="-128"/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84E17D84-7935-C6F2-3D9B-C2BEB177D4F8}"/>
              </a:ext>
            </a:extLst>
          </p:cNvPr>
          <p:cNvGrpSpPr/>
          <p:nvPr/>
        </p:nvGrpSpPr>
        <p:grpSpPr>
          <a:xfrm>
            <a:off x="2955479" y="5530968"/>
            <a:ext cx="872909" cy="288148"/>
            <a:chOff x="2847646" y="4996087"/>
            <a:chExt cx="872909" cy="288148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5AD099C2-171F-1D80-E72C-2D07F2743395}"/>
                </a:ext>
              </a:extLst>
            </p:cNvPr>
            <p:cNvSpPr txBox="1"/>
            <p:nvPr/>
          </p:nvSpPr>
          <p:spPr>
            <a:xfrm>
              <a:off x="3010892" y="4996088"/>
              <a:ext cx="709663" cy="28814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txBody>
            <a:bodyPr wrap="none" lIns="72000" tIns="36000" rIns="72000" bIns="36000" rtlCol="0">
              <a:spAutoFit/>
            </a:bodyPr>
            <a:lstStyle/>
            <a:p>
              <a:pPr algn="l" fontAlgn="base"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</a:pPr>
              <a:r>
                <a:rPr lang="en-GB" sz="1400" kern="0" dirty="0">
                  <a:latin typeface="72 Brand" panose="020B0504030603020204" pitchFamily="34" charset="0"/>
                  <a:ea typeface="72 Brand" pitchFamily="34" charset="-128"/>
                  <a:cs typeface="72 Brand" pitchFamily="34" charset="-128"/>
                </a:rPr>
                <a:t>Thread</a:t>
              </a:r>
              <a:endParaRPr lang="de-DE" sz="1400" kern="0" dirty="0" err="1">
                <a:latin typeface="72 Brand" panose="020B0504030603020204" pitchFamily="34" charset="0"/>
                <a:ea typeface="72 Brand" pitchFamily="34" charset="-128"/>
                <a:cs typeface="72 Brand" pitchFamily="34" charset="-128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2A581548-8AEE-FB12-6112-3DA342DCBC62}"/>
                </a:ext>
              </a:extLst>
            </p:cNvPr>
            <p:cNvSpPr/>
            <p:nvPr/>
          </p:nvSpPr>
          <p:spPr bwMode="gray">
            <a:xfrm>
              <a:off x="2847646" y="4996087"/>
              <a:ext cx="162778" cy="288147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72 Brand" pitchFamily="34" charset="-128"/>
                <a:cs typeface="72 Brand" pitchFamily="34" charset="-128"/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9F785BFE-2A52-E099-994D-BB5BF81C4B2C}"/>
              </a:ext>
            </a:extLst>
          </p:cNvPr>
          <p:cNvGrpSpPr/>
          <p:nvPr/>
        </p:nvGrpSpPr>
        <p:grpSpPr>
          <a:xfrm>
            <a:off x="4323252" y="5558197"/>
            <a:ext cx="872909" cy="288148"/>
            <a:chOff x="2847646" y="4996087"/>
            <a:chExt cx="872909" cy="288148"/>
          </a:xfrm>
        </p:grpSpPr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7A3BF1EC-A0C3-3D34-A9D6-E0876BE5919F}"/>
                </a:ext>
              </a:extLst>
            </p:cNvPr>
            <p:cNvSpPr txBox="1"/>
            <p:nvPr/>
          </p:nvSpPr>
          <p:spPr>
            <a:xfrm>
              <a:off x="3010892" y="4996088"/>
              <a:ext cx="709663" cy="28814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txBody>
            <a:bodyPr wrap="none" lIns="72000" tIns="36000" rIns="72000" bIns="36000" rtlCol="0">
              <a:spAutoFit/>
            </a:bodyPr>
            <a:lstStyle/>
            <a:p>
              <a:pPr algn="l" fontAlgn="base"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</a:pPr>
              <a:r>
                <a:rPr lang="en-GB" sz="1400" kern="0" dirty="0">
                  <a:latin typeface="72 Brand" panose="020B0504030603020204" pitchFamily="34" charset="0"/>
                  <a:ea typeface="72 Brand" pitchFamily="34" charset="-128"/>
                  <a:cs typeface="72 Brand" pitchFamily="34" charset="-128"/>
                </a:rPr>
                <a:t>Thread</a:t>
              </a:r>
              <a:endParaRPr lang="de-DE" sz="1400" kern="0" dirty="0" err="1">
                <a:latin typeface="72 Brand" panose="020B0504030603020204" pitchFamily="34" charset="0"/>
                <a:ea typeface="72 Brand" pitchFamily="34" charset="-128"/>
                <a:cs typeface="72 Brand" pitchFamily="34" charset="-128"/>
              </a:endParaRP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AD4CE28B-7D11-4114-7196-4D4F8319B489}"/>
                </a:ext>
              </a:extLst>
            </p:cNvPr>
            <p:cNvSpPr/>
            <p:nvPr/>
          </p:nvSpPr>
          <p:spPr bwMode="gray">
            <a:xfrm>
              <a:off x="2847646" y="4996087"/>
              <a:ext cx="162778" cy="288147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72 Brand" pitchFamily="34" charset="-128"/>
                <a:cs typeface="72 Brand" pitchFamily="34" charset="-128"/>
              </a:endParaRP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A24A74B5-4867-E450-2D72-F238A9F15A66}"/>
              </a:ext>
            </a:extLst>
          </p:cNvPr>
          <p:cNvGrpSpPr/>
          <p:nvPr/>
        </p:nvGrpSpPr>
        <p:grpSpPr>
          <a:xfrm>
            <a:off x="4470689" y="4653235"/>
            <a:ext cx="872909" cy="288148"/>
            <a:chOff x="2847646" y="4996087"/>
            <a:chExt cx="872909" cy="288148"/>
          </a:xfrm>
        </p:grpSpPr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3999A1DF-1351-3D43-8F6C-922632DEBB7F}"/>
                </a:ext>
              </a:extLst>
            </p:cNvPr>
            <p:cNvSpPr txBox="1"/>
            <p:nvPr/>
          </p:nvSpPr>
          <p:spPr>
            <a:xfrm>
              <a:off x="3010892" y="4996088"/>
              <a:ext cx="709663" cy="28814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txBody>
            <a:bodyPr wrap="none" lIns="72000" tIns="36000" rIns="72000" bIns="36000" rtlCol="0">
              <a:spAutoFit/>
            </a:bodyPr>
            <a:lstStyle/>
            <a:p>
              <a:pPr algn="l" fontAlgn="base"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</a:pPr>
              <a:r>
                <a:rPr lang="en-GB" sz="1400" kern="0" dirty="0">
                  <a:latin typeface="72 Brand" panose="020B0504030603020204" pitchFamily="34" charset="0"/>
                  <a:ea typeface="72 Brand" pitchFamily="34" charset="-128"/>
                  <a:cs typeface="72 Brand" pitchFamily="34" charset="-128"/>
                </a:rPr>
                <a:t>Thread</a:t>
              </a:r>
              <a:endParaRPr lang="de-DE" sz="1400" kern="0" dirty="0" err="1">
                <a:latin typeface="72 Brand" panose="020B0504030603020204" pitchFamily="34" charset="0"/>
                <a:ea typeface="72 Brand" pitchFamily="34" charset="-128"/>
                <a:cs typeface="72 Brand" pitchFamily="34" charset="-128"/>
              </a:endParaRP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D94ED71E-FE50-DF29-0798-4EEC3793E254}"/>
                </a:ext>
              </a:extLst>
            </p:cNvPr>
            <p:cNvSpPr/>
            <p:nvPr/>
          </p:nvSpPr>
          <p:spPr bwMode="gray">
            <a:xfrm>
              <a:off x="2847646" y="4996087"/>
              <a:ext cx="162778" cy="288147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72 Brand" pitchFamily="34" charset="-128"/>
                <a:cs typeface="72 Brand" pitchFamily="34" charset="-128"/>
              </a:endParaRP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4C3E64ED-54A1-24F0-E839-D162A69E567B}"/>
              </a:ext>
            </a:extLst>
          </p:cNvPr>
          <p:cNvGrpSpPr/>
          <p:nvPr/>
        </p:nvGrpSpPr>
        <p:grpSpPr>
          <a:xfrm>
            <a:off x="6022643" y="5413681"/>
            <a:ext cx="872909" cy="288148"/>
            <a:chOff x="2847646" y="4996087"/>
            <a:chExt cx="872909" cy="288148"/>
          </a:xfrm>
        </p:grpSpPr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8CB9A38A-CF4A-AFDD-7534-6938ADF92706}"/>
                </a:ext>
              </a:extLst>
            </p:cNvPr>
            <p:cNvSpPr txBox="1"/>
            <p:nvPr/>
          </p:nvSpPr>
          <p:spPr>
            <a:xfrm>
              <a:off x="3010892" y="4996088"/>
              <a:ext cx="709663" cy="28814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txBody>
            <a:bodyPr wrap="none" lIns="72000" tIns="36000" rIns="72000" bIns="36000" rtlCol="0">
              <a:spAutoFit/>
            </a:bodyPr>
            <a:lstStyle/>
            <a:p>
              <a:pPr algn="l" fontAlgn="base"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</a:pPr>
              <a:r>
                <a:rPr lang="en-GB" sz="1400" kern="0" dirty="0">
                  <a:latin typeface="72 Brand" panose="020B0504030603020204" pitchFamily="34" charset="0"/>
                  <a:ea typeface="72 Brand" pitchFamily="34" charset="-128"/>
                  <a:cs typeface="72 Brand" pitchFamily="34" charset="-128"/>
                </a:rPr>
                <a:t>Thread</a:t>
              </a:r>
              <a:endParaRPr lang="de-DE" sz="1400" kern="0" dirty="0" err="1">
                <a:latin typeface="72 Brand" panose="020B0504030603020204" pitchFamily="34" charset="0"/>
                <a:ea typeface="72 Brand" pitchFamily="34" charset="-128"/>
                <a:cs typeface="72 Brand" pitchFamily="34" charset="-128"/>
              </a:endParaRP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AD4C039C-251B-FE9D-2B0B-7AB1FEA497F5}"/>
                </a:ext>
              </a:extLst>
            </p:cNvPr>
            <p:cNvSpPr/>
            <p:nvPr/>
          </p:nvSpPr>
          <p:spPr bwMode="gray">
            <a:xfrm>
              <a:off x="2847646" y="4996087"/>
              <a:ext cx="162778" cy="288147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72 Brand" pitchFamily="34" charset="-128"/>
                <a:cs typeface="72 Brand" pitchFamily="34" charset="-128"/>
              </a:endParaRPr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8CD73688-08DC-6716-DC80-996F29FA8B2D}"/>
              </a:ext>
            </a:extLst>
          </p:cNvPr>
          <p:cNvGrpSpPr/>
          <p:nvPr/>
        </p:nvGrpSpPr>
        <p:grpSpPr>
          <a:xfrm>
            <a:off x="6377709" y="4633909"/>
            <a:ext cx="872909" cy="288148"/>
            <a:chOff x="2847646" y="4996087"/>
            <a:chExt cx="872909" cy="288148"/>
          </a:xfrm>
        </p:grpSpPr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DF807C77-BB68-008B-2820-F61378124323}"/>
                </a:ext>
              </a:extLst>
            </p:cNvPr>
            <p:cNvSpPr txBox="1"/>
            <p:nvPr/>
          </p:nvSpPr>
          <p:spPr>
            <a:xfrm>
              <a:off x="3010892" y="4996088"/>
              <a:ext cx="709663" cy="28814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txBody>
            <a:bodyPr wrap="none" lIns="72000" tIns="36000" rIns="72000" bIns="36000" rtlCol="0">
              <a:spAutoFit/>
            </a:bodyPr>
            <a:lstStyle/>
            <a:p>
              <a:pPr algn="l" fontAlgn="base"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</a:pPr>
              <a:r>
                <a:rPr lang="en-GB" sz="1400" kern="0" dirty="0">
                  <a:latin typeface="72 Brand" panose="020B0504030603020204" pitchFamily="34" charset="0"/>
                  <a:ea typeface="72 Brand" pitchFamily="34" charset="-128"/>
                  <a:cs typeface="72 Brand" pitchFamily="34" charset="-128"/>
                </a:rPr>
                <a:t>Thread</a:t>
              </a:r>
              <a:endParaRPr lang="de-DE" sz="1400" kern="0" dirty="0" err="1">
                <a:latin typeface="72 Brand" panose="020B0504030603020204" pitchFamily="34" charset="0"/>
                <a:ea typeface="72 Brand" pitchFamily="34" charset="-128"/>
                <a:cs typeface="72 Brand" pitchFamily="34" charset="-128"/>
              </a:endParaRP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B5F622A8-A0FD-FD42-B58C-F849E5E8E553}"/>
                </a:ext>
              </a:extLst>
            </p:cNvPr>
            <p:cNvSpPr/>
            <p:nvPr/>
          </p:nvSpPr>
          <p:spPr bwMode="gray">
            <a:xfrm>
              <a:off x="2847646" y="4996087"/>
              <a:ext cx="162778" cy="288147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72 Brand" pitchFamily="34" charset="-128"/>
                <a:cs typeface="72 Brand" pitchFamily="34" charset="-128"/>
              </a:endParaRPr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6D740172-AAA4-1D5C-487F-9DEEE5A463C5}"/>
              </a:ext>
            </a:extLst>
          </p:cNvPr>
          <p:cNvGrpSpPr/>
          <p:nvPr/>
        </p:nvGrpSpPr>
        <p:grpSpPr>
          <a:xfrm>
            <a:off x="3281463" y="5269607"/>
            <a:ext cx="872909" cy="288148"/>
            <a:chOff x="2847646" y="4996087"/>
            <a:chExt cx="872909" cy="288148"/>
          </a:xfrm>
        </p:grpSpPr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E249ABE8-1CAA-6EC3-7DD7-E2DAB764C95F}"/>
                </a:ext>
              </a:extLst>
            </p:cNvPr>
            <p:cNvSpPr txBox="1"/>
            <p:nvPr/>
          </p:nvSpPr>
          <p:spPr>
            <a:xfrm>
              <a:off x="3010892" y="4996088"/>
              <a:ext cx="709663" cy="28814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txBody>
            <a:bodyPr wrap="none" lIns="72000" tIns="36000" rIns="72000" bIns="36000" rtlCol="0">
              <a:spAutoFit/>
            </a:bodyPr>
            <a:lstStyle/>
            <a:p>
              <a:pPr algn="l" fontAlgn="base"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</a:pPr>
              <a:r>
                <a:rPr lang="en-GB" sz="1400" kern="0" dirty="0">
                  <a:latin typeface="72 Brand" panose="020B0504030603020204" pitchFamily="34" charset="0"/>
                  <a:ea typeface="72 Brand" pitchFamily="34" charset="-128"/>
                  <a:cs typeface="72 Brand" pitchFamily="34" charset="-128"/>
                </a:rPr>
                <a:t>Thread</a:t>
              </a:r>
              <a:endParaRPr lang="de-DE" sz="1400" kern="0" dirty="0" err="1">
                <a:latin typeface="72 Brand" panose="020B0504030603020204" pitchFamily="34" charset="0"/>
                <a:ea typeface="72 Brand" pitchFamily="34" charset="-128"/>
                <a:cs typeface="72 Brand" pitchFamily="34" charset="-128"/>
              </a:endParaRP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F44BAD08-4BD3-2954-C5E8-A347DA0D2429}"/>
                </a:ext>
              </a:extLst>
            </p:cNvPr>
            <p:cNvSpPr/>
            <p:nvPr/>
          </p:nvSpPr>
          <p:spPr bwMode="gray">
            <a:xfrm>
              <a:off x="2847646" y="4996087"/>
              <a:ext cx="162778" cy="288147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72 Brand" pitchFamily="34" charset="-128"/>
                <a:cs typeface="72 Brand" pitchFamily="34" charset="-128"/>
              </a:endParaRPr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EB63706E-46F6-D694-8A9E-01A83DA0613B}"/>
              </a:ext>
            </a:extLst>
          </p:cNvPr>
          <p:cNvGrpSpPr/>
          <p:nvPr/>
        </p:nvGrpSpPr>
        <p:grpSpPr>
          <a:xfrm>
            <a:off x="3243970" y="4825459"/>
            <a:ext cx="872909" cy="288148"/>
            <a:chOff x="2847646" y="4996087"/>
            <a:chExt cx="872909" cy="288148"/>
          </a:xfrm>
        </p:grpSpPr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405E39CB-F663-D4F2-11FE-C55D4DEBA96C}"/>
                </a:ext>
              </a:extLst>
            </p:cNvPr>
            <p:cNvSpPr txBox="1"/>
            <p:nvPr/>
          </p:nvSpPr>
          <p:spPr>
            <a:xfrm>
              <a:off x="3010892" y="4996088"/>
              <a:ext cx="709663" cy="28814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txBody>
            <a:bodyPr wrap="none" lIns="72000" tIns="36000" rIns="72000" bIns="36000" rtlCol="0">
              <a:spAutoFit/>
            </a:bodyPr>
            <a:lstStyle/>
            <a:p>
              <a:pPr algn="l" fontAlgn="base"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</a:pPr>
              <a:r>
                <a:rPr lang="en-GB" sz="1400" kern="0" dirty="0">
                  <a:latin typeface="72 Brand" panose="020B0504030603020204" pitchFamily="34" charset="0"/>
                  <a:ea typeface="72 Brand" pitchFamily="34" charset="-128"/>
                  <a:cs typeface="72 Brand" pitchFamily="34" charset="-128"/>
                </a:rPr>
                <a:t>Thread</a:t>
              </a:r>
              <a:endParaRPr lang="de-DE" sz="1400" kern="0" dirty="0" err="1">
                <a:latin typeface="72 Brand" panose="020B0504030603020204" pitchFamily="34" charset="0"/>
                <a:ea typeface="72 Brand" pitchFamily="34" charset="-128"/>
                <a:cs typeface="72 Brand" pitchFamily="34" charset="-128"/>
              </a:endParaRP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8681BBC1-083F-9A38-A177-8E874693B9D7}"/>
                </a:ext>
              </a:extLst>
            </p:cNvPr>
            <p:cNvSpPr/>
            <p:nvPr/>
          </p:nvSpPr>
          <p:spPr bwMode="gray">
            <a:xfrm>
              <a:off x="2847646" y="4996087"/>
              <a:ext cx="162778" cy="288147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72 Brand" pitchFamily="34" charset="-128"/>
                <a:cs typeface="72 Brand" pitchFamily="34" charset="-128"/>
              </a:endParaRP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0C539F25-64C4-6DA0-9CE6-A81041E012B8}"/>
              </a:ext>
            </a:extLst>
          </p:cNvPr>
          <p:cNvGrpSpPr/>
          <p:nvPr/>
        </p:nvGrpSpPr>
        <p:grpSpPr>
          <a:xfrm>
            <a:off x="3840565" y="5047533"/>
            <a:ext cx="872909" cy="288148"/>
            <a:chOff x="2847646" y="4996087"/>
            <a:chExt cx="872909" cy="288148"/>
          </a:xfrm>
        </p:grpSpPr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9A05DF6E-7E3B-27D6-2594-85435BCBD6A4}"/>
                </a:ext>
              </a:extLst>
            </p:cNvPr>
            <p:cNvSpPr txBox="1"/>
            <p:nvPr/>
          </p:nvSpPr>
          <p:spPr>
            <a:xfrm>
              <a:off x="3010892" y="4996088"/>
              <a:ext cx="709663" cy="28814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txBody>
            <a:bodyPr wrap="none" lIns="72000" tIns="36000" rIns="72000" bIns="36000" rtlCol="0">
              <a:spAutoFit/>
            </a:bodyPr>
            <a:lstStyle/>
            <a:p>
              <a:pPr algn="l" fontAlgn="base"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</a:pPr>
              <a:r>
                <a:rPr lang="en-GB" sz="1400" kern="0" dirty="0">
                  <a:latin typeface="72 Brand" panose="020B0504030603020204" pitchFamily="34" charset="0"/>
                  <a:ea typeface="72 Brand" pitchFamily="34" charset="-128"/>
                  <a:cs typeface="72 Brand" pitchFamily="34" charset="-128"/>
                </a:rPr>
                <a:t>Thread</a:t>
              </a:r>
              <a:endParaRPr lang="de-DE" sz="1400" kern="0" dirty="0" err="1">
                <a:latin typeface="72 Brand" panose="020B0504030603020204" pitchFamily="34" charset="0"/>
                <a:ea typeface="72 Brand" pitchFamily="34" charset="-128"/>
                <a:cs typeface="72 Brand" pitchFamily="34" charset="-128"/>
              </a:endParaRP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08918E93-80C8-3CFF-A5CA-410AB8CBC6CF}"/>
                </a:ext>
              </a:extLst>
            </p:cNvPr>
            <p:cNvSpPr/>
            <p:nvPr/>
          </p:nvSpPr>
          <p:spPr bwMode="gray">
            <a:xfrm>
              <a:off x="2847646" y="4996087"/>
              <a:ext cx="162778" cy="288147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72 Brand" pitchFamily="34" charset="-128"/>
                <a:cs typeface="72 Brand" pitchFamily="34" charset="-128"/>
              </a:endParaRPr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A6CD1817-7FAC-2CB6-F2A8-7F1D67A8DCDB}"/>
              </a:ext>
            </a:extLst>
          </p:cNvPr>
          <p:cNvGrpSpPr/>
          <p:nvPr/>
        </p:nvGrpSpPr>
        <p:grpSpPr>
          <a:xfrm>
            <a:off x="4501476" y="4922056"/>
            <a:ext cx="872909" cy="288148"/>
            <a:chOff x="2847646" y="4996087"/>
            <a:chExt cx="872909" cy="288148"/>
          </a:xfrm>
        </p:grpSpPr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1B9CDE87-CF71-FD7C-678D-3243C9106861}"/>
                </a:ext>
              </a:extLst>
            </p:cNvPr>
            <p:cNvSpPr txBox="1"/>
            <p:nvPr/>
          </p:nvSpPr>
          <p:spPr>
            <a:xfrm>
              <a:off x="3010892" y="4996088"/>
              <a:ext cx="709663" cy="28814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txBody>
            <a:bodyPr wrap="none" lIns="72000" tIns="36000" rIns="72000" bIns="36000" rtlCol="0">
              <a:spAutoFit/>
            </a:bodyPr>
            <a:lstStyle/>
            <a:p>
              <a:pPr algn="l" fontAlgn="base"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</a:pPr>
              <a:r>
                <a:rPr lang="en-GB" sz="1400" kern="0" dirty="0">
                  <a:latin typeface="72 Brand" panose="020B0504030603020204" pitchFamily="34" charset="0"/>
                  <a:ea typeface="72 Brand" pitchFamily="34" charset="-128"/>
                  <a:cs typeface="72 Brand" pitchFamily="34" charset="-128"/>
                </a:rPr>
                <a:t>Thread</a:t>
              </a:r>
              <a:endParaRPr lang="de-DE" sz="1400" kern="0" dirty="0" err="1">
                <a:latin typeface="72 Brand" panose="020B0504030603020204" pitchFamily="34" charset="0"/>
                <a:ea typeface="72 Brand" pitchFamily="34" charset="-128"/>
                <a:cs typeface="72 Brand" pitchFamily="34" charset="-128"/>
              </a:endParaRP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AD39ECD8-6B90-23B4-C4CA-7E19BA9F4B7D}"/>
                </a:ext>
              </a:extLst>
            </p:cNvPr>
            <p:cNvSpPr/>
            <p:nvPr/>
          </p:nvSpPr>
          <p:spPr bwMode="gray">
            <a:xfrm>
              <a:off x="2847646" y="4996087"/>
              <a:ext cx="162778" cy="288147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72 Brand" pitchFamily="34" charset="-128"/>
                <a:cs typeface="72 Brand" pitchFamily="34" charset="-128"/>
              </a:endParaRPr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E7A8885C-9CCF-8EC0-371D-C40ED6DFB8D3}"/>
              </a:ext>
            </a:extLst>
          </p:cNvPr>
          <p:cNvGrpSpPr/>
          <p:nvPr/>
        </p:nvGrpSpPr>
        <p:grpSpPr>
          <a:xfrm>
            <a:off x="4841329" y="5694355"/>
            <a:ext cx="872909" cy="288148"/>
            <a:chOff x="2847646" y="4996087"/>
            <a:chExt cx="872909" cy="288148"/>
          </a:xfrm>
        </p:grpSpPr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525CDCD2-4206-B491-2C2B-5D30CFEDC633}"/>
                </a:ext>
              </a:extLst>
            </p:cNvPr>
            <p:cNvSpPr txBox="1"/>
            <p:nvPr/>
          </p:nvSpPr>
          <p:spPr>
            <a:xfrm>
              <a:off x="3010892" y="4996088"/>
              <a:ext cx="709663" cy="28814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txBody>
            <a:bodyPr wrap="none" lIns="72000" tIns="36000" rIns="72000" bIns="36000" rtlCol="0">
              <a:spAutoFit/>
            </a:bodyPr>
            <a:lstStyle/>
            <a:p>
              <a:pPr algn="l" fontAlgn="base"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</a:pPr>
              <a:r>
                <a:rPr lang="en-GB" sz="1400" kern="0" dirty="0">
                  <a:latin typeface="72 Brand" panose="020B0504030603020204" pitchFamily="34" charset="0"/>
                  <a:ea typeface="72 Brand" pitchFamily="34" charset="-128"/>
                  <a:cs typeface="72 Brand" pitchFamily="34" charset="-128"/>
                </a:rPr>
                <a:t>Thread</a:t>
              </a:r>
              <a:endParaRPr lang="de-DE" sz="1400" kern="0" dirty="0" err="1">
                <a:latin typeface="72 Brand" panose="020B0504030603020204" pitchFamily="34" charset="0"/>
                <a:ea typeface="72 Brand" pitchFamily="34" charset="-128"/>
                <a:cs typeface="72 Brand" pitchFamily="34" charset="-128"/>
              </a:endParaRP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7A06E9A6-BD37-06C7-33D7-9C470478A7E7}"/>
                </a:ext>
              </a:extLst>
            </p:cNvPr>
            <p:cNvSpPr/>
            <p:nvPr/>
          </p:nvSpPr>
          <p:spPr bwMode="gray">
            <a:xfrm>
              <a:off x="2847646" y="4996087"/>
              <a:ext cx="162778" cy="288147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72 Brand" pitchFamily="34" charset="-128"/>
                <a:cs typeface="72 Brand" pitchFamily="34" charset="-128"/>
              </a:endParaRPr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8F9CE7C8-FC7E-A59E-213B-C1A0B4DEED3A}"/>
              </a:ext>
            </a:extLst>
          </p:cNvPr>
          <p:cNvGrpSpPr/>
          <p:nvPr/>
        </p:nvGrpSpPr>
        <p:grpSpPr>
          <a:xfrm>
            <a:off x="5026953" y="5336857"/>
            <a:ext cx="872909" cy="288148"/>
            <a:chOff x="2847646" y="4996087"/>
            <a:chExt cx="872909" cy="288148"/>
          </a:xfrm>
        </p:grpSpPr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C033C81F-ECF8-D2CC-D413-24715358424A}"/>
                </a:ext>
              </a:extLst>
            </p:cNvPr>
            <p:cNvSpPr txBox="1"/>
            <p:nvPr/>
          </p:nvSpPr>
          <p:spPr>
            <a:xfrm>
              <a:off x="3010892" y="4996088"/>
              <a:ext cx="709663" cy="28814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txBody>
            <a:bodyPr wrap="none" lIns="72000" tIns="36000" rIns="72000" bIns="36000" rtlCol="0">
              <a:spAutoFit/>
            </a:bodyPr>
            <a:lstStyle/>
            <a:p>
              <a:pPr algn="l" fontAlgn="base"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</a:pPr>
              <a:r>
                <a:rPr lang="en-GB" sz="1400" kern="0" dirty="0">
                  <a:latin typeface="72 Brand" panose="020B0504030603020204" pitchFamily="34" charset="0"/>
                  <a:ea typeface="72 Brand" pitchFamily="34" charset="-128"/>
                  <a:cs typeface="72 Brand" pitchFamily="34" charset="-128"/>
                </a:rPr>
                <a:t>Thread</a:t>
              </a:r>
              <a:endParaRPr lang="de-DE" sz="1400" kern="0" dirty="0" err="1">
                <a:latin typeface="72 Brand" panose="020B0504030603020204" pitchFamily="34" charset="0"/>
                <a:ea typeface="72 Brand" pitchFamily="34" charset="-128"/>
                <a:cs typeface="72 Brand" pitchFamily="34" charset="-128"/>
              </a:endParaRP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B92879E6-35A6-C867-EC18-A52631A45924}"/>
                </a:ext>
              </a:extLst>
            </p:cNvPr>
            <p:cNvSpPr/>
            <p:nvPr/>
          </p:nvSpPr>
          <p:spPr bwMode="gray">
            <a:xfrm>
              <a:off x="2847646" y="4996087"/>
              <a:ext cx="162778" cy="288147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72 Brand" pitchFamily="34" charset="-128"/>
                <a:cs typeface="72 Brand" pitchFamily="34" charset="-128"/>
              </a:endParaRPr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C300844A-1525-150A-6FDA-71B56E6E30ED}"/>
              </a:ext>
            </a:extLst>
          </p:cNvPr>
          <p:cNvGrpSpPr/>
          <p:nvPr/>
        </p:nvGrpSpPr>
        <p:grpSpPr>
          <a:xfrm>
            <a:off x="5395614" y="5192782"/>
            <a:ext cx="872909" cy="288148"/>
            <a:chOff x="2847646" y="4996087"/>
            <a:chExt cx="872909" cy="288148"/>
          </a:xfrm>
        </p:grpSpPr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5B3A6A16-9CF1-ECA0-8881-36697B28EA2B}"/>
                </a:ext>
              </a:extLst>
            </p:cNvPr>
            <p:cNvSpPr txBox="1"/>
            <p:nvPr/>
          </p:nvSpPr>
          <p:spPr>
            <a:xfrm>
              <a:off x="3010892" y="4996088"/>
              <a:ext cx="709663" cy="28814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txBody>
            <a:bodyPr wrap="none" lIns="72000" tIns="36000" rIns="72000" bIns="36000" rtlCol="0">
              <a:spAutoFit/>
            </a:bodyPr>
            <a:lstStyle/>
            <a:p>
              <a:pPr algn="l" fontAlgn="base"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</a:pPr>
              <a:r>
                <a:rPr lang="en-GB" sz="1400" kern="0" dirty="0">
                  <a:latin typeface="72 Brand" panose="020B0504030603020204" pitchFamily="34" charset="0"/>
                  <a:ea typeface="72 Brand" pitchFamily="34" charset="-128"/>
                  <a:cs typeface="72 Brand" pitchFamily="34" charset="-128"/>
                </a:rPr>
                <a:t>Thread</a:t>
              </a:r>
              <a:endParaRPr lang="de-DE" sz="1400" kern="0" dirty="0" err="1">
                <a:latin typeface="72 Brand" panose="020B0504030603020204" pitchFamily="34" charset="0"/>
                <a:ea typeface="72 Brand" pitchFamily="34" charset="-128"/>
                <a:cs typeface="72 Brand" pitchFamily="34" charset="-128"/>
              </a:endParaRP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FCC33FD1-B54D-C41C-05A4-D59B6A39A995}"/>
                </a:ext>
              </a:extLst>
            </p:cNvPr>
            <p:cNvSpPr/>
            <p:nvPr/>
          </p:nvSpPr>
          <p:spPr bwMode="gray">
            <a:xfrm>
              <a:off x="2847646" y="4996087"/>
              <a:ext cx="162778" cy="288147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72 Brand" pitchFamily="34" charset="-128"/>
                <a:cs typeface="72 Brand" pitchFamily="34" charset="-128"/>
              </a:endParaRPr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2D861164-3E94-0671-C96C-91A005CA5FB9}"/>
              </a:ext>
            </a:extLst>
          </p:cNvPr>
          <p:cNvGrpSpPr/>
          <p:nvPr/>
        </p:nvGrpSpPr>
        <p:grpSpPr>
          <a:xfrm>
            <a:off x="5149734" y="4969532"/>
            <a:ext cx="872909" cy="288148"/>
            <a:chOff x="2847646" y="4996087"/>
            <a:chExt cx="872909" cy="288148"/>
          </a:xfrm>
        </p:grpSpPr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769E78CB-6834-FCFC-2BC1-8ACA351AE451}"/>
                </a:ext>
              </a:extLst>
            </p:cNvPr>
            <p:cNvSpPr txBox="1"/>
            <p:nvPr/>
          </p:nvSpPr>
          <p:spPr>
            <a:xfrm>
              <a:off x="3010892" y="4996088"/>
              <a:ext cx="709663" cy="28814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txBody>
            <a:bodyPr wrap="none" lIns="72000" tIns="36000" rIns="72000" bIns="36000" rtlCol="0">
              <a:spAutoFit/>
            </a:bodyPr>
            <a:lstStyle/>
            <a:p>
              <a:pPr algn="l" fontAlgn="base"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</a:pPr>
              <a:r>
                <a:rPr lang="en-GB" sz="1400" kern="0" dirty="0">
                  <a:latin typeface="72 Brand" panose="020B0504030603020204" pitchFamily="34" charset="0"/>
                  <a:ea typeface="72 Brand" pitchFamily="34" charset="-128"/>
                  <a:cs typeface="72 Brand" pitchFamily="34" charset="-128"/>
                </a:rPr>
                <a:t>Thread</a:t>
              </a:r>
              <a:endParaRPr lang="de-DE" sz="1400" kern="0" dirty="0" err="1">
                <a:latin typeface="72 Brand" panose="020B0504030603020204" pitchFamily="34" charset="0"/>
                <a:ea typeface="72 Brand" pitchFamily="34" charset="-128"/>
                <a:cs typeface="72 Brand" pitchFamily="34" charset="-128"/>
              </a:endParaRP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EF19081A-ED2E-863A-F2F6-21E39C92DC37}"/>
                </a:ext>
              </a:extLst>
            </p:cNvPr>
            <p:cNvSpPr/>
            <p:nvPr/>
          </p:nvSpPr>
          <p:spPr bwMode="gray">
            <a:xfrm>
              <a:off x="2847646" y="4996087"/>
              <a:ext cx="162778" cy="288147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72 Brand" pitchFamily="34" charset="-128"/>
                <a:cs typeface="72 Brand" pitchFamily="34" charset="-128"/>
              </a:endParaRPr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EEB54DEA-FAF5-45A5-756D-EA868D44F312}"/>
              </a:ext>
            </a:extLst>
          </p:cNvPr>
          <p:cNvGrpSpPr/>
          <p:nvPr/>
        </p:nvGrpSpPr>
        <p:grpSpPr>
          <a:xfrm>
            <a:off x="5671328" y="4815218"/>
            <a:ext cx="872909" cy="288148"/>
            <a:chOff x="2847646" y="4996087"/>
            <a:chExt cx="872909" cy="288148"/>
          </a:xfrm>
        </p:grpSpPr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30470DCD-4AFD-3DE0-07F3-3C590EFCF754}"/>
                </a:ext>
              </a:extLst>
            </p:cNvPr>
            <p:cNvSpPr txBox="1"/>
            <p:nvPr/>
          </p:nvSpPr>
          <p:spPr>
            <a:xfrm>
              <a:off x="3010892" y="4996088"/>
              <a:ext cx="709663" cy="28814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txBody>
            <a:bodyPr wrap="none" lIns="72000" tIns="36000" rIns="72000" bIns="36000" rtlCol="0">
              <a:spAutoFit/>
            </a:bodyPr>
            <a:lstStyle/>
            <a:p>
              <a:pPr algn="l" fontAlgn="base"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</a:pPr>
              <a:r>
                <a:rPr lang="en-GB" sz="1400" kern="0" dirty="0">
                  <a:latin typeface="72 Brand" panose="020B0504030603020204" pitchFamily="34" charset="0"/>
                  <a:ea typeface="72 Brand" pitchFamily="34" charset="-128"/>
                  <a:cs typeface="72 Brand" pitchFamily="34" charset="-128"/>
                </a:rPr>
                <a:t>Thread</a:t>
              </a:r>
              <a:endParaRPr lang="de-DE" sz="1400" kern="0" dirty="0" err="1">
                <a:latin typeface="72 Brand" panose="020B0504030603020204" pitchFamily="34" charset="0"/>
                <a:ea typeface="72 Brand" pitchFamily="34" charset="-128"/>
                <a:cs typeface="72 Brand" pitchFamily="34" charset="-128"/>
              </a:endParaRP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965D598C-764D-ABF1-0475-85DF39A901CF}"/>
                </a:ext>
              </a:extLst>
            </p:cNvPr>
            <p:cNvSpPr/>
            <p:nvPr/>
          </p:nvSpPr>
          <p:spPr bwMode="gray">
            <a:xfrm>
              <a:off x="2847646" y="4996087"/>
              <a:ext cx="162778" cy="288147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72 Brand" pitchFamily="34" charset="-128"/>
                <a:cs typeface="72 Brand" pitchFamily="34" charset="-128"/>
              </a:endParaRPr>
            </a:p>
          </p:txBody>
        </p: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5E9BDFB8-D00E-460A-6818-8C8B035FE461}"/>
              </a:ext>
            </a:extLst>
          </p:cNvPr>
          <p:cNvGrpSpPr/>
          <p:nvPr/>
        </p:nvGrpSpPr>
        <p:grpSpPr>
          <a:xfrm>
            <a:off x="3957805" y="5422039"/>
            <a:ext cx="872909" cy="288148"/>
            <a:chOff x="2847646" y="4996087"/>
            <a:chExt cx="872909" cy="288148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DD9E0A63-2229-B520-0EBA-A252449CCD6B}"/>
                </a:ext>
              </a:extLst>
            </p:cNvPr>
            <p:cNvSpPr txBox="1"/>
            <p:nvPr/>
          </p:nvSpPr>
          <p:spPr>
            <a:xfrm>
              <a:off x="3010892" y="4996088"/>
              <a:ext cx="709663" cy="28814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txBody>
            <a:bodyPr wrap="none" lIns="72000" tIns="36000" rIns="72000" bIns="36000" rtlCol="0">
              <a:spAutoFit/>
            </a:bodyPr>
            <a:lstStyle/>
            <a:p>
              <a:pPr algn="l" fontAlgn="base"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</a:pPr>
              <a:r>
                <a:rPr lang="en-GB" sz="1400" kern="0" dirty="0">
                  <a:latin typeface="72 Brand" panose="020B0504030603020204" pitchFamily="34" charset="0"/>
                  <a:ea typeface="72 Brand" pitchFamily="34" charset="-128"/>
                  <a:cs typeface="72 Brand" pitchFamily="34" charset="-128"/>
                </a:rPr>
                <a:t>Thread</a:t>
              </a:r>
              <a:endParaRPr lang="de-DE" sz="1400" kern="0" dirty="0" err="1">
                <a:latin typeface="72 Brand" panose="020B0504030603020204" pitchFamily="34" charset="0"/>
                <a:ea typeface="72 Brand" pitchFamily="34" charset="-128"/>
                <a:cs typeface="72 Brand" pitchFamily="34" charset="-128"/>
              </a:endParaRP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5F22D3F9-836C-280F-E70C-54F43DD6C3EC}"/>
                </a:ext>
              </a:extLst>
            </p:cNvPr>
            <p:cNvSpPr/>
            <p:nvPr/>
          </p:nvSpPr>
          <p:spPr bwMode="gray">
            <a:xfrm>
              <a:off x="2847646" y="4996087"/>
              <a:ext cx="162778" cy="288147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72 Brand" pitchFamily="34" charset="-128"/>
                <a:cs typeface="72 Brand" pitchFamily="34" charset="-128"/>
              </a:endParaRPr>
            </a:p>
          </p:txBody>
        </p: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C5EDF113-6235-AA3D-0044-A22CC52CEDCF}"/>
              </a:ext>
            </a:extLst>
          </p:cNvPr>
          <p:cNvGrpSpPr/>
          <p:nvPr/>
        </p:nvGrpSpPr>
        <p:grpSpPr>
          <a:xfrm>
            <a:off x="4277153" y="5226283"/>
            <a:ext cx="872909" cy="288148"/>
            <a:chOff x="2847646" y="4996087"/>
            <a:chExt cx="872909" cy="288148"/>
          </a:xfrm>
        </p:grpSpPr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8CB043C5-DB3F-382E-CC0F-E3AD21F5036F}"/>
                </a:ext>
              </a:extLst>
            </p:cNvPr>
            <p:cNvSpPr txBox="1"/>
            <p:nvPr/>
          </p:nvSpPr>
          <p:spPr>
            <a:xfrm>
              <a:off x="3010892" y="4996088"/>
              <a:ext cx="709663" cy="28814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txBody>
            <a:bodyPr wrap="none" lIns="72000" tIns="36000" rIns="72000" bIns="36000" rtlCol="0">
              <a:spAutoFit/>
            </a:bodyPr>
            <a:lstStyle/>
            <a:p>
              <a:pPr algn="l" fontAlgn="base"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</a:pPr>
              <a:r>
                <a:rPr lang="en-GB" sz="1400" kern="0" dirty="0">
                  <a:latin typeface="72 Brand" panose="020B0504030603020204" pitchFamily="34" charset="0"/>
                  <a:ea typeface="72 Brand" pitchFamily="34" charset="-128"/>
                  <a:cs typeface="72 Brand" pitchFamily="34" charset="-128"/>
                </a:rPr>
                <a:t>Thread</a:t>
              </a:r>
              <a:endParaRPr lang="de-DE" sz="1400" kern="0" dirty="0" err="1">
                <a:latin typeface="72 Brand" panose="020B0504030603020204" pitchFamily="34" charset="0"/>
                <a:ea typeface="72 Brand" pitchFamily="34" charset="-128"/>
                <a:cs typeface="72 Brand" pitchFamily="34" charset="-128"/>
              </a:endParaRPr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C706D81A-7E9A-7AF7-7EF2-9C2351B01B69}"/>
                </a:ext>
              </a:extLst>
            </p:cNvPr>
            <p:cNvSpPr/>
            <p:nvPr/>
          </p:nvSpPr>
          <p:spPr bwMode="gray">
            <a:xfrm>
              <a:off x="2847646" y="4996087"/>
              <a:ext cx="162778" cy="288147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72 Brand" pitchFamily="34" charset="-128"/>
                <a:cs typeface="72 Brand" pitchFamily="34" charset="-128"/>
              </a:endParaRPr>
            </a:p>
          </p:txBody>
        </p: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D025D58A-A1E1-AEBA-5BB4-A4F7D6159B9E}"/>
              </a:ext>
            </a:extLst>
          </p:cNvPr>
          <p:cNvGrpSpPr/>
          <p:nvPr/>
        </p:nvGrpSpPr>
        <p:grpSpPr>
          <a:xfrm>
            <a:off x="6159742" y="5021273"/>
            <a:ext cx="872909" cy="288148"/>
            <a:chOff x="2847646" y="4996087"/>
            <a:chExt cx="872909" cy="288148"/>
          </a:xfrm>
        </p:grpSpPr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A85E8445-57E0-CD17-BC22-B016ED812882}"/>
                </a:ext>
              </a:extLst>
            </p:cNvPr>
            <p:cNvSpPr txBox="1"/>
            <p:nvPr/>
          </p:nvSpPr>
          <p:spPr>
            <a:xfrm>
              <a:off x="3010892" y="4996088"/>
              <a:ext cx="709663" cy="28814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txBody>
            <a:bodyPr wrap="none" lIns="72000" tIns="36000" rIns="72000" bIns="36000" rtlCol="0">
              <a:spAutoFit/>
            </a:bodyPr>
            <a:lstStyle/>
            <a:p>
              <a:pPr algn="l" fontAlgn="base"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</a:pPr>
              <a:r>
                <a:rPr lang="en-GB" sz="1400" kern="0" dirty="0">
                  <a:latin typeface="72 Brand" panose="020B0504030603020204" pitchFamily="34" charset="0"/>
                  <a:ea typeface="72 Brand" pitchFamily="34" charset="-128"/>
                  <a:cs typeface="72 Brand" pitchFamily="34" charset="-128"/>
                </a:rPr>
                <a:t>Thread</a:t>
              </a:r>
              <a:endParaRPr lang="de-DE" sz="1400" kern="0" dirty="0" err="1">
                <a:latin typeface="72 Brand" panose="020B0504030603020204" pitchFamily="34" charset="0"/>
                <a:ea typeface="72 Brand" pitchFamily="34" charset="-128"/>
                <a:cs typeface="72 Brand" pitchFamily="34" charset="-128"/>
              </a:endParaRP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5CBD3208-F0BC-F9E6-C77D-1D89855986E2}"/>
                </a:ext>
              </a:extLst>
            </p:cNvPr>
            <p:cNvSpPr/>
            <p:nvPr/>
          </p:nvSpPr>
          <p:spPr bwMode="gray">
            <a:xfrm>
              <a:off x="2847646" y="4996087"/>
              <a:ext cx="162778" cy="288147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72 Brand" pitchFamily="34" charset="-128"/>
                <a:cs typeface="72 Brand" pitchFamily="34" charset="-128"/>
              </a:endParaRPr>
            </a:p>
          </p:txBody>
        </p: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EB1472BC-36CC-7DD9-A31F-85861C026B65}"/>
              </a:ext>
            </a:extLst>
          </p:cNvPr>
          <p:cNvGrpSpPr/>
          <p:nvPr/>
        </p:nvGrpSpPr>
        <p:grpSpPr>
          <a:xfrm>
            <a:off x="5822892" y="5612586"/>
            <a:ext cx="872909" cy="288148"/>
            <a:chOff x="2847646" y="4996087"/>
            <a:chExt cx="872909" cy="288148"/>
          </a:xfrm>
        </p:grpSpPr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6892411C-5F52-50C3-0AE8-455817EC7AFB}"/>
                </a:ext>
              </a:extLst>
            </p:cNvPr>
            <p:cNvSpPr txBox="1"/>
            <p:nvPr/>
          </p:nvSpPr>
          <p:spPr>
            <a:xfrm>
              <a:off x="3010892" y="4996088"/>
              <a:ext cx="709663" cy="28814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txBody>
            <a:bodyPr wrap="none" lIns="72000" tIns="36000" rIns="72000" bIns="36000" rtlCol="0">
              <a:spAutoFit/>
            </a:bodyPr>
            <a:lstStyle/>
            <a:p>
              <a:pPr algn="l" fontAlgn="base"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</a:pPr>
              <a:r>
                <a:rPr lang="en-GB" sz="1400" kern="0" dirty="0">
                  <a:latin typeface="72 Brand" panose="020B0504030603020204" pitchFamily="34" charset="0"/>
                  <a:ea typeface="72 Brand" pitchFamily="34" charset="-128"/>
                  <a:cs typeface="72 Brand" pitchFamily="34" charset="-128"/>
                </a:rPr>
                <a:t>Thread</a:t>
              </a:r>
              <a:endParaRPr lang="de-DE" sz="1400" kern="0" dirty="0" err="1">
                <a:latin typeface="72 Brand" panose="020B0504030603020204" pitchFamily="34" charset="0"/>
                <a:ea typeface="72 Brand" pitchFamily="34" charset="-128"/>
                <a:cs typeface="72 Brand" pitchFamily="34" charset="-128"/>
              </a:endParaRPr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D0A0F3D6-7CF4-3E39-1412-B3153F4F9C86}"/>
                </a:ext>
              </a:extLst>
            </p:cNvPr>
            <p:cNvSpPr/>
            <p:nvPr/>
          </p:nvSpPr>
          <p:spPr bwMode="gray">
            <a:xfrm>
              <a:off x="2847646" y="4996087"/>
              <a:ext cx="162778" cy="288147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72 Brand" pitchFamily="34" charset="-128"/>
                <a:cs typeface="72 Brand" pitchFamily="34" charset="-128"/>
              </a:endParaRPr>
            </a:p>
          </p:txBody>
        </p: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0CAEED22-42A0-B7BD-45F7-41D8E28C02E4}"/>
              </a:ext>
            </a:extLst>
          </p:cNvPr>
          <p:cNvGrpSpPr/>
          <p:nvPr/>
        </p:nvGrpSpPr>
        <p:grpSpPr>
          <a:xfrm>
            <a:off x="5039602" y="4589200"/>
            <a:ext cx="872909" cy="288148"/>
            <a:chOff x="2847646" y="4996087"/>
            <a:chExt cx="872909" cy="288148"/>
          </a:xfrm>
        </p:grpSpPr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18E41152-F534-CF7F-A007-9F06E62C2D3C}"/>
                </a:ext>
              </a:extLst>
            </p:cNvPr>
            <p:cNvSpPr txBox="1"/>
            <p:nvPr/>
          </p:nvSpPr>
          <p:spPr>
            <a:xfrm>
              <a:off x="3010892" y="4996088"/>
              <a:ext cx="709663" cy="28814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txBody>
            <a:bodyPr wrap="none" lIns="72000" tIns="36000" rIns="72000" bIns="36000" rtlCol="0">
              <a:spAutoFit/>
            </a:bodyPr>
            <a:lstStyle/>
            <a:p>
              <a:pPr algn="l" fontAlgn="base"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</a:pPr>
              <a:r>
                <a:rPr lang="en-GB" sz="1400" kern="0" dirty="0">
                  <a:latin typeface="72 Brand" panose="020B0504030603020204" pitchFamily="34" charset="0"/>
                  <a:ea typeface="72 Brand" pitchFamily="34" charset="-128"/>
                  <a:cs typeface="72 Brand" pitchFamily="34" charset="-128"/>
                </a:rPr>
                <a:t>Thread</a:t>
              </a:r>
              <a:endParaRPr lang="de-DE" sz="1400" kern="0" dirty="0" err="1">
                <a:latin typeface="72 Brand" panose="020B0504030603020204" pitchFamily="34" charset="0"/>
                <a:ea typeface="72 Brand" pitchFamily="34" charset="-128"/>
                <a:cs typeface="72 Brand" pitchFamily="34" charset="-128"/>
              </a:endParaRP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2FC0C34C-A03B-89F2-7DEA-A9B4D3EF86B9}"/>
                </a:ext>
              </a:extLst>
            </p:cNvPr>
            <p:cNvSpPr/>
            <p:nvPr/>
          </p:nvSpPr>
          <p:spPr bwMode="gray">
            <a:xfrm>
              <a:off x="2847646" y="4996087"/>
              <a:ext cx="162778" cy="288147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72 Brand" pitchFamily="34" charset="-128"/>
                <a:cs typeface="72 Brand" pitchFamily="34" charset="-128"/>
              </a:endParaRPr>
            </a:p>
          </p:txBody>
        </p: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AE7C9A62-CA81-D16B-C956-CF4FD3A8D574}"/>
              </a:ext>
            </a:extLst>
          </p:cNvPr>
          <p:cNvGrpSpPr/>
          <p:nvPr/>
        </p:nvGrpSpPr>
        <p:grpSpPr>
          <a:xfrm>
            <a:off x="3707980" y="4562235"/>
            <a:ext cx="872909" cy="288148"/>
            <a:chOff x="2847646" y="4996087"/>
            <a:chExt cx="872909" cy="288148"/>
          </a:xfrm>
        </p:grpSpPr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1BCF91CD-DDA0-71D4-D5E5-CDC00E9A7837}"/>
                </a:ext>
              </a:extLst>
            </p:cNvPr>
            <p:cNvSpPr txBox="1"/>
            <p:nvPr/>
          </p:nvSpPr>
          <p:spPr>
            <a:xfrm>
              <a:off x="3010892" y="4996088"/>
              <a:ext cx="709663" cy="28814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txBody>
            <a:bodyPr wrap="none" lIns="72000" tIns="36000" rIns="72000" bIns="36000" rtlCol="0">
              <a:spAutoFit/>
            </a:bodyPr>
            <a:lstStyle/>
            <a:p>
              <a:pPr algn="l" fontAlgn="base"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</a:pPr>
              <a:r>
                <a:rPr lang="en-GB" sz="1400" kern="0" dirty="0">
                  <a:latin typeface="72 Brand" panose="020B0504030603020204" pitchFamily="34" charset="0"/>
                  <a:ea typeface="72 Brand" pitchFamily="34" charset="-128"/>
                  <a:cs typeface="72 Brand" pitchFamily="34" charset="-128"/>
                </a:rPr>
                <a:t>Thread</a:t>
              </a:r>
              <a:endParaRPr lang="de-DE" sz="1400" kern="0" dirty="0" err="1">
                <a:latin typeface="72 Brand" panose="020B0504030603020204" pitchFamily="34" charset="0"/>
                <a:ea typeface="72 Brand" pitchFamily="34" charset="-128"/>
                <a:cs typeface="72 Brand" pitchFamily="34" charset="-128"/>
              </a:endParaRPr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15A36A2E-2244-B0A8-BC61-4ECCC26071F9}"/>
                </a:ext>
              </a:extLst>
            </p:cNvPr>
            <p:cNvSpPr/>
            <p:nvPr/>
          </p:nvSpPr>
          <p:spPr bwMode="gray">
            <a:xfrm>
              <a:off x="2847646" y="4996087"/>
              <a:ext cx="162778" cy="288147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72 Brand" pitchFamily="34" charset="-128"/>
                <a:cs typeface="72 Brand" pitchFamily="34" charset="-128"/>
              </a:endParaRPr>
            </a:p>
          </p:txBody>
        </p:sp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B321237E-E534-33F8-5840-FFE64B754796}"/>
              </a:ext>
            </a:extLst>
          </p:cNvPr>
          <p:cNvGrpSpPr/>
          <p:nvPr/>
        </p:nvGrpSpPr>
        <p:grpSpPr>
          <a:xfrm>
            <a:off x="2754013" y="4671144"/>
            <a:ext cx="872909" cy="288148"/>
            <a:chOff x="2847646" y="4996087"/>
            <a:chExt cx="872909" cy="288148"/>
          </a:xfrm>
        </p:grpSpPr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42ED3FA9-685B-5757-85F9-737C17CAE175}"/>
                </a:ext>
              </a:extLst>
            </p:cNvPr>
            <p:cNvSpPr txBox="1"/>
            <p:nvPr/>
          </p:nvSpPr>
          <p:spPr>
            <a:xfrm>
              <a:off x="3010892" y="4996088"/>
              <a:ext cx="709663" cy="28814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txBody>
            <a:bodyPr wrap="none" lIns="72000" tIns="36000" rIns="72000" bIns="36000" rtlCol="0">
              <a:spAutoFit/>
            </a:bodyPr>
            <a:lstStyle/>
            <a:p>
              <a:pPr algn="l" fontAlgn="base"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</a:pPr>
              <a:r>
                <a:rPr lang="en-GB" sz="1400" kern="0" dirty="0">
                  <a:latin typeface="72 Brand" panose="020B0504030603020204" pitchFamily="34" charset="0"/>
                  <a:ea typeface="72 Brand" pitchFamily="34" charset="-128"/>
                  <a:cs typeface="72 Brand" pitchFamily="34" charset="-128"/>
                </a:rPr>
                <a:t>Thread</a:t>
              </a:r>
              <a:endParaRPr lang="de-DE" sz="1400" kern="0" dirty="0" err="1">
                <a:latin typeface="72 Brand" panose="020B0504030603020204" pitchFamily="34" charset="0"/>
                <a:ea typeface="72 Brand" pitchFamily="34" charset="-128"/>
                <a:cs typeface="72 Brand" pitchFamily="34" charset="-128"/>
              </a:endParaRPr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67F004C5-4355-628B-0C69-81FB13136A77}"/>
                </a:ext>
              </a:extLst>
            </p:cNvPr>
            <p:cNvSpPr/>
            <p:nvPr/>
          </p:nvSpPr>
          <p:spPr bwMode="gray">
            <a:xfrm>
              <a:off x="2847646" y="4996087"/>
              <a:ext cx="162778" cy="288147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72 Brand" pitchFamily="34" charset="-128"/>
                <a:cs typeface="72 Brand" pitchFamily="34" charset="-128"/>
              </a:endParaRPr>
            </a:p>
          </p:txBody>
        </p:sp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29E84062-26D0-31D5-E21D-771D784EE74C}"/>
              </a:ext>
            </a:extLst>
          </p:cNvPr>
          <p:cNvGrpSpPr/>
          <p:nvPr/>
        </p:nvGrpSpPr>
        <p:grpSpPr>
          <a:xfrm>
            <a:off x="2836743" y="5360339"/>
            <a:ext cx="872909" cy="288148"/>
            <a:chOff x="2847646" y="4996087"/>
            <a:chExt cx="872909" cy="288148"/>
          </a:xfrm>
        </p:grpSpPr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D62C96B7-98EB-8524-B4EF-9AFBDD61E4C6}"/>
                </a:ext>
              </a:extLst>
            </p:cNvPr>
            <p:cNvSpPr txBox="1"/>
            <p:nvPr/>
          </p:nvSpPr>
          <p:spPr>
            <a:xfrm>
              <a:off x="3010892" y="4996088"/>
              <a:ext cx="709663" cy="28814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txBody>
            <a:bodyPr wrap="none" lIns="72000" tIns="36000" rIns="72000" bIns="36000" rtlCol="0">
              <a:spAutoFit/>
            </a:bodyPr>
            <a:lstStyle/>
            <a:p>
              <a:pPr algn="l" fontAlgn="base"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</a:pPr>
              <a:r>
                <a:rPr lang="en-GB" sz="1400" kern="0" dirty="0">
                  <a:latin typeface="72 Brand" panose="020B0504030603020204" pitchFamily="34" charset="0"/>
                  <a:ea typeface="72 Brand" pitchFamily="34" charset="-128"/>
                  <a:cs typeface="72 Brand" pitchFamily="34" charset="-128"/>
                </a:rPr>
                <a:t>Thread</a:t>
              </a:r>
              <a:endParaRPr lang="de-DE" sz="1400" kern="0" dirty="0" err="1">
                <a:latin typeface="72 Brand" panose="020B0504030603020204" pitchFamily="34" charset="0"/>
                <a:ea typeface="72 Brand" pitchFamily="34" charset="-128"/>
                <a:cs typeface="72 Brand" pitchFamily="34" charset="-128"/>
              </a:endParaRPr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3F4617A4-0355-3C48-58E1-F95C0FD369F1}"/>
                </a:ext>
              </a:extLst>
            </p:cNvPr>
            <p:cNvSpPr/>
            <p:nvPr/>
          </p:nvSpPr>
          <p:spPr bwMode="gray">
            <a:xfrm>
              <a:off x="2847646" y="4996087"/>
              <a:ext cx="162778" cy="288147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72 Brand" pitchFamily="34" charset="-128"/>
                <a:cs typeface="72 Brand" pitchFamily="34" charset="-128"/>
              </a:endParaRPr>
            </a:p>
          </p:txBody>
        </p:sp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3A2EB3E4-374D-5DB2-2999-5B1A3BBB3888}"/>
              </a:ext>
            </a:extLst>
          </p:cNvPr>
          <p:cNvGrpSpPr/>
          <p:nvPr/>
        </p:nvGrpSpPr>
        <p:grpSpPr>
          <a:xfrm>
            <a:off x="3545112" y="5709775"/>
            <a:ext cx="872909" cy="288148"/>
            <a:chOff x="2847646" y="4996087"/>
            <a:chExt cx="872909" cy="288148"/>
          </a:xfrm>
        </p:grpSpPr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52545B14-266F-A52C-3986-8E7BECE48832}"/>
                </a:ext>
              </a:extLst>
            </p:cNvPr>
            <p:cNvSpPr txBox="1"/>
            <p:nvPr/>
          </p:nvSpPr>
          <p:spPr>
            <a:xfrm>
              <a:off x="3010892" y="4996088"/>
              <a:ext cx="709663" cy="28814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txBody>
            <a:bodyPr wrap="none" lIns="72000" tIns="36000" rIns="72000" bIns="36000" rtlCol="0">
              <a:spAutoFit/>
            </a:bodyPr>
            <a:lstStyle/>
            <a:p>
              <a:pPr algn="l" fontAlgn="base"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</a:pPr>
              <a:r>
                <a:rPr lang="en-GB" sz="1400" kern="0" dirty="0">
                  <a:latin typeface="72 Brand" panose="020B0504030603020204" pitchFamily="34" charset="0"/>
                  <a:ea typeface="72 Brand" pitchFamily="34" charset="-128"/>
                  <a:cs typeface="72 Brand" pitchFamily="34" charset="-128"/>
                </a:rPr>
                <a:t>Thread</a:t>
              </a:r>
              <a:endParaRPr lang="de-DE" sz="1400" kern="0" dirty="0" err="1">
                <a:latin typeface="72 Brand" panose="020B0504030603020204" pitchFamily="34" charset="0"/>
                <a:ea typeface="72 Brand" pitchFamily="34" charset="-128"/>
                <a:cs typeface="72 Brand" pitchFamily="34" charset="-128"/>
              </a:endParaRPr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D0EF2D4C-CEDD-6A42-CD69-E0374EAEEFBB}"/>
                </a:ext>
              </a:extLst>
            </p:cNvPr>
            <p:cNvSpPr/>
            <p:nvPr/>
          </p:nvSpPr>
          <p:spPr bwMode="gray">
            <a:xfrm>
              <a:off x="2847646" y="4996087"/>
              <a:ext cx="162778" cy="288147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72 Brand" pitchFamily="34" charset="-128"/>
                <a:cs typeface="72 Brand" pitchFamily="34" charset="-128"/>
              </a:endParaRPr>
            </a:p>
          </p:txBody>
        </p:sp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E9931B9B-247F-DE98-6EE0-A4DFECBA6DD0}"/>
              </a:ext>
            </a:extLst>
          </p:cNvPr>
          <p:cNvGrpSpPr/>
          <p:nvPr/>
        </p:nvGrpSpPr>
        <p:grpSpPr>
          <a:xfrm>
            <a:off x="6410778" y="5235023"/>
            <a:ext cx="872909" cy="288148"/>
            <a:chOff x="2847646" y="4996087"/>
            <a:chExt cx="872909" cy="288148"/>
          </a:xfrm>
        </p:grpSpPr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E2375698-FF24-88ED-4C41-C05A5CEA6D67}"/>
                </a:ext>
              </a:extLst>
            </p:cNvPr>
            <p:cNvSpPr txBox="1"/>
            <p:nvPr/>
          </p:nvSpPr>
          <p:spPr>
            <a:xfrm>
              <a:off x="3010892" y="4996088"/>
              <a:ext cx="709663" cy="28814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txBody>
            <a:bodyPr wrap="none" lIns="72000" tIns="36000" rIns="72000" bIns="36000" rtlCol="0">
              <a:spAutoFit/>
            </a:bodyPr>
            <a:lstStyle/>
            <a:p>
              <a:pPr algn="l" fontAlgn="base"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</a:pPr>
              <a:r>
                <a:rPr lang="en-GB" sz="1400" kern="0" dirty="0">
                  <a:latin typeface="72 Brand" panose="020B0504030603020204" pitchFamily="34" charset="0"/>
                  <a:ea typeface="72 Brand" pitchFamily="34" charset="-128"/>
                  <a:cs typeface="72 Brand" pitchFamily="34" charset="-128"/>
                </a:rPr>
                <a:t>Thread</a:t>
              </a:r>
              <a:endParaRPr lang="de-DE" sz="1400" kern="0" dirty="0" err="1">
                <a:latin typeface="72 Brand" panose="020B0504030603020204" pitchFamily="34" charset="0"/>
                <a:ea typeface="72 Brand" pitchFamily="34" charset="-128"/>
                <a:cs typeface="72 Brand" pitchFamily="34" charset="-128"/>
              </a:endParaRPr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0CA5F0EE-37B4-E95F-27E8-3A165618093F}"/>
                </a:ext>
              </a:extLst>
            </p:cNvPr>
            <p:cNvSpPr/>
            <p:nvPr/>
          </p:nvSpPr>
          <p:spPr bwMode="gray">
            <a:xfrm>
              <a:off x="2847646" y="4996087"/>
              <a:ext cx="162778" cy="288147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72 Brand" pitchFamily="34" charset="-128"/>
                <a:cs typeface="72 Brand" pitchFamily="34" charset="-128"/>
              </a:endParaRPr>
            </a:p>
          </p:txBody>
        </p:sp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3FB46F27-DE8C-D783-0D45-AB04A58390AF}"/>
              </a:ext>
            </a:extLst>
          </p:cNvPr>
          <p:cNvGrpSpPr/>
          <p:nvPr/>
        </p:nvGrpSpPr>
        <p:grpSpPr>
          <a:xfrm>
            <a:off x="6443780" y="5675041"/>
            <a:ext cx="872909" cy="288148"/>
            <a:chOff x="2847646" y="4996087"/>
            <a:chExt cx="872909" cy="288148"/>
          </a:xfrm>
        </p:grpSpPr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19C0F9FB-0936-2B82-F990-ED1EC74B6CEB}"/>
                </a:ext>
              </a:extLst>
            </p:cNvPr>
            <p:cNvSpPr txBox="1"/>
            <p:nvPr/>
          </p:nvSpPr>
          <p:spPr>
            <a:xfrm>
              <a:off x="3010892" y="4996088"/>
              <a:ext cx="709663" cy="28814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txBody>
            <a:bodyPr wrap="none" lIns="72000" tIns="36000" rIns="72000" bIns="36000" rtlCol="0">
              <a:spAutoFit/>
            </a:bodyPr>
            <a:lstStyle/>
            <a:p>
              <a:pPr algn="l" fontAlgn="base"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</a:pPr>
              <a:r>
                <a:rPr lang="en-GB" sz="1400" kern="0" dirty="0">
                  <a:latin typeface="72 Brand" panose="020B0504030603020204" pitchFamily="34" charset="0"/>
                  <a:ea typeface="72 Brand" pitchFamily="34" charset="-128"/>
                  <a:cs typeface="72 Brand" pitchFamily="34" charset="-128"/>
                </a:rPr>
                <a:t>Thread</a:t>
              </a:r>
              <a:endParaRPr lang="de-DE" sz="1400" kern="0" dirty="0" err="1">
                <a:latin typeface="72 Brand" panose="020B0504030603020204" pitchFamily="34" charset="0"/>
                <a:ea typeface="72 Brand" pitchFamily="34" charset="-128"/>
                <a:cs typeface="72 Brand" pitchFamily="34" charset="-128"/>
              </a:endParaRPr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0B32C67F-B00C-7287-2394-1EDF9E969566}"/>
                </a:ext>
              </a:extLst>
            </p:cNvPr>
            <p:cNvSpPr/>
            <p:nvPr/>
          </p:nvSpPr>
          <p:spPr bwMode="gray">
            <a:xfrm>
              <a:off x="2847646" y="4996087"/>
              <a:ext cx="162778" cy="288147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72 Brand" pitchFamily="34" charset="-128"/>
                <a:cs typeface="72 Brand" pitchFamily="34" charset="-128"/>
              </a:endParaRPr>
            </a:p>
          </p:txBody>
        </p:sp>
      </p:grp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7B079D68-862D-77C4-7F8F-39B6BDEB455A}"/>
              </a:ext>
            </a:extLst>
          </p:cNvPr>
          <p:cNvCxnSpPr>
            <a:cxnSpLocks/>
          </p:cNvCxnSpPr>
          <p:nvPr/>
        </p:nvCxnSpPr>
        <p:spPr>
          <a:xfrm>
            <a:off x="3281463" y="3683000"/>
            <a:ext cx="0" cy="441960"/>
          </a:xfrm>
          <a:prstGeom prst="straightConnector1">
            <a:avLst/>
          </a:prstGeom>
          <a:ln w="25400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5ACBC45E-6F48-3795-6539-AC7A9F31F7F2}"/>
              </a:ext>
            </a:extLst>
          </p:cNvPr>
          <p:cNvCxnSpPr/>
          <p:nvPr/>
        </p:nvCxnSpPr>
        <p:spPr>
          <a:xfrm>
            <a:off x="4237260" y="3683000"/>
            <a:ext cx="0" cy="441960"/>
          </a:xfrm>
          <a:prstGeom prst="straightConnector1">
            <a:avLst/>
          </a:prstGeom>
          <a:ln w="25400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17D68B71-3C74-C45B-D244-DB990A6F782B}"/>
              </a:ext>
            </a:extLst>
          </p:cNvPr>
          <p:cNvCxnSpPr/>
          <p:nvPr/>
        </p:nvCxnSpPr>
        <p:spPr>
          <a:xfrm>
            <a:off x="5193057" y="3683000"/>
            <a:ext cx="0" cy="441960"/>
          </a:xfrm>
          <a:prstGeom prst="straightConnector1">
            <a:avLst/>
          </a:prstGeom>
          <a:ln w="25400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2C5077F6-94DE-BB4E-8EF3-5D169D345AE7}"/>
              </a:ext>
            </a:extLst>
          </p:cNvPr>
          <p:cNvCxnSpPr/>
          <p:nvPr/>
        </p:nvCxnSpPr>
        <p:spPr>
          <a:xfrm>
            <a:off x="6148854" y="3683000"/>
            <a:ext cx="0" cy="441960"/>
          </a:xfrm>
          <a:prstGeom prst="straightConnector1">
            <a:avLst/>
          </a:prstGeom>
          <a:ln w="25400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ADCC0B0E-0071-0ED7-FE86-37C0CDE079E6}"/>
              </a:ext>
            </a:extLst>
          </p:cNvPr>
          <p:cNvCxnSpPr/>
          <p:nvPr/>
        </p:nvCxnSpPr>
        <p:spPr>
          <a:xfrm>
            <a:off x="7104651" y="3683000"/>
            <a:ext cx="0" cy="441960"/>
          </a:xfrm>
          <a:prstGeom prst="straightConnector1">
            <a:avLst/>
          </a:prstGeom>
          <a:ln w="25400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TextBox 150">
            <a:extLst>
              <a:ext uri="{FF2B5EF4-FFF2-40B4-BE49-F238E27FC236}">
                <a16:creationId xmlns:a16="http://schemas.microsoft.com/office/drawing/2014/main" id="{D01EEA1F-A5E0-C025-33E1-9A11967CBA33}"/>
              </a:ext>
            </a:extLst>
          </p:cNvPr>
          <p:cNvSpPr txBox="1"/>
          <p:nvPr/>
        </p:nvSpPr>
        <p:spPr>
          <a:xfrm>
            <a:off x="9634805" y="4941382"/>
            <a:ext cx="1628184" cy="611312"/>
          </a:xfrm>
          <a:prstGeom prst="rect">
            <a:avLst/>
          </a:prstGeom>
          <a:noFill/>
        </p:spPr>
        <p:txBody>
          <a:bodyPr wrap="none" lIns="72000" tIns="36000" rIns="72000" bIns="36000" rtlCol="0">
            <a:spAutoFit/>
          </a:bodyPr>
          <a:lstStyle/>
          <a:p>
            <a:pPr algn="l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GB" sz="1400" kern="0" dirty="0">
                <a:latin typeface="+mn-lt"/>
                <a:ea typeface="Arial Unicode MS" pitchFamily="34" charset="-128"/>
                <a:cs typeface="Arial Unicode MS" pitchFamily="34" charset="-128"/>
              </a:rPr>
              <a:t>CPU resources</a:t>
            </a:r>
          </a:p>
          <a:p>
            <a:pPr algn="l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GB" sz="1400" kern="0" dirty="0">
                <a:latin typeface="+mn-lt"/>
                <a:ea typeface="Arial Unicode MS" pitchFamily="34" charset="-128"/>
                <a:cs typeface="Arial Unicode MS" pitchFamily="34" charset="-128"/>
              </a:rPr>
              <a:t>Memory resources</a:t>
            </a:r>
            <a:endParaRPr lang="en-GB" sz="1400" kern="0" dirty="0">
              <a:latin typeface="72 Brand" panose="020B0504030603020204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  <p:pic>
        <p:nvPicPr>
          <p:cNvPr id="153" name="Picture 152" descr="ID 301564 - Alert">
            <a:extLst>
              <a:ext uri="{FF2B5EF4-FFF2-40B4-BE49-F238E27FC236}">
                <a16:creationId xmlns:a16="http://schemas.microsoft.com/office/drawing/2014/main" id="{A30C1184-3A99-7C22-96E9-52B62A2F6E85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 rotWithShape="1">
          <a:blip r:embed="rId12"/>
          <a:srcRect/>
          <a:stretch/>
        </p:blipFill>
        <p:spPr>
          <a:xfrm>
            <a:off x="8588751" y="4767952"/>
            <a:ext cx="979454" cy="97945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339582F-3EA8-73CA-6E32-42ED946120D5}"/>
              </a:ext>
            </a:extLst>
          </p:cNvPr>
          <p:cNvSpPr/>
          <p:nvPr/>
        </p:nvSpPr>
        <p:spPr bwMode="gray">
          <a:xfrm>
            <a:off x="8212346" y="845389"/>
            <a:ext cx="3798129" cy="2178030"/>
          </a:xfrm>
          <a:prstGeom prst="rect">
            <a:avLst/>
          </a:prstGeom>
          <a:noFill/>
          <a:ln w="25400" cap="flat" algn="ctr">
            <a:solidFill>
              <a:schemeClr val="tx1"/>
            </a:solidFill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  <p:cxnSp>
        <p:nvCxnSpPr>
          <p:cNvPr id="4" name="Connector: Elbow 3">
            <a:extLst>
              <a:ext uri="{FF2B5EF4-FFF2-40B4-BE49-F238E27FC236}">
                <a16:creationId xmlns:a16="http://schemas.microsoft.com/office/drawing/2014/main" id="{66F3DF0D-611C-E9DA-8598-68141B240AD0}"/>
              </a:ext>
            </a:extLst>
          </p:cNvPr>
          <p:cNvCxnSpPr>
            <a:cxnSpLocks/>
            <a:stCxn id="3" idx="1"/>
            <a:endCxn id="27" idx="0"/>
          </p:cNvCxnSpPr>
          <p:nvPr/>
        </p:nvCxnSpPr>
        <p:spPr>
          <a:xfrm rot="10800000" flipV="1">
            <a:off x="5264724" y="1934404"/>
            <a:ext cx="2947623" cy="1387338"/>
          </a:xfrm>
          <a:prstGeom prst="bentConnector2">
            <a:avLst/>
          </a:prstGeom>
          <a:ln w="9525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6AB19DC8-618A-37A4-360A-702F79866E08}"/>
              </a:ext>
            </a:extLst>
          </p:cNvPr>
          <p:cNvCxnSpPr>
            <a:cxnSpLocks/>
            <a:stCxn id="3" idx="1"/>
            <a:endCxn id="33" idx="0"/>
          </p:cNvCxnSpPr>
          <p:nvPr/>
        </p:nvCxnSpPr>
        <p:spPr>
          <a:xfrm rot="10800000" flipV="1">
            <a:off x="7166594" y="1934404"/>
            <a:ext cx="1045753" cy="1387338"/>
          </a:xfrm>
          <a:prstGeom prst="bentConnector2">
            <a:avLst/>
          </a:prstGeom>
          <a:ln w="9525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4E754618-4C4D-750B-A393-584843A7AE81}"/>
              </a:ext>
            </a:extLst>
          </p:cNvPr>
          <p:cNvCxnSpPr>
            <a:cxnSpLocks/>
            <a:stCxn id="3" idx="1"/>
            <a:endCxn id="30" idx="0"/>
          </p:cNvCxnSpPr>
          <p:nvPr/>
        </p:nvCxnSpPr>
        <p:spPr>
          <a:xfrm rot="10800000" flipV="1">
            <a:off x="6215658" y="1934404"/>
            <a:ext cx="1996688" cy="1387338"/>
          </a:xfrm>
          <a:prstGeom prst="bentConnector2">
            <a:avLst/>
          </a:prstGeom>
          <a:ln w="9525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AB68B515-FF72-7E9E-03A7-8986E51E9EA7}"/>
              </a:ext>
            </a:extLst>
          </p:cNvPr>
          <p:cNvCxnSpPr>
            <a:cxnSpLocks/>
            <a:stCxn id="3" idx="1"/>
            <a:endCxn id="17" idx="0"/>
          </p:cNvCxnSpPr>
          <p:nvPr/>
        </p:nvCxnSpPr>
        <p:spPr>
          <a:xfrm rot="10800000" flipV="1">
            <a:off x="4313788" y="1934404"/>
            <a:ext cx="3898558" cy="1387338"/>
          </a:xfrm>
          <a:prstGeom prst="bentConnector2">
            <a:avLst/>
          </a:prstGeom>
          <a:ln w="9525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360B8FEE-8FD1-4C63-A4EF-DC80055886DC}"/>
              </a:ext>
            </a:extLst>
          </p:cNvPr>
          <p:cNvCxnSpPr>
            <a:cxnSpLocks/>
            <a:stCxn id="3" idx="1"/>
            <a:endCxn id="9" idx="0"/>
          </p:cNvCxnSpPr>
          <p:nvPr/>
        </p:nvCxnSpPr>
        <p:spPr>
          <a:xfrm rot="10800000" flipV="1">
            <a:off x="3362854" y="1934404"/>
            <a:ext cx="4849493" cy="1387338"/>
          </a:xfrm>
          <a:prstGeom prst="bentConnector2">
            <a:avLst/>
          </a:prstGeom>
          <a:ln w="9525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Group 37">
            <a:extLst>
              <a:ext uri="{FF2B5EF4-FFF2-40B4-BE49-F238E27FC236}">
                <a16:creationId xmlns:a16="http://schemas.microsoft.com/office/drawing/2014/main" id="{0634A424-BC8A-9EC8-6ACC-C9B103AA6E9D}"/>
              </a:ext>
            </a:extLst>
          </p:cNvPr>
          <p:cNvGrpSpPr/>
          <p:nvPr/>
        </p:nvGrpSpPr>
        <p:grpSpPr>
          <a:xfrm>
            <a:off x="1503327" y="1221570"/>
            <a:ext cx="851215" cy="820730"/>
            <a:chOff x="1210163" y="1272903"/>
            <a:chExt cx="851215" cy="820730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41EE0B62-DFB7-3BBA-B42C-504E071E8BB9}"/>
                </a:ext>
              </a:extLst>
            </p:cNvPr>
            <p:cNvSpPr/>
            <p:nvPr/>
          </p:nvSpPr>
          <p:spPr bwMode="gray">
            <a:xfrm>
              <a:off x="1526931" y="1353699"/>
              <a:ext cx="203687" cy="198876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2700" algn="ctr">
              <a:solidFill>
                <a:schemeClr val="bg1">
                  <a:lumMod val="95000"/>
                </a:schemeClr>
              </a:solidFill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72 Brand" pitchFamily="34" charset="-128"/>
                <a:cs typeface="72 Brand" pitchFamily="34" charset="-128"/>
              </a:endParaRPr>
            </a:p>
          </p:txBody>
        </p:sp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91F567FE-7D89-E800-E958-A20D1BA302D1}"/>
                </a:ext>
              </a:extLst>
            </p:cNvPr>
            <p:cNvSpPr/>
            <p:nvPr/>
          </p:nvSpPr>
          <p:spPr bwMode="gray">
            <a:xfrm>
              <a:off x="1431925" y="1743075"/>
              <a:ext cx="393700" cy="244475"/>
            </a:xfrm>
            <a:prstGeom prst="roundRect">
              <a:avLst>
                <a:gd name="adj" fmla="val 3253"/>
              </a:avLst>
            </a:prstGeom>
            <a:solidFill>
              <a:schemeClr val="bg1">
                <a:lumMod val="95000"/>
              </a:schemeClr>
            </a:solidFill>
            <a:ln w="15875" algn="ctr">
              <a:solidFill>
                <a:schemeClr val="bg1">
                  <a:lumMod val="95000"/>
                </a:schemeClr>
              </a:solidFill>
              <a:miter lim="800000"/>
              <a:headEnd/>
              <a:tailEnd/>
            </a:ln>
            <a:effectLst>
              <a:softEdge rad="0"/>
            </a:effectLst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72 Brand" pitchFamily="34" charset="-128"/>
                <a:cs typeface="72 Brand" pitchFamily="34" charset="-128"/>
              </a:endParaRPr>
            </a:p>
          </p:txBody>
        </p:sp>
        <p:pic>
          <p:nvPicPr>
            <p:cNvPr id="41" name="Picture 40" descr="ID 305144 - Computer Person">
              <a:extLst>
                <a:ext uri="{FF2B5EF4-FFF2-40B4-BE49-F238E27FC236}">
                  <a16:creationId xmlns:a16="http://schemas.microsoft.com/office/drawing/2014/main" id="{CBD98695-07C5-10BC-7B74-994B8405272D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 rotWithShape="1">
            <a:blip r:embed="rId10"/>
            <a:srcRect l="-1" t="-1" r="-2611" b="1064"/>
            <a:stretch/>
          </p:blipFill>
          <p:spPr>
            <a:xfrm>
              <a:off x="1210163" y="1272903"/>
              <a:ext cx="851215" cy="820730"/>
            </a:xfrm>
            <a:prstGeom prst="rect">
              <a:avLst/>
            </a:prstGeom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300186F-BF54-5484-074B-070676974DD9}"/>
              </a:ext>
            </a:extLst>
          </p:cNvPr>
          <p:cNvGrpSpPr/>
          <p:nvPr/>
        </p:nvGrpSpPr>
        <p:grpSpPr>
          <a:xfrm>
            <a:off x="1689031" y="1281700"/>
            <a:ext cx="851215" cy="820730"/>
            <a:chOff x="1210163" y="1272903"/>
            <a:chExt cx="851215" cy="820730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8ACC3643-D908-B946-98A7-277F7DCD5F2C}"/>
                </a:ext>
              </a:extLst>
            </p:cNvPr>
            <p:cNvSpPr/>
            <p:nvPr/>
          </p:nvSpPr>
          <p:spPr bwMode="gray">
            <a:xfrm>
              <a:off x="1526931" y="1353699"/>
              <a:ext cx="203687" cy="198876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2700" algn="ctr">
              <a:solidFill>
                <a:schemeClr val="bg1">
                  <a:lumMod val="95000"/>
                </a:schemeClr>
              </a:solidFill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72 Brand" pitchFamily="34" charset="-128"/>
                <a:cs typeface="72 Brand" pitchFamily="34" charset="-128"/>
              </a:endParaRPr>
            </a:p>
          </p:txBody>
        </p: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F08A554D-A3C3-F345-6BF2-03E77CCA364C}"/>
                </a:ext>
              </a:extLst>
            </p:cNvPr>
            <p:cNvSpPr/>
            <p:nvPr/>
          </p:nvSpPr>
          <p:spPr bwMode="gray">
            <a:xfrm>
              <a:off x="1431925" y="1743075"/>
              <a:ext cx="393700" cy="244475"/>
            </a:xfrm>
            <a:prstGeom prst="roundRect">
              <a:avLst>
                <a:gd name="adj" fmla="val 3253"/>
              </a:avLst>
            </a:prstGeom>
            <a:solidFill>
              <a:schemeClr val="bg1">
                <a:lumMod val="95000"/>
              </a:schemeClr>
            </a:solidFill>
            <a:ln w="15875" algn="ctr">
              <a:solidFill>
                <a:schemeClr val="bg1">
                  <a:lumMod val="95000"/>
                </a:schemeClr>
              </a:solidFill>
              <a:miter lim="800000"/>
              <a:headEnd/>
              <a:tailEnd/>
            </a:ln>
            <a:effectLst>
              <a:softEdge rad="0"/>
            </a:effectLst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72 Brand" pitchFamily="34" charset="-128"/>
                <a:cs typeface="72 Brand" pitchFamily="34" charset="-128"/>
              </a:endParaRPr>
            </a:p>
          </p:txBody>
        </p:sp>
        <p:pic>
          <p:nvPicPr>
            <p:cNvPr id="37" name="Picture 36" descr="ID 305144 - Computer Person">
              <a:extLst>
                <a:ext uri="{FF2B5EF4-FFF2-40B4-BE49-F238E27FC236}">
                  <a16:creationId xmlns:a16="http://schemas.microsoft.com/office/drawing/2014/main" id="{8B206DF6-D002-336F-6C0F-49C79A3573DB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 rotWithShape="1">
            <a:blip r:embed="rId10"/>
            <a:srcRect l="-1" t="-1" r="-2611" b="1064"/>
            <a:stretch/>
          </p:blipFill>
          <p:spPr>
            <a:xfrm>
              <a:off x="1210163" y="1272903"/>
              <a:ext cx="851215" cy="820730"/>
            </a:xfrm>
            <a:prstGeom prst="rect">
              <a:avLst/>
            </a:prstGeom>
          </p:spPr>
        </p:pic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A3BE63F-D45C-02E3-D75A-0F5B4D5892F1}"/>
              </a:ext>
            </a:extLst>
          </p:cNvPr>
          <p:cNvGrpSpPr/>
          <p:nvPr/>
        </p:nvGrpSpPr>
        <p:grpSpPr>
          <a:xfrm>
            <a:off x="1874735" y="1341830"/>
            <a:ext cx="851215" cy="820730"/>
            <a:chOff x="1210163" y="1272903"/>
            <a:chExt cx="851215" cy="82073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803B3F7E-3425-2C1F-6405-9A9BE443997E}"/>
                </a:ext>
              </a:extLst>
            </p:cNvPr>
            <p:cNvSpPr/>
            <p:nvPr/>
          </p:nvSpPr>
          <p:spPr bwMode="gray">
            <a:xfrm>
              <a:off x="1526931" y="1353699"/>
              <a:ext cx="203687" cy="198876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2700" algn="ctr">
              <a:solidFill>
                <a:schemeClr val="bg1">
                  <a:lumMod val="95000"/>
                </a:schemeClr>
              </a:solidFill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72 Brand" pitchFamily="34" charset="-128"/>
                <a:cs typeface="72 Brand" pitchFamily="34" charset="-128"/>
              </a:endParaRP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885DCFF6-120B-1DBD-50AE-13C50C417EF0}"/>
                </a:ext>
              </a:extLst>
            </p:cNvPr>
            <p:cNvSpPr/>
            <p:nvPr/>
          </p:nvSpPr>
          <p:spPr bwMode="gray">
            <a:xfrm>
              <a:off x="1431925" y="1743075"/>
              <a:ext cx="393700" cy="244475"/>
            </a:xfrm>
            <a:prstGeom prst="roundRect">
              <a:avLst>
                <a:gd name="adj" fmla="val 3253"/>
              </a:avLst>
            </a:prstGeom>
            <a:solidFill>
              <a:schemeClr val="bg1">
                <a:lumMod val="95000"/>
              </a:schemeClr>
            </a:solidFill>
            <a:ln w="15875" algn="ctr">
              <a:solidFill>
                <a:schemeClr val="bg1">
                  <a:lumMod val="95000"/>
                </a:schemeClr>
              </a:solidFill>
              <a:miter lim="800000"/>
              <a:headEnd/>
              <a:tailEnd/>
            </a:ln>
            <a:effectLst>
              <a:softEdge rad="0"/>
            </a:effectLst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72 Brand" pitchFamily="34" charset="-128"/>
                <a:cs typeface="72 Brand" pitchFamily="34" charset="-128"/>
              </a:endParaRPr>
            </a:p>
          </p:txBody>
        </p:sp>
        <p:pic>
          <p:nvPicPr>
            <p:cNvPr id="5" name="Picture 4" descr="ID 305144 - Computer Person">
              <a:extLst>
                <a:ext uri="{FF2B5EF4-FFF2-40B4-BE49-F238E27FC236}">
                  <a16:creationId xmlns:a16="http://schemas.microsoft.com/office/drawing/2014/main" id="{3A66C408-6CA6-870B-A253-0A3FEC2083E0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 rotWithShape="1">
            <a:blip r:embed="rId10"/>
            <a:srcRect l="-1" t="-1" r="-2611" b="1064"/>
            <a:stretch/>
          </p:blipFill>
          <p:spPr>
            <a:xfrm>
              <a:off x="1210163" y="1272903"/>
              <a:ext cx="851215" cy="820730"/>
            </a:xfrm>
            <a:prstGeom prst="rect">
              <a:avLst/>
            </a:prstGeom>
          </p:spPr>
        </p:pic>
      </p:grpSp>
      <p:sp>
        <p:nvSpPr>
          <p:cNvPr id="2" name="Cloud 1">
            <a:extLst>
              <a:ext uri="{FF2B5EF4-FFF2-40B4-BE49-F238E27FC236}">
                <a16:creationId xmlns:a16="http://schemas.microsoft.com/office/drawing/2014/main" id="{F0A77447-214A-D49B-B82C-41172792AB7C}"/>
              </a:ext>
            </a:extLst>
          </p:cNvPr>
          <p:cNvSpPr/>
          <p:nvPr/>
        </p:nvSpPr>
        <p:spPr bwMode="gray">
          <a:xfrm>
            <a:off x="11585248" y="6306518"/>
            <a:ext cx="105229" cy="94963"/>
          </a:xfrm>
          <a:prstGeom prst="cloud">
            <a:avLst/>
          </a:prstGeom>
          <a:solidFill>
            <a:schemeClr val="tx1">
              <a:lumMod val="85000"/>
              <a:lumOff val="15000"/>
            </a:schemeClr>
          </a:solidFill>
          <a:ln w="25400" algn="ctr">
            <a:noFill/>
            <a:miter lim="800000"/>
            <a:headEnd/>
            <a:tailEnd/>
          </a:ln>
          <a:effectLst>
            <a:softEdge rad="31750"/>
          </a:effectLst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3715853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"/>
          <p:cNvSpPr>
            <a:spLocks noGrp="1"/>
          </p:cNvSpPr>
          <p:nvPr>
            <p:ph type="title"/>
          </p:nvPr>
        </p:nvSpPr>
        <p:spPr bwMode="gray"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MDS Cube |</a:t>
            </a:r>
            <a:r>
              <a:rPr lang="en-US" dirty="0">
                <a:latin typeface="+mj-lt"/>
              </a:rPr>
              <a:t> Architecture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EC5DC6F-2BB4-E0EF-AC6F-FDF41A763A2F}"/>
              </a:ext>
            </a:extLst>
          </p:cNvPr>
          <p:cNvGrpSpPr/>
          <p:nvPr/>
        </p:nvGrpSpPr>
        <p:grpSpPr>
          <a:xfrm>
            <a:off x="2117470" y="1643565"/>
            <a:ext cx="451262" cy="160318"/>
            <a:chOff x="1235034" y="1696192"/>
            <a:chExt cx="451262" cy="16031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2A3D51A-26ED-49F6-BC67-C597E8AE4EB1}"/>
                </a:ext>
              </a:extLst>
            </p:cNvPr>
            <p:cNvSpPr/>
            <p:nvPr/>
          </p:nvSpPr>
          <p:spPr bwMode="gray">
            <a:xfrm>
              <a:off x="1235034" y="1696193"/>
              <a:ext cx="451262" cy="16031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2540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B80EF09-F7D0-30CF-3B9C-F452367BB4C7}"/>
                </a:ext>
              </a:extLst>
            </p:cNvPr>
            <p:cNvSpPr/>
            <p:nvPr/>
          </p:nvSpPr>
          <p:spPr bwMode="gray">
            <a:xfrm>
              <a:off x="1235034" y="1696192"/>
              <a:ext cx="89065" cy="160317"/>
            </a:xfrm>
            <a:prstGeom prst="rect">
              <a:avLst/>
            </a:prstGeom>
            <a:solidFill>
              <a:schemeClr val="tx1"/>
            </a:solidFill>
            <a:ln w="254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Arial Unicode MS" pitchFamily="34" charset="-128"/>
                <a:cs typeface="Arial Unicode MS" pitchFamily="34" charset="-128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CB3EFB2-8DDF-5C62-29C6-BDA983CAADEB}"/>
              </a:ext>
            </a:extLst>
          </p:cNvPr>
          <p:cNvGrpSpPr/>
          <p:nvPr/>
        </p:nvGrpSpPr>
        <p:grpSpPr>
          <a:xfrm>
            <a:off x="2119449" y="2456525"/>
            <a:ext cx="451262" cy="160318"/>
            <a:chOff x="1235034" y="2622466"/>
            <a:chExt cx="451262" cy="160318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6AEA005-6FDA-F4DC-E6F6-1F738E70360D}"/>
                </a:ext>
              </a:extLst>
            </p:cNvPr>
            <p:cNvSpPr/>
            <p:nvPr/>
          </p:nvSpPr>
          <p:spPr bwMode="gray">
            <a:xfrm>
              <a:off x="1235034" y="2622467"/>
              <a:ext cx="451262" cy="16031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2540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26DE7A8-0255-5AAA-E30F-1C25A11C006C}"/>
                </a:ext>
              </a:extLst>
            </p:cNvPr>
            <p:cNvSpPr/>
            <p:nvPr/>
          </p:nvSpPr>
          <p:spPr bwMode="gray">
            <a:xfrm>
              <a:off x="1235034" y="2622466"/>
              <a:ext cx="89065" cy="160317"/>
            </a:xfrm>
            <a:prstGeom prst="rect">
              <a:avLst/>
            </a:prstGeom>
            <a:solidFill>
              <a:schemeClr val="accent3"/>
            </a:solidFill>
            <a:ln w="25400" algn="ctr">
              <a:solidFill>
                <a:schemeClr val="accent3"/>
              </a:solidFill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Arial Unicode MS" pitchFamily="34" charset="-128"/>
                <a:cs typeface="Arial Unicode MS" pitchFamily="34" charset="-128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572E78E-C167-3996-9F66-42E49E5AC5DA}"/>
              </a:ext>
            </a:extLst>
          </p:cNvPr>
          <p:cNvGrpSpPr/>
          <p:nvPr/>
        </p:nvGrpSpPr>
        <p:grpSpPr>
          <a:xfrm>
            <a:off x="2119449" y="2882061"/>
            <a:ext cx="451262" cy="160318"/>
            <a:chOff x="1235034" y="2622466"/>
            <a:chExt cx="451262" cy="160318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CE9772D4-9FB3-59DA-3BCA-46F8CF3274C0}"/>
                </a:ext>
              </a:extLst>
            </p:cNvPr>
            <p:cNvSpPr/>
            <p:nvPr/>
          </p:nvSpPr>
          <p:spPr bwMode="gray">
            <a:xfrm>
              <a:off x="1235034" y="2622467"/>
              <a:ext cx="451262" cy="16031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2540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3D8A2001-8560-29E8-95DD-DA3A5728A858}"/>
                </a:ext>
              </a:extLst>
            </p:cNvPr>
            <p:cNvSpPr/>
            <p:nvPr/>
          </p:nvSpPr>
          <p:spPr bwMode="gray">
            <a:xfrm>
              <a:off x="1235034" y="2622466"/>
              <a:ext cx="89065" cy="160317"/>
            </a:xfrm>
            <a:prstGeom prst="rect">
              <a:avLst/>
            </a:prstGeom>
            <a:solidFill>
              <a:schemeClr val="accent3"/>
            </a:solidFill>
            <a:ln w="25400" algn="ctr">
              <a:solidFill>
                <a:schemeClr val="accent3"/>
              </a:solidFill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Arial Unicode MS" pitchFamily="34" charset="-128"/>
                <a:cs typeface="Arial Unicode MS" pitchFamily="34" charset="-128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15ED12A-F7DC-E2A8-6C7E-FD459D740E74}"/>
              </a:ext>
            </a:extLst>
          </p:cNvPr>
          <p:cNvGrpSpPr/>
          <p:nvPr/>
        </p:nvGrpSpPr>
        <p:grpSpPr>
          <a:xfrm>
            <a:off x="1535578" y="3993519"/>
            <a:ext cx="451262" cy="160318"/>
            <a:chOff x="1235034" y="2143495"/>
            <a:chExt cx="451262" cy="160318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5AF88104-1301-7E65-2B73-0DEF6469E865}"/>
                </a:ext>
              </a:extLst>
            </p:cNvPr>
            <p:cNvSpPr/>
            <p:nvPr/>
          </p:nvSpPr>
          <p:spPr bwMode="gray">
            <a:xfrm>
              <a:off x="1235034" y="2143496"/>
              <a:ext cx="451262" cy="16031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2540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386D9D35-5CE8-5F6B-617A-7ECC908BE0F7}"/>
                </a:ext>
              </a:extLst>
            </p:cNvPr>
            <p:cNvSpPr/>
            <p:nvPr/>
          </p:nvSpPr>
          <p:spPr bwMode="gray">
            <a:xfrm>
              <a:off x="1235034" y="2143495"/>
              <a:ext cx="89065" cy="160317"/>
            </a:xfrm>
            <a:prstGeom prst="rect">
              <a:avLst/>
            </a:prstGeom>
            <a:solidFill>
              <a:schemeClr val="accent1"/>
            </a:solidFill>
            <a:ln w="25400" algn="ctr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Arial Unicode MS" pitchFamily="34" charset="-128"/>
                <a:cs typeface="Arial Unicode MS" pitchFamily="34" charset="-128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0D37D07-D6B6-C986-0DD2-ABA6489E9A3C}"/>
              </a:ext>
            </a:extLst>
          </p:cNvPr>
          <p:cNvGrpSpPr/>
          <p:nvPr/>
        </p:nvGrpSpPr>
        <p:grpSpPr>
          <a:xfrm>
            <a:off x="1173381" y="4472490"/>
            <a:ext cx="451262" cy="160318"/>
            <a:chOff x="1235034" y="2143495"/>
            <a:chExt cx="451262" cy="160318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B01F146-055D-33E5-4DF0-9D55870726C7}"/>
                </a:ext>
              </a:extLst>
            </p:cNvPr>
            <p:cNvSpPr/>
            <p:nvPr/>
          </p:nvSpPr>
          <p:spPr bwMode="gray">
            <a:xfrm>
              <a:off x="1235034" y="2143496"/>
              <a:ext cx="451262" cy="16031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2540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B2221DB5-F03B-0F23-FCFF-91B0590BF1FD}"/>
                </a:ext>
              </a:extLst>
            </p:cNvPr>
            <p:cNvSpPr/>
            <p:nvPr/>
          </p:nvSpPr>
          <p:spPr bwMode="gray">
            <a:xfrm>
              <a:off x="1235034" y="2143495"/>
              <a:ext cx="89065" cy="160317"/>
            </a:xfrm>
            <a:prstGeom prst="rect">
              <a:avLst/>
            </a:prstGeom>
            <a:solidFill>
              <a:schemeClr val="accent1"/>
            </a:solidFill>
            <a:ln w="25400" algn="ctr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Arial Unicode MS" pitchFamily="34" charset="-128"/>
                <a:cs typeface="Arial Unicode MS" pitchFamily="34" charset="-128"/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A608649-E522-DC5F-6842-58EE1989A8E4}"/>
              </a:ext>
            </a:extLst>
          </p:cNvPr>
          <p:cNvGrpSpPr/>
          <p:nvPr/>
        </p:nvGrpSpPr>
        <p:grpSpPr>
          <a:xfrm>
            <a:off x="2028405" y="4579371"/>
            <a:ext cx="451262" cy="160318"/>
            <a:chOff x="1235034" y="2143495"/>
            <a:chExt cx="451262" cy="160318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F0F9B794-7610-12C5-112B-45FCA0843BB5}"/>
                </a:ext>
              </a:extLst>
            </p:cNvPr>
            <p:cNvSpPr/>
            <p:nvPr/>
          </p:nvSpPr>
          <p:spPr bwMode="gray">
            <a:xfrm>
              <a:off x="1235034" y="2143496"/>
              <a:ext cx="451262" cy="16031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2540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4A5FF8D8-7909-1B12-64EE-0CE0F8025B44}"/>
                </a:ext>
              </a:extLst>
            </p:cNvPr>
            <p:cNvSpPr/>
            <p:nvPr/>
          </p:nvSpPr>
          <p:spPr bwMode="gray">
            <a:xfrm>
              <a:off x="1235034" y="2143495"/>
              <a:ext cx="89065" cy="160317"/>
            </a:xfrm>
            <a:prstGeom prst="rect">
              <a:avLst/>
            </a:prstGeom>
            <a:solidFill>
              <a:schemeClr val="accent1"/>
            </a:solidFill>
            <a:ln w="25400" algn="ctr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Arial Unicode MS" pitchFamily="34" charset="-128"/>
                <a:cs typeface="Arial Unicode MS" pitchFamily="34" charset="-128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3FC7D9B9-B442-3A4B-E78A-2C76FB09AB62}"/>
              </a:ext>
            </a:extLst>
          </p:cNvPr>
          <p:cNvGrpSpPr/>
          <p:nvPr/>
        </p:nvGrpSpPr>
        <p:grpSpPr>
          <a:xfrm>
            <a:off x="1173381" y="4951461"/>
            <a:ext cx="451262" cy="160318"/>
            <a:chOff x="1235034" y="2143495"/>
            <a:chExt cx="451262" cy="160318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C21033FA-6FE6-282C-8C02-2D6A087B63B6}"/>
                </a:ext>
              </a:extLst>
            </p:cNvPr>
            <p:cNvSpPr/>
            <p:nvPr/>
          </p:nvSpPr>
          <p:spPr bwMode="gray">
            <a:xfrm>
              <a:off x="1235034" y="2143496"/>
              <a:ext cx="451262" cy="16031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2540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182FBC7D-07B0-EE31-FA26-61E7A6C0F577}"/>
                </a:ext>
              </a:extLst>
            </p:cNvPr>
            <p:cNvSpPr/>
            <p:nvPr/>
          </p:nvSpPr>
          <p:spPr bwMode="gray">
            <a:xfrm>
              <a:off x="1235034" y="2143495"/>
              <a:ext cx="89065" cy="160317"/>
            </a:xfrm>
            <a:prstGeom prst="rect">
              <a:avLst/>
            </a:prstGeom>
            <a:solidFill>
              <a:schemeClr val="accent1"/>
            </a:solidFill>
            <a:ln w="25400" algn="ctr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Arial Unicode MS" pitchFamily="34" charset="-128"/>
                <a:cs typeface="Arial Unicode MS" pitchFamily="34" charset="-128"/>
              </a:endParaRPr>
            </a:p>
          </p:txBody>
        </p:sp>
      </p:grpSp>
      <p:sp>
        <p:nvSpPr>
          <p:cNvPr id="42" name="Cylinder 41">
            <a:extLst>
              <a:ext uri="{FF2B5EF4-FFF2-40B4-BE49-F238E27FC236}">
                <a16:creationId xmlns:a16="http://schemas.microsoft.com/office/drawing/2014/main" id="{B3644E12-F6C5-5E3E-2128-5A78A3997C7C}"/>
              </a:ext>
            </a:extLst>
          </p:cNvPr>
          <p:cNvSpPr/>
          <p:nvPr/>
        </p:nvSpPr>
        <p:spPr bwMode="gray">
          <a:xfrm>
            <a:off x="1277290" y="5402721"/>
            <a:ext cx="243444" cy="267191"/>
          </a:xfrm>
          <a:prstGeom prst="can">
            <a:avLst/>
          </a:prstGeom>
          <a:solidFill>
            <a:schemeClr val="accent1"/>
          </a:solidFill>
          <a:ln w="3175" algn="ctr">
            <a:solidFill>
              <a:schemeClr val="bg1"/>
            </a:solidFill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43" name="Cylinder 42">
            <a:extLst>
              <a:ext uri="{FF2B5EF4-FFF2-40B4-BE49-F238E27FC236}">
                <a16:creationId xmlns:a16="http://schemas.microsoft.com/office/drawing/2014/main" id="{DD728797-144F-8CF2-D9EF-0CD71AEE7803}"/>
              </a:ext>
            </a:extLst>
          </p:cNvPr>
          <p:cNvSpPr/>
          <p:nvPr/>
        </p:nvSpPr>
        <p:spPr bwMode="gray">
          <a:xfrm>
            <a:off x="1951215" y="5031619"/>
            <a:ext cx="243444" cy="267191"/>
          </a:xfrm>
          <a:prstGeom prst="can">
            <a:avLst/>
          </a:prstGeom>
          <a:solidFill>
            <a:schemeClr val="accent1"/>
          </a:solidFill>
          <a:ln w="3175" algn="ctr">
            <a:solidFill>
              <a:schemeClr val="bg1"/>
            </a:solidFill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44" name="Cylinder 43">
            <a:extLst>
              <a:ext uri="{FF2B5EF4-FFF2-40B4-BE49-F238E27FC236}">
                <a16:creationId xmlns:a16="http://schemas.microsoft.com/office/drawing/2014/main" id="{4E83C242-A7E8-4529-0D86-26EA6D02CA16}"/>
              </a:ext>
            </a:extLst>
          </p:cNvPr>
          <p:cNvSpPr/>
          <p:nvPr/>
        </p:nvSpPr>
        <p:spPr bwMode="gray">
          <a:xfrm>
            <a:off x="2343101" y="5031619"/>
            <a:ext cx="243444" cy="267191"/>
          </a:xfrm>
          <a:prstGeom prst="can">
            <a:avLst/>
          </a:prstGeom>
          <a:solidFill>
            <a:schemeClr val="accent1"/>
          </a:solidFill>
          <a:ln w="3175" algn="ctr">
            <a:solidFill>
              <a:schemeClr val="bg1"/>
            </a:solidFill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Arial Unicode MS" pitchFamily="34" charset="-128"/>
              <a:cs typeface="Arial Unicode MS" pitchFamily="34" charset="-128"/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CD117809-1D44-02F1-DBC4-5034399A56CE}"/>
              </a:ext>
            </a:extLst>
          </p:cNvPr>
          <p:cNvGrpSpPr/>
          <p:nvPr/>
        </p:nvGrpSpPr>
        <p:grpSpPr>
          <a:xfrm>
            <a:off x="3566260" y="3222488"/>
            <a:ext cx="451262" cy="160318"/>
            <a:chOff x="1246909" y="3069768"/>
            <a:chExt cx="451262" cy="160318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DE3A0473-9FBC-DAF2-81FA-82AF8ADED9E9}"/>
                </a:ext>
              </a:extLst>
            </p:cNvPr>
            <p:cNvSpPr/>
            <p:nvPr/>
          </p:nvSpPr>
          <p:spPr bwMode="gray">
            <a:xfrm>
              <a:off x="1246909" y="3069769"/>
              <a:ext cx="451262" cy="16031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2540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6521175E-D5DF-30F5-5F5C-EA6F9079E9EE}"/>
                </a:ext>
              </a:extLst>
            </p:cNvPr>
            <p:cNvSpPr/>
            <p:nvPr/>
          </p:nvSpPr>
          <p:spPr bwMode="gray">
            <a:xfrm>
              <a:off x="1246909" y="3069768"/>
              <a:ext cx="89065" cy="160317"/>
            </a:xfrm>
            <a:prstGeom prst="rect">
              <a:avLst/>
            </a:prstGeom>
            <a:solidFill>
              <a:schemeClr val="tx2"/>
            </a:solidFill>
            <a:ln w="25400" algn="ctr">
              <a:solidFill>
                <a:schemeClr val="tx2"/>
              </a:solidFill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Arial Unicode MS" pitchFamily="34" charset="-128"/>
                <a:cs typeface="Arial Unicode MS" pitchFamily="34" charset="-128"/>
              </a:endParaRPr>
            </a:p>
          </p:txBody>
        </p:sp>
      </p:grpSp>
      <p:sp>
        <p:nvSpPr>
          <p:cNvPr id="51" name="Cylinder 50">
            <a:extLst>
              <a:ext uri="{FF2B5EF4-FFF2-40B4-BE49-F238E27FC236}">
                <a16:creationId xmlns:a16="http://schemas.microsoft.com/office/drawing/2014/main" id="{1EC2952D-740F-0DBA-754F-AB0EB17E9763}"/>
              </a:ext>
            </a:extLst>
          </p:cNvPr>
          <p:cNvSpPr/>
          <p:nvPr/>
        </p:nvSpPr>
        <p:spPr bwMode="gray">
          <a:xfrm>
            <a:off x="3670169" y="3875634"/>
            <a:ext cx="243444" cy="267191"/>
          </a:xfrm>
          <a:prstGeom prst="can">
            <a:avLst/>
          </a:prstGeom>
          <a:solidFill>
            <a:schemeClr val="tx2"/>
          </a:solidFill>
          <a:ln w="3175" algn="ctr">
            <a:solidFill>
              <a:schemeClr val="bg1"/>
            </a:solidFill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11C548B-1004-BFFB-2092-86173612ACEA}"/>
              </a:ext>
            </a:extLst>
          </p:cNvPr>
          <p:cNvSpPr/>
          <p:nvPr/>
        </p:nvSpPr>
        <p:spPr bwMode="gray">
          <a:xfrm>
            <a:off x="1782980" y="2242774"/>
            <a:ext cx="1132115" cy="1157844"/>
          </a:xfrm>
          <a:prstGeom prst="rect">
            <a:avLst/>
          </a:prstGeom>
          <a:noFill/>
          <a:ln w="9525" algn="ctr">
            <a:solidFill>
              <a:schemeClr val="accent3"/>
            </a:solidFill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36F161E-88A7-8546-3FE1-A8542901CC0B}"/>
              </a:ext>
            </a:extLst>
          </p:cNvPr>
          <p:cNvSpPr/>
          <p:nvPr/>
        </p:nvSpPr>
        <p:spPr bwMode="gray">
          <a:xfrm>
            <a:off x="3318857" y="2965933"/>
            <a:ext cx="955963" cy="1415567"/>
          </a:xfrm>
          <a:prstGeom prst="rect">
            <a:avLst/>
          </a:prstGeom>
          <a:noFill/>
          <a:ln w="9525" algn="ctr">
            <a:solidFill>
              <a:schemeClr val="tx2"/>
            </a:solidFill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Arial Unicode MS" pitchFamily="34" charset="-128"/>
              <a:cs typeface="Arial Unicode MS" pitchFamily="34" charset="-128"/>
            </a:endParaRP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92C41A31-2423-172A-C3A3-4CF976219245}"/>
              </a:ext>
            </a:extLst>
          </p:cNvPr>
          <p:cNvCxnSpPr>
            <a:cxnSpLocks/>
            <a:stCxn id="21" idx="2"/>
            <a:endCxn id="52" idx="0"/>
          </p:cNvCxnSpPr>
          <p:nvPr/>
        </p:nvCxnSpPr>
        <p:spPr>
          <a:xfrm>
            <a:off x="2343101" y="1803883"/>
            <a:ext cx="5937" cy="438891"/>
          </a:xfrm>
          <a:prstGeom prst="straightConnector1">
            <a:avLst/>
          </a:prstGeom>
          <a:ln w="6350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F39DC867-7383-DC71-50C3-C9FD23E4C2F9}"/>
              </a:ext>
            </a:extLst>
          </p:cNvPr>
          <p:cNvCxnSpPr>
            <a:cxnSpLocks/>
            <a:stCxn id="25" idx="2"/>
            <a:endCxn id="28" idx="0"/>
          </p:cNvCxnSpPr>
          <p:nvPr/>
        </p:nvCxnSpPr>
        <p:spPr>
          <a:xfrm>
            <a:off x="2345080" y="2616843"/>
            <a:ext cx="0" cy="265219"/>
          </a:xfrm>
          <a:prstGeom prst="straightConnector1">
            <a:avLst/>
          </a:prstGeom>
          <a:ln w="6350">
            <a:solidFill>
              <a:schemeClr val="bg1">
                <a:lumMod val="85000"/>
              </a:schemeClr>
            </a:solidFill>
            <a:headEnd type="triangl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96FC2271-26F6-8985-52D5-8D12C4CCA233}"/>
              </a:ext>
            </a:extLst>
          </p:cNvPr>
          <p:cNvCxnSpPr>
            <a:cxnSpLocks/>
            <a:stCxn id="46" idx="2"/>
            <a:endCxn id="51" idx="1"/>
          </p:cNvCxnSpPr>
          <p:nvPr/>
        </p:nvCxnSpPr>
        <p:spPr>
          <a:xfrm>
            <a:off x="3791891" y="3382806"/>
            <a:ext cx="0" cy="492828"/>
          </a:xfrm>
          <a:prstGeom prst="straightConnector1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  <a:headEnd type="triangl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DA9750F8-C78C-B9A2-5CAA-A96938078F84}"/>
              </a:ext>
            </a:extLst>
          </p:cNvPr>
          <p:cNvCxnSpPr>
            <a:cxnSpLocks/>
            <a:stCxn id="34" idx="2"/>
            <a:endCxn id="40" idx="0"/>
          </p:cNvCxnSpPr>
          <p:nvPr/>
        </p:nvCxnSpPr>
        <p:spPr>
          <a:xfrm>
            <a:off x="1399012" y="4632808"/>
            <a:ext cx="0" cy="318654"/>
          </a:xfrm>
          <a:prstGeom prst="straightConnector1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  <a:headEnd type="triangl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C05E9C49-7EF0-E773-7F6F-C4EFD132F0C7}"/>
              </a:ext>
            </a:extLst>
          </p:cNvPr>
          <p:cNvCxnSpPr>
            <a:cxnSpLocks/>
            <a:stCxn id="40" idx="2"/>
            <a:endCxn id="42" idx="1"/>
          </p:cNvCxnSpPr>
          <p:nvPr/>
        </p:nvCxnSpPr>
        <p:spPr>
          <a:xfrm>
            <a:off x="1399012" y="5111779"/>
            <a:ext cx="0" cy="290942"/>
          </a:xfrm>
          <a:prstGeom prst="straightConnector1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  <a:headEnd type="triangl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or: Elbow 75">
            <a:extLst>
              <a:ext uri="{FF2B5EF4-FFF2-40B4-BE49-F238E27FC236}">
                <a16:creationId xmlns:a16="http://schemas.microsoft.com/office/drawing/2014/main" id="{ACEFF84A-AE57-EA7D-328A-25CE0AFDDEE8}"/>
              </a:ext>
            </a:extLst>
          </p:cNvPr>
          <p:cNvCxnSpPr>
            <a:stCxn id="28" idx="2"/>
            <a:endCxn id="31" idx="0"/>
          </p:cNvCxnSpPr>
          <p:nvPr/>
        </p:nvCxnSpPr>
        <p:spPr>
          <a:xfrm rot="5400000">
            <a:off x="1577575" y="3226014"/>
            <a:ext cx="951141" cy="583871"/>
          </a:xfrm>
          <a:prstGeom prst="bentConnector3">
            <a:avLst>
              <a:gd name="adj1" fmla="val 54994"/>
            </a:avLst>
          </a:prstGeom>
          <a:ln w="6350">
            <a:solidFill>
              <a:schemeClr val="bg1">
                <a:lumMod val="85000"/>
              </a:schemeClr>
            </a:solidFill>
            <a:headEnd type="triangl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nector: Elbow 78">
            <a:extLst>
              <a:ext uri="{FF2B5EF4-FFF2-40B4-BE49-F238E27FC236}">
                <a16:creationId xmlns:a16="http://schemas.microsoft.com/office/drawing/2014/main" id="{053DA7F6-67EB-C59B-2571-CCB4E97BC867}"/>
              </a:ext>
            </a:extLst>
          </p:cNvPr>
          <p:cNvCxnSpPr>
            <a:stCxn id="31" idx="2"/>
            <a:endCxn id="34" idx="0"/>
          </p:cNvCxnSpPr>
          <p:nvPr/>
        </p:nvCxnSpPr>
        <p:spPr>
          <a:xfrm rot="5400000">
            <a:off x="1420784" y="4132066"/>
            <a:ext cx="318654" cy="362197"/>
          </a:xfrm>
          <a:prstGeom prst="bentConnector3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  <a:headEnd type="triangl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or: Elbow 80">
            <a:extLst>
              <a:ext uri="{FF2B5EF4-FFF2-40B4-BE49-F238E27FC236}">
                <a16:creationId xmlns:a16="http://schemas.microsoft.com/office/drawing/2014/main" id="{081146D1-A1B9-A5CD-2A36-FC44B4FEC14E}"/>
              </a:ext>
            </a:extLst>
          </p:cNvPr>
          <p:cNvCxnSpPr>
            <a:stCxn id="31" idx="2"/>
            <a:endCxn id="37" idx="0"/>
          </p:cNvCxnSpPr>
          <p:nvPr/>
        </p:nvCxnSpPr>
        <p:spPr>
          <a:xfrm rot="16200000" flipH="1">
            <a:off x="1794855" y="4120190"/>
            <a:ext cx="425535" cy="492827"/>
          </a:xfrm>
          <a:prstGeom prst="bentConnector3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  <a:headEnd type="triangl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nector: Elbow 82">
            <a:extLst>
              <a:ext uri="{FF2B5EF4-FFF2-40B4-BE49-F238E27FC236}">
                <a16:creationId xmlns:a16="http://schemas.microsoft.com/office/drawing/2014/main" id="{BFCD4995-2CDE-06FC-F060-AADAEAEE17C2}"/>
              </a:ext>
            </a:extLst>
          </p:cNvPr>
          <p:cNvCxnSpPr>
            <a:stCxn id="37" idx="2"/>
            <a:endCxn id="43" idx="1"/>
          </p:cNvCxnSpPr>
          <p:nvPr/>
        </p:nvCxnSpPr>
        <p:spPr>
          <a:xfrm rot="5400000">
            <a:off x="2017522" y="4795105"/>
            <a:ext cx="291930" cy="181099"/>
          </a:xfrm>
          <a:prstGeom prst="bentConnector3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  <a:headEnd type="triangl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nector: Elbow 84">
            <a:extLst>
              <a:ext uri="{FF2B5EF4-FFF2-40B4-BE49-F238E27FC236}">
                <a16:creationId xmlns:a16="http://schemas.microsoft.com/office/drawing/2014/main" id="{BFC3AB5D-A91A-2A46-DBB5-8359B5ACE4AD}"/>
              </a:ext>
            </a:extLst>
          </p:cNvPr>
          <p:cNvCxnSpPr>
            <a:stCxn id="37" idx="2"/>
            <a:endCxn id="44" idx="0"/>
          </p:cNvCxnSpPr>
          <p:nvPr/>
        </p:nvCxnSpPr>
        <p:spPr>
          <a:xfrm rot="16200000" flipH="1">
            <a:off x="2213464" y="4780260"/>
            <a:ext cx="291930" cy="210787"/>
          </a:xfrm>
          <a:prstGeom prst="bentConnector3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  <a:headEnd type="triangl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nector: Elbow 86">
            <a:extLst>
              <a:ext uri="{FF2B5EF4-FFF2-40B4-BE49-F238E27FC236}">
                <a16:creationId xmlns:a16="http://schemas.microsoft.com/office/drawing/2014/main" id="{E3F6B6CB-0E91-2ADD-371A-3DB786152643}"/>
              </a:ext>
            </a:extLst>
          </p:cNvPr>
          <p:cNvCxnSpPr>
            <a:stCxn id="25" idx="2"/>
            <a:endCxn id="46" idx="0"/>
          </p:cNvCxnSpPr>
          <p:nvPr/>
        </p:nvCxnSpPr>
        <p:spPr>
          <a:xfrm rot="16200000" flipH="1">
            <a:off x="2765662" y="2196260"/>
            <a:ext cx="605646" cy="1446811"/>
          </a:xfrm>
          <a:prstGeom prst="bentConnector3">
            <a:avLst>
              <a:gd name="adj1" fmla="val 29412"/>
            </a:avLst>
          </a:prstGeom>
          <a:ln w="6350">
            <a:solidFill>
              <a:schemeClr val="tx1">
                <a:lumMod val="65000"/>
                <a:lumOff val="35000"/>
              </a:schemeClr>
            </a:solidFill>
            <a:headEnd type="triangl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05E21EC5-C609-BF48-7985-E6A82799ABD4}"/>
              </a:ext>
            </a:extLst>
          </p:cNvPr>
          <p:cNvSpPr txBox="1"/>
          <p:nvPr/>
        </p:nvSpPr>
        <p:spPr>
          <a:xfrm>
            <a:off x="735642" y="2242774"/>
            <a:ext cx="964541" cy="257369"/>
          </a:xfrm>
          <a:prstGeom prst="rect">
            <a:avLst/>
          </a:prstGeom>
          <a:solidFill>
            <a:schemeClr val="accent3"/>
          </a:solidFill>
        </p:spPr>
        <p:txBody>
          <a:bodyPr wrap="none" lIns="72000" tIns="36000" rIns="72000" bIns="36000" rtlCol="0">
            <a:spAutoFit/>
          </a:bodyPr>
          <a:lstStyle/>
          <a:p>
            <a:pPr algn="l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GB" sz="1200" kern="0" dirty="0">
                <a:solidFill>
                  <a:schemeClr val="bg1"/>
                </a:solidFill>
                <a:latin typeface="+mn-lt"/>
                <a:ea typeface="Arial Unicode MS" pitchFamily="34" charset="-128"/>
                <a:cs typeface="Arial Unicode MS" pitchFamily="34" charset="-128"/>
              </a:rPr>
              <a:t>MDS Engine</a:t>
            </a:r>
            <a:endParaRPr lang="de-DE" sz="1200" kern="0" dirty="0">
              <a:solidFill>
                <a:schemeClr val="bg1"/>
              </a:solidFill>
              <a:latin typeface="+mn-lt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9F4A2B22-6F5F-FCFB-19A4-7D62048B873D}"/>
              </a:ext>
            </a:extLst>
          </p:cNvPr>
          <p:cNvSpPr txBox="1"/>
          <p:nvPr/>
        </p:nvSpPr>
        <p:spPr>
          <a:xfrm>
            <a:off x="4353990" y="2962218"/>
            <a:ext cx="873170" cy="257369"/>
          </a:xfrm>
          <a:prstGeom prst="rect">
            <a:avLst/>
          </a:prstGeom>
          <a:solidFill>
            <a:schemeClr val="tx2"/>
          </a:solidFill>
        </p:spPr>
        <p:txBody>
          <a:bodyPr wrap="none" lIns="72000" tIns="36000" rIns="72000" bIns="36000" rtlCol="0">
            <a:spAutoFit/>
          </a:bodyPr>
          <a:lstStyle/>
          <a:p>
            <a:pPr algn="l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GB" sz="1200" kern="0" dirty="0">
                <a:solidFill>
                  <a:schemeClr val="bg1"/>
                </a:solidFill>
                <a:latin typeface="+mn-lt"/>
                <a:ea typeface="Arial Unicode MS" pitchFamily="34" charset="-128"/>
                <a:cs typeface="Arial Unicode MS" pitchFamily="34" charset="-128"/>
              </a:rPr>
              <a:t>MDS Cube</a:t>
            </a:r>
            <a:endParaRPr lang="de-DE" sz="1200" kern="0" dirty="0">
              <a:solidFill>
                <a:schemeClr val="bg1"/>
              </a:solidFill>
              <a:latin typeface="+mn-lt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EB349C5-8615-9007-72F1-7FD9C9A4DCD3}"/>
              </a:ext>
            </a:extLst>
          </p:cNvPr>
          <p:cNvSpPr txBox="1"/>
          <p:nvPr/>
        </p:nvSpPr>
        <p:spPr>
          <a:xfrm>
            <a:off x="2773356" y="5501767"/>
            <a:ext cx="881185" cy="22659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wrap="none" lIns="72000" tIns="36000" rIns="72000" bIns="36000" rtlCol="0">
            <a:spAutoFit/>
          </a:bodyPr>
          <a:lstStyle/>
          <a:p>
            <a:pPr algn="l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GB" sz="1000" kern="0" dirty="0">
                <a:solidFill>
                  <a:schemeClr val="bg1"/>
                </a:solidFill>
                <a:latin typeface="+mn-lt"/>
                <a:ea typeface="Arial Unicode MS" pitchFamily="34" charset="-128"/>
                <a:cs typeface="Arial Unicode MS" pitchFamily="34" charset="-128"/>
              </a:rPr>
              <a:t>HANA Model</a:t>
            </a:r>
            <a:endParaRPr lang="de-DE" sz="1000" kern="0" dirty="0">
              <a:solidFill>
                <a:schemeClr val="bg1"/>
              </a:solidFill>
              <a:latin typeface="+mn-lt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E6BF1FC7-8DC9-1174-7B4E-241B5564403A}"/>
              </a:ext>
            </a:extLst>
          </p:cNvPr>
          <p:cNvSpPr/>
          <p:nvPr/>
        </p:nvSpPr>
        <p:spPr bwMode="gray">
          <a:xfrm>
            <a:off x="998653" y="3875634"/>
            <a:ext cx="1738312" cy="1857990"/>
          </a:xfrm>
          <a:prstGeom prst="rect">
            <a:avLst/>
          </a:prstGeom>
          <a:noFill/>
          <a:ln w="6350" algn="ctr">
            <a:solidFill>
              <a:schemeClr val="tx1">
                <a:lumMod val="50000"/>
                <a:lumOff val="50000"/>
              </a:schemeClr>
            </a:solidFill>
            <a:prstDash val="dash"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F40826C1-6775-F0F2-6CD5-E14A879C64F5}"/>
              </a:ext>
            </a:extLst>
          </p:cNvPr>
          <p:cNvSpPr txBox="1"/>
          <p:nvPr/>
        </p:nvSpPr>
        <p:spPr>
          <a:xfrm>
            <a:off x="2662009" y="1638093"/>
            <a:ext cx="1078354" cy="257369"/>
          </a:xfrm>
          <a:prstGeom prst="rect">
            <a:avLst/>
          </a:prstGeom>
          <a:solidFill>
            <a:schemeClr val="tx1"/>
          </a:solidFill>
        </p:spPr>
        <p:txBody>
          <a:bodyPr wrap="none" lIns="72000" tIns="36000" rIns="72000" bIns="36000" rtlCol="0">
            <a:spAutoFit/>
          </a:bodyPr>
          <a:lstStyle/>
          <a:p>
            <a:pPr algn="l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GB" sz="1200" kern="0" dirty="0">
                <a:solidFill>
                  <a:schemeClr val="bg1"/>
                </a:solidFill>
                <a:latin typeface="+mn-lt"/>
                <a:ea typeface="Arial Unicode MS" pitchFamily="34" charset="-128"/>
                <a:cs typeface="Arial Unicode MS" pitchFamily="34" charset="-128"/>
              </a:rPr>
              <a:t>MDS Request</a:t>
            </a:r>
            <a:endParaRPr lang="de-DE" sz="1200" kern="0" dirty="0">
              <a:solidFill>
                <a:schemeClr val="bg1"/>
              </a:solidFill>
              <a:latin typeface="+mn-lt"/>
              <a:ea typeface="Arial Unicode MS" pitchFamily="34" charset="-128"/>
              <a:cs typeface="Arial Unicode MS" pitchFamily="34" charset="-128"/>
            </a:endParaRPr>
          </a:p>
        </p:txBody>
      </p: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A21B9459-7656-B12F-D6BC-A97E04B16554}"/>
              </a:ext>
            </a:extLst>
          </p:cNvPr>
          <p:cNvCxnSpPr>
            <a:cxnSpLocks/>
            <a:stCxn id="51" idx="2"/>
          </p:cNvCxnSpPr>
          <p:nvPr/>
        </p:nvCxnSpPr>
        <p:spPr>
          <a:xfrm flipH="1">
            <a:off x="2732203" y="4009230"/>
            <a:ext cx="937966" cy="834"/>
          </a:xfrm>
          <a:prstGeom prst="straightConnector1">
            <a:avLst/>
          </a:prstGeom>
          <a:ln w="6350">
            <a:solidFill>
              <a:schemeClr val="tx1"/>
            </a:solidFill>
            <a:headEnd type="triangl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87C84FF3-1A8A-D4F6-F012-20D6BBCFE6CE}"/>
              </a:ext>
            </a:extLst>
          </p:cNvPr>
          <p:cNvSpPr txBox="1"/>
          <p:nvPr/>
        </p:nvSpPr>
        <p:spPr>
          <a:xfrm>
            <a:off x="2997776" y="4040539"/>
            <a:ext cx="432344" cy="226591"/>
          </a:xfrm>
          <a:prstGeom prst="rect">
            <a:avLst/>
          </a:prstGeom>
          <a:solidFill>
            <a:schemeClr val="tx2"/>
          </a:solidFill>
        </p:spPr>
        <p:txBody>
          <a:bodyPr wrap="none" lIns="72000" tIns="36000" rIns="72000" bIns="36000" rtlCol="0">
            <a:spAutoFit/>
          </a:bodyPr>
          <a:lstStyle/>
          <a:p>
            <a:pPr algn="l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GB" sz="1000" kern="0" dirty="0">
                <a:solidFill>
                  <a:schemeClr val="bg1"/>
                </a:solidFill>
                <a:latin typeface="+mn-lt"/>
                <a:ea typeface="Arial Unicode MS" pitchFamily="34" charset="-128"/>
                <a:cs typeface="Arial Unicode MS" pitchFamily="34" charset="-128"/>
              </a:rPr>
              <a:t>Load</a:t>
            </a:r>
            <a:endParaRPr lang="de-DE" sz="1000" kern="0" dirty="0">
              <a:solidFill>
                <a:schemeClr val="bg1"/>
              </a:solidFill>
              <a:latin typeface="+mn-lt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42CDCB4D-BE09-5052-5CDC-0D6061802EFE}"/>
              </a:ext>
            </a:extLst>
          </p:cNvPr>
          <p:cNvSpPr txBox="1"/>
          <p:nvPr/>
        </p:nvSpPr>
        <p:spPr>
          <a:xfrm>
            <a:off x="6277603" y="1317646"/>
            <a:ext cx="5212643" cy="3396690"/>
          </a:xfrm>
          <a:prstGeom prst="rect">
            <a:avLst/>
          </a:prstGeom>
          <a:noFill/>
        </p:spPr>
        <p:txBody>
          <a:bodyPr wrap="square" lIns="72000" tIns="36000" rIns="72000" bIns="36000" rtlCol="0">
            <a:spAutoFit/>
          </a:bodyPr>
          <a:lstStyle/>
          <a:p>
            <a:pPr algn="l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GB" sz="1800" kern="0" dirty="0">
                <a:latin typeface="+mn-lt"/>
                <a:ea typeface="Arial Unicode MS" pitchFamily="34" charset="-128"/>
                <a:cs typeface="Arial Unicode MS" pitchFamily="34" charset="-128"/>
              </a:rPr>
              <a:t>MDS Cube</a:t>
            </a:r>
          </a:p>
          <a:p>
            <a:pPr marL="285750" indent="-285750" algn="l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GB" sz="1800" kern="0" dirty="0">
                <a:latin typeface="+mn-lt"/>
                <a:ea typeface="Arial Unicode MS" pitchFamily="34" charset="-128"/>
                <a:cs typeface="Arial Unicode MS" pitchFamily="34" charset="-128"/>
              </a:rPr>
              <a:t>Materialization of Calculation View data</a:t>
            </a:r>
          </a:p>
          <a:p>
            <a:pPr marL="285750" indent="-285750" algn="l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GB" sz="1800" kern="0" dirty="0">
                <a:latin typeface="+mn-lt"/>
                <a:ea typeface="Arial Unicode MS" pitchFamily="34" charset="-128"/>
                <a:cs typeface="Arial Unicode MS" pitchFamily="34" charset="-128"/>
              </a:rPr>
              <a:t>Optimized for multi-dimensional reporting</a:t>
            </a:r>
          </a:p>
          <a:p>
            <a:pPr marL="285750" indent="-285750" algn="l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GB" sz="1800" kern="0" dirty="0">
                <a:latin typeface="+mn-lt"/>
                <a:ea typeface="Arial Unicode MS" pitchFamily="34" charset="-128"/>
                <a:cs typeface="Arial Unicode MS" pitchFamily="34" charset="-128"/>
              </a:rPr>
              <a:t>Computational capabilities on top of materialized data</a:t>
            </a:r>
          </a:p>
          <a:p>
            <a:pPr marL="285750" indent="-285750" algn="l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GB" sz="1800" kern="0" dirty="0">
                <a:latin typeface="+mn-lt"/>
                <a:ea typeface="Arial Unicode MS" pitchFamily="34" charset="-128"/>
                <a:cs typeface="Arial Unicode MS" pitchFamily="34" charset="-128"/>
              </a:rPr>
              <a:t>No expensive processing of HANA model during reporting time</a:t>
            </a:r>
          </a:p>
          <a:p>
            <a:pPr marL="285750" indent="-28575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GB" sz="1800" kern="0" dirty="0">
                <a:latin typeface="72 Brand" panose="020B0504030603020204" pitchFamily="34" charset="0"/>
                <a:ea typeface="Arial Unicode MS" pitchFamily="34" charset="-128"/>
                <a:cs typeface="Arial Unicode MS" pitchFamily="34" charset="-128"/>
                <a:hlinkClick r:id="rId5"/>
              </a:rPr>
              <a:t>Stored Procedure API</a:t>
            </a:r>
            <a:r>
              <a:rPr lang="de-DE" sz="1800" kern="0" dirty="0">
                <a:latin typeface="+mn-lt"/>
                <a:ea typeface="Arial Unicode MS" pitchFamily="34" charset="-128"/>
                <a:cs typeface="Arial Unicode MS" pitchFamily="34" charset="-128"/>
              </a:rPr>
              <a:t> for </a:t>
            </a:r>
            <a:r>
              <a:rPr lang="de-DE" sz="1800" kern="0" dirty="0" err="1">
                <a:latin typeface="+mn-lt"/>
                <a:ea typeface="Arial Unicode MS" pitchFamily="34" charset="-128"/>
                <a:cs typeface="Arial Unicode MS" pitchFamily="34" charset="-128"/>
              </a:rPr>
              <a:t>administration</a:t>
            </a:r>
            <a:endParaRPr lang="de-DE" sz="1800" kern="0" dirty="0">
              <a:latin typeface="+mn-lt"/>
              <a:ea typeface="Arial Unicode MS" pitchFamily="34" charset="-128"/>
              <a:cs typeface="Arial Unicode MS" pitchFamily="34" charset="-128"/>
            </a:endParaRPr>
          </a:p>
          <a:p>
            <a:pPr marL="285750" indent="-28575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de-DE" sz="1800" kern="0" dirty="0" err="1">
                <a:latin typeface="+mn-lt"/>
                <a:ea typeface="Arial Unicode MS" pitchFamily="34" charset="-128"/>
                <a:cs typeface="Arial Unicode MS" pitchFamily="34" charset="-128"/>
              </a:rPr>
              <a:t>Usable</a:t>
            </a:r>
            <a:r>
              <a:rPr lang="de-DE" sz="1800" kern="0" dirty="0">
                <a:latin typeface="+mn-lt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de-DE" sz="1800" kern="0" dirty="0" err="1">
                <a:latin typeface="+mn-lt"/>
                <a:ea typeface="Arial Unicode MS" pitchFamily="34" charset="-128"/>
                <a:cs typeface="Arial Unicode MS" pitchFamily="34" charset="-128"/>
              </a:rPr>
              <a:t>with</a:t>
            </a:r>
            <a:r>
              <a:rPr lang="de-DE" sz="1800" kern="0" dirty="0">
                <a:latin typeface="+mn-lt"/>
                <a:ea typeface="Arial Unicode MS" pitchFamily="34" charset="-128"/>
                <a:cs typeface="Arial Unicode MS" pitchFamily="34" charset="-128"/>
              </a:rPr>
              <a:t> MDS </a:t>
            </a:r>
            <a:r>
              <a:rPr lang="de-DE" sz="1800" kern="0" dirty="0" err="1">
                <a:latin typeface="+mn-lt"/>
                <a:ea typeface="Arial Unicode MS" pitchFamily="34" charset="-128"/>
                <a:cs typeface="Arial Unicode MS" pitchFamily="34" charset="-128"/>
              </a:rPr>
              <a:t>requests</a:t>
            </a:r>
            <a:r>
              <a:rPr lang="de-DE" sz="1800" kern="0" dirty="0">
                <a:latin typeface="+mn-lt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de-DE" sz="1800" kern="0" dirty="0" err="1">
                <a:latin typeface="+mn-lt"/>
                <a:ea typeface="Arial Unicode MS" pitchFamily="34" charset="-128"/>
                <a:cs typeface="Arial Unicode MS" pitchFamily="34" charset="-128"/>
              </a:rPr>
              <a:t>only</a:t>
            </a:r>
            <a:endParaRPr lang="de-DE" sz="1800" kern="0" dirty="0">
              <a:latin typeface="+mn-lt"/>
              <a:ea typeface="Arial Unicode MS" pitchFamily="34" charset="-128"/>
              <a:cs typeface="Arial Unicode MS" pitchFamily="34" charset="-128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D4D6207-7447-5456-6B14-A3D03015833A}"/>
              </a:ext>
            </a:extLst>
          </p:cNvPr>
          <p:cNvGrpSpPr/>
          <p:nvPr/>
        </p:nvGrpSpPr>
        <p:grpSpPr>
          <a:xfrm>
            <a:off x="2028405" y="3451831"/>
            <a:ext cx="219533" cy="226591"/>
            <a:chOff x="9012477" y="1639290"/>
            <a:chExt cx="219533" cy="226591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EECF15F2-494D-4FC9-167E-414D43CD77C1}"/>
                </a:ext>
              </a:extLst>
            </p:cNvPr>
            <p:cNvSpPr/>
            <p:nvPr/>
          </p:nvSpPr>
          <p:spPr bwMode="gray">
            <a:xfrm>
              <a:off x="9012477" y="1639291"/>
              <a:ext cx="219533" cy="226590"/>
            </a:xfrm>
            <a:prstGeom prst="ellipse">
              <a:avLst/>
            </a:prstGeom>
            <a:solidFill>
              <a:schemeClr val="bg1"/>
            </a:solidFill>
            <a:ln w="2540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72 Brand" pitchFamily="34" charset="-128"/>
                <a:cs typeface="72 Brand" pitchFamily="34" charset="-128"/>
              </a:endParaRPr>
            </a:p>
          </p:txBody>
        </p:sp>
        <p:sp>
          <p:nvSpPr>
            <p:cNvPr id="2" name="&quot;Not Allowed&quot; Symbol 1">
              <a:extLst>
                <a:ext uri="{FF2B5EF4-FFF2-40B4-BE49-F238E27FC236}">
                  <a16:creationId xmlns:a16="http://schemas.microsoft.com/office/drawing/2014/main" id="{94B7C3E1-1E44-B0F4-0C4E-B257DCDA4F9C}"/>
                </a:ext>
              </a:extLst>
            </p:cNvPr>
            <p:cNvSpPr/>
            <p:nvPr/>
          </p:nvSpPr>
          <p:spPr bwMode="gray">
            <a:xfrm>
              <a:off x="9012477" y="1639290"/>
              <a:ext cx="219532" cy="226591"/>
            </a:xfrm>
            <a:prstGeom prst="noSmoking">
              <a:avLst/>
            </a:prstGeom>
            <a:solidFill>
              <a:srgbClr val="FF0000"/>
            </a:solidFill>
            <a:ln w="635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72 Brand" pitchFamily="34" charset="-128"/>
                <a:cs typeface="72 Brand" pitchFamily="34" charset="-128"/>
              </a:endParaRPr>
            </a:p>
          </p:txBody>
        </p:sp>
      </p:grpSp>
      <p:sp>
        <p:nvSpPr>
          <p:cNvPr id="5" name="Cloud 4">
            <a:extLst>
              <a:ext uri="{FF2B5EF4-FFF2-40B4-BE49-F238E27FC236}">
                <a16:creationId xmlns:a16="http://schemas.microsoft.com/office/drawing/2014/main" id="{A5E50BC4-3E40-5FD1-B357-8517F28C9756}"/>
              </a:ext>
            </a:extLst>
          </p:cNvPr>
          <p:cNvSpPr/>
          <p:nvPr/>
        </p:nvSpPr>
        <p:spPr bwMode="gray">
          <a:xfrm>
            <a:off x="11585248" y="6306518"/>
            <a:ext cx="105229" cy="94963"/>
          </a:xfrm>
          <a:prstGeom prst="cloud">
            <a:avLst/>
          </a:prstGeom>
          <a:solidFill>
            <a:schemeClr val="tx1">
              <a:lumMod val="85000"/>
              <a:lumOff val="15000"/>
            </a:schemeClr>
          </a:solidFill>
          <a:ln w="25400" algn="ctr">
            <a:noFill/>
            <a:miter lim="800000"/>
            <a:headEnd/>
            <a:tailEnd/>
          </a:ln>
          <a:effectLst>
            <a:softEdge rad="31750"/>
          </a:effectLst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5869299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"/>
          <p:cNvSpPr>
            <a:spLocks noGrp="1"/>
          </p:cNvSpPr>
          <p:nvPr>
            <p:ph type="title"/>
          </p:nvPr>
        </p:nvSpPr>
        <p:spPr bwMode="gray"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MDS Cube |</a:t>
            </a:r>
            <a:r>
              <a:rPr lang="en-US" dirty="0"/>
              <a:t> Customer Scenario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1060B5-4CF2-DA46-5A34-627461A09F2B}"/>
              </a:ext>
            </a:extLst>
          </p:cNvPr>
          <p:cNvSpPr txBox="1"/>
          <p:nvPr/>
        </p:nvSpPr>
        <p:spPr>
          <a:xfrm>
            <a:off x="6556076" y="1112545"/>
            <a:ext cx="4891176" cy="3088913"/>
          </a:xfrm>
          <a:prstGeom prst="rect">
            <a:avLst/>
          </a:prstGeom>
          <a:noFill/>
        </p:spPr>
        <p:txBody>
          <a:bodyPr wrap="square" lIns="72000" tIns="36000" rIns="72000" bIns="36000" rtlCol="0">
            <a:spAutoFit/>
          </a:bodyPr>
          <a:lstStyle/>
          <a:p>
            <a:pPr algn="l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GB" sz="1400" kern="0" dirty="0">
                <a:latin typeface="72 Brand" panose="020B0504030603020204" pitchFamily="34" charset="0"/>
                <a:ea typeface="Arial Unicode MS" pitchFamily="34" charset="-128"/>
                <a:cs typeface="Arial Unicode MS" pitchFamily="34" charset="-128"/>
              </a:rPr>
              <a:t>Load test for SAP Analytics Cloud live reporting</a:t>
            </a:r>
          </a:p>
          <a:p>
            <a:pPr marL="285750" indent="-285750" algn="l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GB" sz="1400" kern="0" dirty="0">
                <a:latin typeface="72 Brand" panose="020B0504030603020204" pitchFamily="34" charset="0"/>
                <a:ea typeface="Arial Unicode MS" pitchFamily="34" charset="-128"/>
                <a:cs typeface="Arial Unicode MS" pitchFamily="34" charset="-128"/>
              </a:rPr>
              <a:t>Real customer HANA Cloud instance</a:t>
            </a:r>
          </a:p>
          <a:p>
            <a:pPr marL="285750" indent="-285750" algn="l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GB" sz="1400" kern="0" dirty="0">
                <a:latin typeface="72 Brand" panose="020B0504030603020204" pitchFamily="34" charset="0"/>
                <a:ea typeface="Arial Unicode MS" pitchFamily="34" charset="-128"/>
                <a:cs typeface="Arial Unicode MS" pitchFamily="34" charset="-128"/>
              </a:rPr>
              <a:t>Real customer model</a:t>
            </a:r>
          </a:p>
          <a:p>
            <a:pPr marL="285750" indent="-285750" algn="l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GB" sz="1400" kern="0" dirty="0">
                <a:latin typeface="72 Brand" panose="020B0504030603020204" pitchFamily="34" charset="0"/>
                <a:ea typeface="Arial Unicode MS" pitchFamily="34" charset="-128"/>
                <a:cs typeface="Arial Unicode MS" pitchFamily="34" charset="-128"/>
              </a:rPr>
              <a:t>Real MDS requests</a:t>
            </a:r>
          </a:p>
          <a:p>
            <a:pPr marL="285750" indent="-285750" algn="l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GB" sz="1400" kern="0" dirty="0">
                <a:latin typeface="72 Brand" panose="020B0504030603020204" pitchFamily="34" charset="0"/>
                <a:ea typeface="Arial Unicode MS" pitchFamily="34" charset="-128"/>
                <a:cs typeface="Arial Unicode MS" pitchFamily="34" charset="-128"/>
              </a:rPr>
              <a:t>Simulation of increasing amount of end users in fixed time range</a:t>
            </a:r>
          </a:p>
          <a:p>
            <a:pPr algn="l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endParaRPr lang="en-GB" sz="1400" kern="0" dirty="0">
              <a:latin typeface="72 Brand" panose="020B0504030603020204" pitchFamily="34" charset="0"/>
              <a:ea typeface="Arial Unicode MS" pitchFamily="34" charset="-128"/>
              <a:cs typeface="Arial Unicode MS" pitchFamily="34" charset="-128"/>
            </a:endParaRPr>
          </a:p>
          <a:p>
            <a:pPr algn="l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GB" sz="1400" b="1" kern="0" dirty="0">
                <a:solidFill>
                  <a:schemeClr val="accent1"/>
                </a:solidFill>
                <a:latin typeface="72 Brand" panose="020B0504030603020204" pitchFamily="34" charset="0"/>
                <a:ea typeface="Arial Unicode MS" pitchFamily="34" charset="-128"/>
                <a:cs typeface="Arial Unicode MS" pitchFamily="34" charset="-128"/>
              </a:rPr>
              <a:t>Calculation View </a:t>
            </a:r>
            <a:r>
              <a:rPr lang="en-GB" sz="1400" kern="0" dirty="0">
                <a:latin typeface="72 Brand" panose="020B0504030603020204" pitchFamily="34" charset="0"/>
                <a:ea typeface="Arial Unicode MS" pitchFamily="34" charset="-128"/>
                <a:cs typeface="Arial Unicode MS" pitchFamily="34" charset="-128"/>
              </a:rPr>
              <a:t>as source</a:t>
            </a:r>
          </a:p>
          <a:p>
            <a:pPr marL="285750" indent="-285750" algn="l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GB" sz="1400" kern="0" dirty="0">
                <a:latin typeface="72 Brand" panose="020B0504030603020204" pitchFamily="34" charset="0"/>
                <a:ea typeface="Arial Unicode MS" pitchFamily="34" charset="-128"/>
                <a:cs typeface="Arial Unicode MS" pitchFamily="34" charset="-128"/>
              </a:rPr>
              <a:t>Increasing CPU load</a:t>
            </a:r>
          </a:p>
          <a:p>
            <a:pPr marL="285750" indent="-285750" algn="l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GB" sz="1400" kern="0" dirty="0">
                <a:latin typeface="72 Brand" panose="020B0504030603020204" pitchFamily="34" charset="0"/>
                <a:ea typeface="Arial Unicode MS" pitchFamily="34" charset="-128"/>
                <a:cs typeface="Arial Unicode MS" pitchFamily="34" charset="-128"/>
              </a:rPr>
              <a:t>Increasing end user wait times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297193E-839D-7808-6BB7-0E95BCC41E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873" y="4286089"/>
            <a:ext cx="2615407" cy="206790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AE8C406-A233-AEB0-F755-FEB0E9C461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24610" y="4286090"/>
            <a:ext cx="2616387" cy="206790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15D137C-5204-E63B-6F64-DA6D4369846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4001" y="1141635"/>
            <a:ext cx="5905838" cy="3059823"/>
          </a:xfrm>
          <a:prstGeom prst="rect">
            <a:avLst/>
          </a:prstGeom>
        </p:spPr>
      </p:pic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4141871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2D341B-9E1C-9886-EECA-33FFDA9B62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001" y="1141635"/>
            <a:ext cx="5905838" cy="306457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5BFDA03-7271-4AD3-34C2-73DD0EC232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893" y="4286089"/>
            <a:ext cx="2616387" cy="21213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E7C9DC4-A405-4B77-0E0A-D9D7339817A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24609" y="4281339"/>
            <a:ext cx="2615407" cy="212501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A1060B5-4CF2-DA46-5A34-627461A09F2B}"/>
              </a:ext>
            </a:extLst>
          </p:cNvPr>
          <p:cNvSpPr txBox="1"/>
          <p:nvPr/>
        </p:nvSpPr>
        <p:spPr>
          <a:xfrm>
            <a:off x="6556076" y="1112545"/>
            <a:ext cx="4891176" cy="4381575"/>
          </a:xfrm>
          <a:prstGeom prst="rect">
            <a:avLst/>
          </a:prstGeom>
          <a:noFill/>
        </p:spPr>
        <p:txBody>
          <a:bodyPr wrap="square" lIns="72000" tIns="36000" rIns="72000" bIns="36000" rtlCol="0">
            <a:spAutoFit/>
          </a:bodyPr>
          <a:lstStyle/>
          <a:p>
            <a:pPr algn="l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GB" sz="1400" kern="0" dirty="0">
                <a:latin typeface="72 Brand" panose="020B0504030603020204" pitchFamily="34" charset="0"/>
                <a:ea typeface="Arial Unicode MS" pitchFamily="34" charset="-128"/>
                <a:cs typeface="Arial Unicode MS" pitchFamily="34" charset="-128"/>
              </a:rPr>
              <a:t>Load test for SAP Analytics Cloud live reporting</a:t>
            </a:r>
          </a:p>
          <a:p>
            <a:pPr marL="285750" indent="-285750" algn="l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GB" sz="1400" kern="0" dirty="0">
                <a:latin typeface="72 Brand" panose="020B0504030603020204" pitchFamily="34" charset="0"/>
                <a:ea typeface="Arial Unicode MS" pitchFamily="34" charset="-128"/>
                <a:cs typeface="Arial Unicode MS" pitchFamily="34" charset="-128"/>
              </a:rPr>
              <a:t>Real customer HANA Cloud instance</a:t>
            </a:r>
          </a:p>
          <a:p>
            <a:pPr marL="285750" indent="-285750" algn="l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GB" sz="1400" kern="0" dirty="0">
                <a:latin typeface="72 Brand" panose="020B0504030603020204" pitchFamily="34" charset="0"/>
                <a:ea typeface="Arial Unicode MS" pitchFamily="34" charset="-128"/>
                <a:cs typeface="Arial Unicode MS" pitchFamily="34" charset="-128"/>
              </a:rPr>
              <a:t>Real customer model</a:t>
            </a:r>
          </a:p>
          <a:p>
            <a:pPr marL="285750" indent="-285750" algn="l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GB" sz="1400" kern="0" dirty="0">
                <a:latin typeface="72 Brand" panose="020B0504030603020204" pitchFamily="34" charset="0"/>
                <a:ea typeface="Arial Unicode MS" pitchFamily="34" charset="-128"/>
                <a:cs typeface="Arial Unicode MS" pitchFamily="34" charset="-128"/>
              </a:rPr>
              <a:t>Real MDS requests</a:t>
            </a:r>
          </a:p>
          <a:p>
            <a:pPr marL="285750" indent="-285750" algn="l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GB" sz="1400" kern="0" dirty="0">
                <a:latin typeface="72 Brand" panose="020B0504030603020204" pitchFamily="34" charset="0"/>
                <a:ea typeface="Arial Unicode MS" pitchFamily="34" charset="-128"/>
                <a:cs typeface="Arial Unicode MS" pitchFamily="34" charset="-128"/>
              </a:rPr>
              <a:t>Simulation of increasing amount of end users in fixed time range</a:t>
            </a:r>
          </a:p>
          <a:p>
            <a:pPr algn="l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endParaRPr lang="en-GB" sz="1400" kern="0" dirty="0">
              <a:latin typeface="72 Brand" panose="020B0504030603020204" pitchFamily="34" charset="0"/>
              <a:ea typeface="Arial Unicode MS" pitchFamily="34" charset="-128"/>
              <a:cs typeface="Arial Unicode MS" pitchFamily="34" charset="-128"/>
            </a:endParaRPr>
          </a:p>
          <a:p>
            <a:pPr algn="l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GB" sz="1400" b="1" kern="0" dirty="0">
                <a:solidFill>
                  <a:schemeClr val="accent1"/>
                </a:solidFill>
                <a:latin typeface="72 Brand" panose="020B0504030603020204" pitchFamily="34" charset="0"/>
                <a:ea typeface="Arial Unicode MS" pitchFamily="34" charset="-128"/>
                <a:cs typeface="Arial Unicode MS" pitchFamily="34" charset="-128"/>
              </a:rPr>
              <a:t>Calculation View </a:t>
            </a:r>
            <a:r>
              <a:rPr lang="en-GB" sz="1400" kern="0" dirty="0">
                <a:latin typeface="72 Brand" panose="020B0504030603020204" pitchFamily="34" charset="0"/>
                <a:ea typeface="Arial Unicode MS" pitchFamily="34" charset="-128"/>
                <a:cs typeface="Arial Unicode MS" pitchFamily="34" charset="-128"/>
              </a:rPr>
              <a:t>as source</a:t>
            </a:r>
          </a:p>
          <a:p>
            <a:pPr marL="285750" indent="-285750" algn="l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GB" sz="1400" kern="0" dirty="0">
                <a:latin typeface="72 Brand" panose="020B0504030603020204" pitchFamily="34" charset="0"/>
                <a:ea typeface="Arial Unicode MS" pitchFamily="34" charset="-128"/>
                <a:cs typeface="Arial Unicode MS" pitchFamily="34" charset="-128"/>
              </a:rPr>
              <a:t>Increasing CPU load</a:t>
            </a:r>
          </a:p>
          <a:p>
            <a:pPr marL="285750" indent="-285750" algn="l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GB" sz="1400" kern="0" dirty="0">
                <a:latin typeface="72 Brand" panose="020B0504030603020204" pitchFamily="34" charset="0"/>
                <a:ea typeface="Arial Unicode MS" pitchFamily="34" charset="-128"/>
                <a:cs typeface="Arial Unicode MS" pitchFamily="34" charset="-128"/>
              </a:rPr>
              <a:t>Increasing end user wait times</a:t>
            </a:r>
          </a:p>
          <a:p>
            <a:pPr algn="l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endParaRPr lang="de-DE" sz="1400" kern="0" dirty="0">
              <a:latin typeface="72 Brand" panose="020B0504030603020204" pitchFamily="34" charset="0"/>
              <a:ea typeface="Arial Unicode MS" pitchFamily="34" charset="-128"/>
              <a:cs typeface="Arial Unicode MS" pitchFamily="34" charset="-128"/>
            </a:endParaRPr>
          </a:p>
          <a:p>
            <a:pPr algn="l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de-DE" sz="1400" b="1" kern="0" dirty="0">
                <a:solidFill>
                  <a:schemeClr val="tx2">
                    <a:lumMod val="75000"/>
                  </a:schemeClr>
                </a:solidFill>
                <a:latin typeface="72 Brand" panose="020B0504030603020204" pitchFamily="34" charset="0"/>
                <a:ea typeface="Arial Unicode MS" pitchFamily="34" charset="-128"/>
                <a:cs typeface="Arial Unicode MS" pitchFamily="34" charset="-128"/>
              </a:rPr>
              <a:t>MDS Cube </a:t>
            </a:r>
            <a:r>
              <a:rPr lang="de-DE" sz="1400" kern="0" dirty="0" err="1">
                <a:latin typeface="72 Brand" panose="020B0504030603020204" pitchFamily="34" charset="0"/>
                <a:ea typeface="Arial Unicode MS" pitchFamily="34" charset="-128"/>
                <a:cs typeface="Arial Unicode MS" pitchFamily="34" charset="-128"/>
              </a:rPr>
              <a:t>as</a:t>
            </a:r>
            <a:r>
              <a:rPr lang="de-DE" sz="1400" kern="0" dirty="0">
                <a:latin typeface="72 Brand" panose="020B0504030603020204" pitchFamily="34" charset="0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de-DE" sz="1400" kern="0" dirty="0" err="1">
                <a:latin typeface="72 Brand" panose="020B0504030603020204" pitchFamily="34" charset="0"/>
                <a:ea typeface="Arial Unicode MS" pitchFamily="34" charset="-128"/>
                <a:cs typeface="Arial Unicode MS" pitchFamily="34" charset="-128"/>
              </a:rPr>
              <a:t>source</a:t>
            </a:r>
            <a:endParaRPr lang="de-DE" sz="1400" kern="0" dirty="0">
              <a:latin typeface="72 Brand" panose="020B0504030603020204" pitchFamily="34" charset="0"/>
              <a:ea typeface="Arial Unicode MS" pitchFamily="34" charset="-128"/>
              <a:cs typeface="Arial Unicode MS" pitchFamily="34" charset="-128"/>
            </a:endParaRPr>
          </a:p>
          <a:p>
            <a:pPr marL="285750" indent="-285750" algn="l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de-DE" sz="1400" kern="0" dirty="0" err="1">
                <a:latin typeface="72 Brand" panose="020B0504030603020204" pitchFamily="34" charset="0"/>
                <a:ea typeface="Arial Unicode MS" pitchFamily="34" charset="-128"/>
                <a:cs typeface="Arial Unicode MS" pitchFamily="34" charset="-128"/>
              </a:rPr>
              <a:t>Stable</a:t>
            </a:r>
            <a:r>
              <a:rPr lang="de-DE" sz="1400" kern="0" dirty="0">
                <a:latin typeface="72 Brand" panose="020B0504030603020204" pitchFamily="34" charset="0"/>
                <a:ea typeface="Arial Unicode MS" pitchFamily="34" charset="-128"/>
                <a:cs typeface="Arial Unicode MS" pitchFamily="34" charset="-128"/>
              </a:rPr>
              <a:t> CPU </a:t>
            </a:r>
            <a:r>
              <a:rPr lang="de-DE" sz="1400" kern="0" dirty="0" err="1">
                <a:latin typeface="72 Brand" panose="020B0504030603020204" pitchFamily="34" charset="0"/>
                <a:ea typeface="Arial Unicode MS" pitchFamily="34" charset="-128"/>
                <a:cs typeface="Arial Unicode MS" pitchFamily="34" charset="-128"/>
              </a:rPr>
              <a:t>load</a:t>
            </a:r>
            <a:endParaRPr lang="de-DE" sz="1400" kern="0" dirty="0">
              <a:latin typeface="72 Brand" panose="020B0504030603020204" pitchFamily="34" charset="0"/>
              <a:ea typeface="Arial Unicode MS" pitchFamily="34" charset="-128"/>
              <a:cs typeface="Arial Unicode MS" pitchFamily="34" charset="-128"/>
            </a:endParaRPr>
          </a:p>
          <a:p>
            <a:pPr marL="285750" indent="-285750" algn="l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de-DE" sz="1400" kern="0" dirty="0" err="1">
                <a:latin typeface="72 Brand" panose="020B0504030603020204" pitchFamily="34" charset="0"/>
                <a:ea typeface="Arial Unicode MS" pitchFamily="34" charset="-128"/>
                <a:cs typeface="Arial Unicode MS" pitchFamily="34" charset="-128"/>
              </a:rPr>
              <a:t>Stable</a:t>
            </a:r>
            <a:r>
              <a:rPr lang="de-DE" sz="1400" kern="0" dirty="0">
                <a:latin typeface="72 Brand" panose="020B0504030603020204" pitchFamily="34" charset="0"/>
                <a:ea typeface="Arial Unicode MS" pitchFamily="34" charset="-128"/>
                <a:cs typeface="Arial Unicode MS" pitchFamily="34" charset="-128"/>
              </a:rPr>
              <a:t> end </a:t>
            </a:r>
            <a:r>
              <a:rPr lang="de-DE" sz="1400" kern="0" dirty="0" err="1">
                <a:latin typeface="72 Brand" panose="020B0504030603020204" pitchFamily="34" charset="0"/>
                <a:ea typeface="Arial Unicode MS" pitchFamily="34" charset="-128"/>
                <a:cs typeface="Arial Unicode MS" pitchFamily="34" charset="-128"/>
              </a:rPr>
              <a:t>user</a:t>
            </a:r>
            <a:r>
              <a:rPr lang="de-DE" sz="1400" kern="0" dirty="0">
                <a:latin typeface="72 Brand" panose="020B0504030603020204" pitchFamily="34" charset="0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de-DE" sz="1400" kern="0" dirty="0" err="1">
                <a:latin typeface="72 Brand" panose="020B0504030603020204" pitchFamily="34" charset="0"/>
                <a:ea typeface="Arial Unicode MS" pitchFamily="34" charset="-128"/>
                <a:cs typeface="Arial Unicode MS" pitchFamily="34" charset="-128"/>
              </a:rPr>
              <a:t>wait</a:t>
            </a:r>
            <a:r>
              <a:rPr lang="de-DE" sz="1400" kern="0" dirty="0">
                <a:latin typeface="72 Brand" panose="020B0504030603020204" pitchFamily="34" charset="0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de-DE" sz="1400" kern="0" dirty="0" err="1">
                <a:latin typeface="72 Brand" panose="020B0504030603020204" pitchFamily="34" charset="0"/>
                <a:ea typeface="Arial Unicode MS" pitchFamily="34" charset="-128"/>
                <a:cs typeface="Arial Unicode MS" pitchFamily="34" charset="-128"/>
              </a:rPr>
              <a:t>times</a:t>
            </a:r>
            <a:endParaRPr lang="de-DE" sz="1400" kern="0" dirty="0">
              <a:latin typeface="72 Brand" panose="020B0504030603020204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24" name="Title"/>
          <p:cNvSpPr>
            <a:spLocks noGrp="1"/>
          </p:cNvSpPr>
          <p:nvPr>
            <p:ph type="title"/>
          </p:nvPr>
        </p:nvSpPr>
        <p:spPr bwMode="gray"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MDS Cube |</a:t>
            </a:r>
            <a:r>
              <a:rPr lang="en-US" dirty="0"/>
              <a:t> Customer Scenario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40726444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"/>
          <p:cNvSpPr>
            <a:spLocks noGrp="1"/>
          </p:cNvSpPr>
          <p:nvPr>
            <p:ph type="title"/>
          </p:nvPr>
        </p:nvSpPr>
        <p:spPr bwMode="gray"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MDS Cube |</a:t>
            </a:r>
            <a:r>
              <a:rPr lang="en-US" dirty="0"/>
              <a:t> Live Demo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01E04F-6056-D519-8214-081FCBB760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4000" y="1548000"/>
            <a:ext cx="11186477" cy="4787900"/>
          </a:xfrm>
        </p:spPr>
        <p:txBody>
          <a:bodyPr/>
          <a:lstStyle/>
          <a:p>
            <a:pPr lvl="0"/>
            <a:r>
              <a:rPr lang="en-GB" dirty="0"/>
              <a:t>MDS Cube </a:t>
            </a:r>
            <a:r>
              <a:rPr lang="en-GB" dirty="0" err="1"/>
              <a:t>modeling</a:t>
            </a:r>
            <a:endParaRPr lang="en-GB" dirty="0"/>
          </a:p>
          <a:p>
            <a:pPr lvl="0"/>
            <a:r>
              <a:rPr lang="en-GB" noProof="0" dirty="0"/>
              <a:t>MDS Cube loading (Reload)</a:t>
            </a:r>
            <a:endParaRPr lang="en-GB" dirty="0"/>
          </a:p>
          <a:p>
            <a:pPr lvl="0"/>
            <a:r>
              <a:rPr lang="en-GB" noProof="0" dirty="0"/>
              <a:t>MDS C</a:t>
            </a:r>
            <a:r>
              <a:rPr lang="en-GB" dirty="0"/>
              <a:t>ube monitoring (List)</a:t>
            </a:r>
          </a:p>
          <a:p>
            <a:pPr lvl="0"/>
            <a:r>
              <a:rPr lang="en-GB" noProof="0" dirty="0"/>
              <a:t>MDS Cube usage in SAC</a:t>
            </a:r>
            <a:endParaRPr lang="en-US" noProof="0" dirty="0"/>
          </a:p>
          <a:p>
            <a:endParaRPr lang="en-US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1275125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"/>
          <p:cNvSpPr>
            <a:spLocks noGrp="1"/>
          </p:cNvSpPr>
          <p:nvPr>
            <p:ph type="title"/>
          </p:nvPr>
        </p:nvSpPr>
        <p:spPr bwMode="gray"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MDS Cube |</a:t>
            </a:r>
            <a:r>
              <a:rPr lang="en-US" dirty="0"/>
              <a:t> State of Development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01E04F-6056-D519-8214-081FCBB760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4001" y="1548000"/>
            <a:ext cx="5439600" cy="4787900"/>
          </a:xfrm>
        </p:spPr>
        <p:txBody>
          <a:bodyPr/>
          <a:lstStyle/>
          <a:p>
            <a:pPr lvl="0"/>
            <a:r>
              <a:rPr lang="en-GB" noProof="0" dirty="0"/>
              <a:t>Available since HANA Cloud QRC 3/2023</a:t>
            </a:r>
          </a:p>
          <a:p>
            <a:pPr lvl="0"/>
            <a:r>
              <a:rPr lang="en-GB" dirty="0"/>
              <a:t>Co-Innovation and Early Adopter Care programs</a:t>
            </a:r>
          </a:p>
          <a:p>
            <a:pPr lvl="1"/>
            <a:r>
              <a:rPr lang="en-GB" dirty="0"/>
              <a:t>Collect early customer feedback</a:t>
            </a:r>
          </a:p>
          <a:p>
            <a:pPr lvl="0"/>
            <a:r>
              <a:rPr lang="en-GB" dirty="0"/>
              <a:t>Continuous extensions </a:t>
            </a:r>
            <a:r>
              <a:rPr lang="en-GB" sz="1600" dirty="0"/>
              <a:t>based on customer feedback</a:t>
            </a:r>
          </a:p>
          <a:p>
            <a:pPr lvl="1"/>
            <a:r>
              <a:rPr lang="en-GB" dirty="0"/>
              <a:t>Administration &amp; monitoring</a:t>
            </a:r>
          </a:p>
          <a:p>
            <a:pPr lvl="1"/>
            <a:r>
              <a:rPr lang="en-GB" dirty="0"/>
              <a:t>Lifecycle management</a:t>
            </a:r>
          </a:p>
          <a:p>
            <a:pPr lvl="1"/>
            <a:r>
              <a:rPr lang="en-GB" dirty="0"/>
              <a:t>Calculation View features </a:t>
            </a:r>
            <a:r>
              <a:rPr lang="en-GB" sz="1400" dirty="0"/>
              <a:t>(in development)</a:t>
            </a:r>
          </a:p>
          <a:p>
            <a:pPr lvl="2"/>
            <a:r>
              <a:rPr lang="en-GB" dirty="0"/>
              <a:t>Calculated &amp; Restricted Measures</a:t>
            </a:r>
          </a:p>
          <a:p>
            <a:pPr lvl="2"/>
            <a:r>
              <a:rPr lang="en-GB" dirty="0"/>
              <a:t>Input Parameters</a:t>
            </a:r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>
              <a:buNone/>
            </a:pPr>
            <a:endParaRPr lang="en-US" noProof="0" dirty="0"/>
          </a:p>
          <a:p>
            <a:endParaRPr lang="en-US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ABBCA2FB-D20D-EB60-CB6F-F73A9F8E5218}"/>
              </a:ext>
            </a:extLst>
          </p:cNvPr>
          <p:cNvSpPr txBox="1">
            <a:spLocks/>
          </p:cNvSpPr>
          <p:nvPr/>
        </p:nvSpPr>
        <p:spPr bwMode="black">
          <a:xfrm>
            <a:off x="6466030" y="1548000"/>
            <a:ext cx="5439600" cy="463511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1088558" rtl="0" eaLnBrk="1" latinLnBrk="0" hangingPunct="1">
              <a:spcBef>
                <a:spcPts val="1800"/>
              </a:spcBef>
              <a:buClrTx/>
              <a:buSzPct val="80000"/>
              <a:buFont typeface="72 Brand" panose="02000000000000000000" pitchFamily="2" charset="0"/>
              <a:buChar char="​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9964" indent="-179964" algn="l" defTabSz="1088558" rtl="0" eaLnBrk="1" latinLnBrk="0" hangingPunct="1">
              <a:spcBef>
                <a:spcPts val="6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79388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–"/>
              <a:defRPr lang="en-US" sz="18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892" indent="-179964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80000"/>
              <a:buFont typeface="Courier New" panose="02070309020205020404" pitchFamily="49" charset="0"/>
              <a:buChar char="o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856" indent="-179964" algn="l" defTabSz="1088558" rtl="0" eaLnBrk="1" latinLnBrk="0" hangingPunct="1">
              <a:spcBef>
                <a:spcPts val="100"/>
              </a:spcBef>
              <a:buClr>
                <a:schemeClr val="tx1"/>
              </a:buClr>
              <a:buSzPct val="100000"/>
              <a:buFont typeface="Symbol" panose="05050102010706020507" pitchFamily="18" charset="2"/>
              <a:buChar char="-"/>
              <a:defRPr sz="14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3535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37814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08209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2637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Supported Calculation View features</a:t>
            </a:r>
          </a:p>
          <a:p>
            <a:pPr lvl="1"/>
            <a:r>
              <a:rPr lang="en-GB" dirty="0"/>
              <a:t>Shared Dimensions (joins &amp; join types)</a:t>
            </a:r>
          </a:p>
          <a:p>
            <a:pPr lvl="1"/>
            <a:r>
              <a:rPr lang="en-GB" dirty="0"/>
              <a:t>Analytic Privileges</a:t>
            </a:r>
          </a:p>
          <a:p>
            <a:pPr lvl="1"/>
            <a:r>
              <a:rPr lang="en-GB" dirty="0"/>
              <a:t>Hierarchies</a:t>
            </a:r>
          </a:p>
          <a:p>
            <a:pPr lvl="1"/>
            <a:r>
              <a:rPr lang="en-GB" dirty="0"/>
              <a:t>Currency Conversion</a:t>
            </a:r>
          </a:p>
          <a:p>
            <a:pPr lvl="1"/>
            <a:r>
              <a:rPr lang="en-GB" dirty="0"/>
              <a:t>Unit Conversion </a:t>
            </a:r>
            <a:r>
              <a:rPr lang="en-GB" sz="1400" dirty="0"/>
              <a:t>(planned QRC 3/2025)</a:t>
            </a:r>
          </a:p>
          <a:p>
            <a:pPr lvl="1"/>
            <a:r>
              <a:rPr lang="en-GB" dirty="0"/>
              <a:t>Counters </a:t>
            </a:r>
            <a:r>
              <a:rPr lang="en-GB" sz="1400" dirty="0"/>
              <a:t>(planned QRC 3/2025)</a:t>
            </a:r>
          </a:p>
          <a:p>
            <a:r>
              <a:rPr lang="en-GB" dirty="0"/>
              <a:t>Suitable scenarios</a:t>
            </a:r>
          </a:p>
          <a:p>
            <a:pPr lvl="1"/>
            <a:r>
              <a:rPr lang="en-GB" dirty="0"/>
              <a:t>HANA models with expensive materializable calculations</a:t>
            </a:r>
          </a:p>
          <a:p>
            <a:pPr lvl="1"/>
            <a:r>
              <a:rPr lang="en-GB" dirty="0"/>
              <a:t>Remote data access (Virtual Tables)</a:t>
            </a:r>
          </a:p>
          <a:p>
            <a:pPr lvl="1"/>
            <a:r>
              <a:rPr lang="en-GB" dirty="0"/>
              <a:t>No requirement for </a:t>
            </a:r>
            <a:r>
              <a:rPr lang="en-GB" dirty="0" err="1"/>
              <a:t>realtime</a:t>
            </a:r>
            <a:r>
              <a:rPr lang="en-GB" dirty="0"/>
              <a:t> data</a:t>
            </a:r>
            <a:endParaRPr lang="en-US" dirty="0"/>
          </a:p>
          <a:p>
            <a:endParaRPr lang="en-US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5720752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"/>
          <p:cNvSpPr>
            <a:spLocks noGrp="1"/>
          </p:cNvSpPr>
          <p:nvPr>
            <p:ph type="title"/>
          </p:nvPr>
        </p:nvSpPr>
        <p:spPr bwMode="gray"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MDS Cube |</a:t>
            </a:r>
            <a:r>
              <a:rPr lang="en-US" dirty="0"/>
              <a:t> References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01E04F-6056-D519-8214-081FCBB760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4000" y="1548000"/>
            <a:ext cx="11186477" cy="4787900"/>
          </a:xfrm>
        </p:spPr>
        <p:txBody>
          <a:bodyPr/>
          <a:lstStyle/>
          <a:p>
            <a:r>
              <a:rPr lang="en-US" dirty="0"/>
              <a:t>SAP Community</a:t>
            </a:r>
          </a:p>
          <a:p>
            <a:pPr lvl="1"/>
            <a:r>
              <a:rPr lang="en-US" dirty="0">
                <a:hlinkClick r:id="rId4"/>
              </a:rPr>
              <a:t>Speeding Up Analytics Reporting with the SAP HANA Cloud - analytics accelerator</a:t>
            </a:r>
            <a:endParaRPr lang="en-US" dirty="0"/>
          </a:p>
          <a:p>
            <a:r>
              <a:rPr lang="en-US" dirty="0"/>
              <a:t>SAP HANA Cloud Administration Guide</a:t>
            </a:r>
          </a:p>
          <a:p>
            <a:pPr lvl="1"/>
            <a:r>
              <a:rPr lang="en-US" noProof="0" dirty="0">
                <a:hlinkClick r:id="rId5"/>
              </a:rPr>
              <a:t>Administration of MDS Cubes</a:t>
            </a:r>
            <a:endParaRPr lang="en-US" noProof="0" dirty="0"/>
          </a:p>
          <a:p>
            <a:pPr lvl="1"/>
            <a:r>
              <a:rPr lang="en-US" dirty="0">
                <a:hlinkClick r:id="rId6"/>
              </a:rPr>
              <a:t>API for Managing MDS Cubes</a:t>
            </a:r>
            <a:endParaRPr lang="en-US" dirty="0"/>
          </a:p>
          <a:p>
            <a:r>
              <a:rPr lang="en-US" noProof="0" dirty="0"/>
              <a:t>SAP HANA Cloud Modeling Guide</a:t>
            </a:r>
          </a:p>
          <a:p>
            <a:pPr lvl="1"/>
            <a:r>
              <a:rPr lang="en-US" dirty="0">
                <a:hlinkClick r:id="rId7"/>
              </a:rPr>
              <a:t>Define an MDS Cube Based on Elements in a Calculation View</a:t>
            </a:r>
            <a:endParaRPr lang="en-US" dirty="0"/>
          </a:p>
          <a:p>
            <a:r>
              <a:rPr lang="en-US" noProof="0" dirty="0"/>
              <a:t>Learning Journey “Develop Data Models with SAP HANA Cloud”</a:t>
            </a:r>
          </a:p>
          <a:p>
            <a:pPr lvl="1"/>
            <a:r>
              <a:rPr lang="en-US" dirty="0">
                <a:hlinkClick r:id="rId8"/>
              </a:rPr>
              <a:t>Defining MDS Cubes</a:t>
            </a:r>
            <a:endParaRPr lang="en-US" dirty="0"/>
          </a:p>
          <a:p>
            <a:pPr marL="0" lvl="1" indent="0">
              <a:buNone/>
            </a:pPr>
            <a:endParaRPr lang="en-US" noProof="0" dirty="0"/>
          </a:p>
          <a:p>
            <a:endParaRPr lang="en-US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2492079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AAF7117E-15CD-54C6-0889-3BD67DE0E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475" y="1539875"/>
            <a:ext cx="5413477" cy="846386"/>
          </a:xfrm>
        </p:spPr>
        <p:txBody>
          <a:bodyPr/>
          <a:lstStyle/>
          <a:p>
            <a:r>
              <a:rPr lang="en-US" dirty="0"/>
              <a:t>Thank you.</a:t>
            </a:r>
          </a:p>
        </p:txBody>
      </p:sp>
      <p:sp>
        <p:nvSpPr>
          <p:cNvPr id="3" name="Spaker name - Dynamic" descr="{&quot;templafy&quot;:{&quot;id&quot;:&quot;a7429de8-48e2-43f1-a105-7bf933c2d581&quot;}}">
            <a:extLst>
              <a:ext uri="{FF2B5EF4-FFF2-40B4-BE49-F238E27FC236}">
                <a16:creationId xmlns:a16="http://schemas.microsoft.com/office/drawing/2014/main" id="{F02EFDEC-1C58-4504-92E1-D8E4DBCFE8FE}"/>
              </a:ext>
            </a:extLst>
          </p:cNvPr>
          <p:cNvSpPr txBox="1"/>
          <p:nvPr/>
        </p:nvSpPr>
        <p:spPr>
          <a:xfrm>
            <a:off x="503238" y="3351716"/>
            <a:ext cx="5402236" cy="22314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l"/>
            <a:r>
              <a:rPr lang="en-US" sz="1400" dirty="0">
                <a:solidFill>
                  <a:schemeClr val="tx1"/>
                </a:solidFill>
                <a:latin typeface="72 Brand" panose="020B0504030603020204" pitchFamily="34" charset="0"/>
              </a:rPr>
              <a:t>Bastian Bremerich</a:t>
            </a:r>
          </a:p>
        </p:txBody>
      </p:sp>
      <p:sp>
        <p:nvSpPr>
          <p:cNvPr id="4" name="Spaker email - Dynamic" descr="{&quot;templafy&quot;:{&quot;id&quot;:&quot;2e179d0e-cce8-436f-a256-905a3651c8d5&quot;}}">
            <a:extLst>
              <a:ext uri="{FF2B5EF4-FFF2-40B4-BE49-F238E27FC236}">
                <a16:creationId xmlns:a16="http://schemas.microsoft.com/office/drawing/2014/main" id="{E8CBF4DD-15EB-47C8-94C8-492FB092CB97}"/>
              </a:ext>
            </a:extLst>
          </p:cNvPr>
          <p:cNvSpPr txBox="1"/>
          <p:nvPr/>
        </p:nvSpPr>
        <p:spPr>
          <a:xfrm>
            <a:off x="503238" y="3599248"/>
            <a:ext cx="5402236" cy="22314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l"/>
            <a:r>
              <a:rPr lang="en-US" sz="1400" dirty="0">
                <a:solidFill>
                  <a:schemeClr val="tx1"/>
                </a:solidFill>
                <a:latin typeface="72 Brand" panose="020B0504030603020204" pitchFamily="34" charset="0"/>
              </a:rPr>
              <a:t>bastian.bremerich@sap.com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40608721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genda"/>
          <p:cNvSpPr>
            <a:spLocks noGrp="1"/>
          </p:cNvSpPr>
          <p:nvPr>
            <p:ph type="title"/>
          </p:nvPr>
        </p:nvSpPr>
        <p:spPr bwMode="gray">
          <a:xfrm>
            <a:off x="504000" y="505381"/>
            <a:ext cx="11186476" cy="369332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Agenda items"/>
          <p:cNvSpPr>
            <a:spLocks noGrp="1"/>
          </p:cNvSpPr>
          <p:nvPr>
            <p:ph type="body" sz="quarter" idx="11"/>
          </p:nvPr>
        </p:nvSpPr>
        <p:spPr bwMode="gray">
          <a:xfrm>
            <a:off x="504000" y="1548000"/>
            <a:ext cx="11186477" cy="4787900"/>
          </a:xfrm>
        </p:spPr>
        <p:txBody>
          <a:bodyPr>
            <a:noAutofit/>
          </a:bodyPr>
          <a:lstStyle/>
          <a:p>
            <a:pPr marL="0" lvl="1" indent="0">
              <a:buNone/>
            </a:pPr>
            <a:r>
              <a:rPr lang="en-US" dirty="0"/>
              <a:t>Agenda item/divider headline</a:t>
            </a:r>
          </a:p>
          <a:p>
            <a:pPr lvl="1"/>
            <a:r>
              <a:rPr lang="en-US" dirty="0"/>
              <a:t>Details</a:t>
            </a:r>
          </a:p>
          <a:p>
            <a:r>
              <a:rPr lang="en-US" dirty="0"/>
              <a:t>Agenda item/divider headline</a:t>
            </a:r>
          </a:p>
          <a:p>
            <a:pPr lvl="1"/>
            <a:r>
              <a:rPr lang="en-US" dirty="0"/>
              <a:t>Details</a:t>
            </a:r>
          </a:p>
          <a:p>
            <a:r>
              <a:rPr lang="en-US" dirty="0"/>
              <a:t>Agenda item/divider headline</a:t>
            </a:r>
          </a:p>
          <a:p>
            <a:pPr lvl="1"/>
            <a:r>
              <a:rPr lang="en-US" dirty="0"/>
              <a:t>Details</a:t>
            </a:r>
          </a:p>
          <a:p>
            <a:r>
              <a:rPr lang="en-US" dirty="0"/>
              <a:t>Agenda item/divider headline</a:t>
            </a:r>
          </a:p>
          <a:p>
            <a:pPr lvl="1"/>
            <a:r>
              <a:rPr lang="en-US" dirty="0"/>
              <a:t>Details</a:t>
            </a:r>
          </a:p>
        </p:txBody>
      </p:sp>
    </p:spTree>
    <p:custDataLst>
      <p:custData r:id="rId1"/>
      <p:custData r:id="rId2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"/>
          <p:cNvSpPr>
            <a:spLocks noGrp="1"/>
          </p:cNvSpPr>
          <p:nvPr>
            <p:ph type="title"/>
          </p:nvPr>
        </p:nvSpPr>
        <p:spPr bwMode="gray"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dirty="0"/>
              <a:t>Insert page title (sentence case)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01E04F-6056-D519-8214-081FCBB760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4000" y="1548000"/>
            <a:ext cx="11186477" cy="4787900"/>
          </a:xfrm>
        </p:spPr>
        <p:txBody>
          <a:bodyPr/>
          <a:lstStyle/>
          <a:p>
            <a:pPr lvl="0"/>
            <a:r>
              <a:rPr lang="en-GB" dirty="0"/>
              <a:t>Start typing to add text without a bullet point. To add a bullet point, place the cursor at the start of this line and press tab.</a:t>
            </a:r>
            <a:endParaRPr lang="en-US" noProof="0" dirty="0"/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endParaRPr lang="en-US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289945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"/>
          <p:cNvSpPr>
            <a:spLocks noGrp="1"/>
          </p:cNvSpPr>
          <p:nvPr>
            <p:ph type="title"/>
          </p:nvPr>
        </p:nvSpPr>
        <p:spPr bwMode="gray"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dirty="0"/>
              <a:t>Insert page title (sentence case)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01E04F-6056-D519-8214-081FCBB760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4000" y="1548000"/>
            <a:ext cx="11186477" cy="4787900"/>
          </a:xfrm>
        </p:spPr>
        <p:txBody>
          <a:bodyPr/>
          <a:lstStyle/>
          <a:p>
            <a:pPr lvl="0"/>
            <a:r>
              <a:rPr lang="en-GB" dirty="0"/>
              <a:t>Start typing to add text without a bullet point. To add a bullet point, place the cursor at the start of this line and press tab.</a:t>
            </a:r>
            <a:endParaRPr lang="en-US" noProof="0" dirty="0"/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endParaRPr lang="en-US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68841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470436C-FF6D-F5EE-1C5B-A142E4D5C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Color palette</a:t>
            </a:r>
          </a:p>
        </p:txBody>
      </p:sp>
      <p:sp>
        <p:nvSpPr>
          <p:cNvPr id="64" name="Freeform 63">
            <a:extLst>
              <a:ext uri="{FF2B5EF4-FFF2-40B4-BE49-F238E27FC236}">
                <a16:creationId xmlns:a16="http://schemas.microsoft.com/office/drawing/2014/main" id="{95F3BE47-8963-B4E2-402E-4FAF4A23D048}"/>
              </a:ext>
            </a:extLst>
          </p:cNvPr>
          <p:cNvSpPr/>
          <p:nvPr/>
        </p:nvSpPr>
        <p:spPr>
          <a:xfrm>
            <a:off x="484061" y="1123549"/>
            <a:ext cx="1600916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D1EF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000000"/>
                </a:solidFill>
                <a:latin typeface="72 Brand"/>
              </a:rPr>
              <a:t>Blue 2</a:t>
            </a:r>
            <a:br>
              <a:rPr lang="en-US" sz="1200" dirty="0">
                <a:solidFill>
                  <a:srgbClr val="000000"/>
                </a:solidFill>
                <a:latin typeface="72 Brand"/>
              </a:rPr>
            </a:br>
            <a:r>
              <a:rPr lang="en-US" sz="1200" dirty="0">
                <a:solidFill>
                  <a:srgbClr val="000000"/>
                </a:solidFill>
                <a:latin typeface="72 Brand"/>
              </a:rPr>
              <a:t>#D1EFFF</a:t>
            </a:r>
          </a:p>
        </p:txBody>
      </p:sp>
      <p:sp>
        <p:nvSpPr>
          <p:cNvPr id="71" name="Freeform 70">
            <a:extLst>
              <a:ext uri="{FF2B5EF4-FFF2-40B4-BE49-F238E27FC236}">
                <a16:creationId xmlns:a16="http://schemas.microsoft.com/office/drawing/2014/main" id="{2BE3552B-09F3-571A-0F5F-DDA52E22BAA0}"/>
              </a:ext>
            </a:extLst>
          </p:cNvPr>
          <p:cNvSpPr/>
          <p:nvPr/>
        </p:nvSpPr>
        <p:spPr>
          <a:xfrm>
            <a:off x="2405161" y="1123549"/>
            <a:ext cx="1600916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000000"/>
                </a:solidFill>
                <a:latin typeface="72 Brand"/>
              </a:rPr>
              <a:t>Blue 4</a:t>
            </a:r>
            <a:br>
              <a:rPr lang="en-US" sz="1200" dirty="0">
                <a:solidFill>
                  <a:srgbClr val="000000"/>
                </a:solidFill>
                <a:latin typeface="72 Brand"/>
              </a:rPr>
            </a:br>
            <a:r>
              <a:rPr lang="en-US" sz="1200" dirty="0">
                <a:solidFill>
                  <a:srgbClr val="000000"/>
                </a:solidFill>
                <a:latin typeface="72 Brand"/>
              </a:rPr>
              <a:t>#89D1FF</a:t>
            </a:r>
          </a:p>
        </p:txBody>
      </p:sp>
      <p:sp>
        <p:nvSpPr>
          <p:cNvPr id="70" name="Freeform 69">
            <a:extLst>
              <a:ext uri="{FF2B5EF4-FFF2-40B4-BE49-F238E27FC236}">
                <a16:creationId xmlns:a16="http://schemas.microsoft.com/office/drawing/2014/main" id="{9D3E74FF-EC01-4FBC-3043-0434E00425E3}"/>
              </a:ext>
            </a:extLst>
          </p:cNvPr>
          <p:cNvSpPr/>
          <p:nvPr/>
        </p:nvSpPr>
        <p:spPr>
          <a:xfrm>
            <a:off x="4326262" y="1123549"/>
            <a:ext cx="1600916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tx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latin typeface="72 Brand"/>
              </a:rPr>
              <a:t>Blue 6</a:t>
            </a:r>
            <a:br>
              <a:rPr lang="en-US" sz="1200" dirty="0">
                <a:latin typeface="72 Brand"/>
              </a:rPr>
            </a:br>
            <a:r>
              <a:rPr lang="en-US" sz="1200" dirty="0">
                <a:latin typeface="72 Brand"/>
              </a:rPr>
              <a:t>#1B90FF</a:t>
            </a:r>
          </a:p>
        </p:txBody>
      </p:sp>
      <p:sp>
        <p:nvSpPr>
          <p:cNvPr id="69" name="Freeform 68">
            <a:extLst>
              <a:ext uri="{FF2B5EF4-FFF2-40B4-BE49-F238E27FC236}">
                <a16:creationId xmlns:a16="http://schemas.microsoft.com/office/drawing/2014/main" id="{A1977445-2CF2-7F25-34AE-3173C5F3DEAB}"/>
              </a:ext>
            </a:extLst>
          </p:cNvPr>
          <p:cNvSpPr/>
          <p:nvPr/>
        </p:nvSpPr>
        <p:spPr>
          <a:xfrm>
            <a:off x="6247361" y="1123549"/>
            <a:ext cx="1600916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070F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Blue 7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#0070F2</a:t>
            </a:r>
          </a:p>
        </p:txBody>
      </p:sp>
      <p:sp>
        <p:nvSpPr>
          <p:cNvPr id="68" name="Freeform 67">
            <a:extLst>
              <a:ext uri="{FF2B5EF4-FFF2-40B4-BE49-F238E27FC236}">
                <a16:creationId xmlns:a16="http://schemas.microsoft.com/office/drawing/2014/main" id="{5D5C4D83-F1C9-7F21-E9C3-E7AF84629AD1}"/>
              </a:ext>
            </a:extLst>
          </p:cNvPr>
          <p:cNvSpPr/>
          <p:nvPr/>
        </p:nvSpPr>
        <p:spPr>
          <a:xfrm>
            <a:off x="8168462" y="1123549"/>
            <a:ext cx="1600916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02A86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Blue 10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#002A86</a:t>
            </a:r>
          </a:p>
        </p:txBody>
      </p:sp>
      <p:sp>
        <p:nvSpPr>
          <p:cNvPr id="67" name="Freeform 66">
            <a:extLst>
              <a:ext uri="{FF2B5EF4-FFF2-40B4-BE49-F238E27FC236}">
                <a16:creationId xmlns:a16="http://schemas.microsoft.com/office/drawing/2014/main" id="{109E4E71-C0C6-3738-E4CC-A758A6902E1F}"/>
              </a:ext>
            </a:extLst>
          </p:cNvPr>
          <p:cNvSpPr/>
          <p:nvPr/>
        </p:nvSpPr>
        <p:spPr>
          <a:xfrm>
            <a:off x="10089563" y="1123549"/>
            <a:ext cx="1600916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0144A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Blue 11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#00144A</a:t>
            </a:r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53978A37-11F0-F529-E396-060FEAFC7A4F}"/>
              </a:ext>
            </a:extLst>
          </p:cNvPr>
          <p:cNvSpPr/>
          <p:nvPr/>
        </p:nvSpPr>
        <p:spPr>
          <a:xfrm>
            <a:off x="484061" y="1718187"/>
            <a:ext cx="1600916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EAECE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000000"/>
                </a:solidFill>
                <a:latin typeface="72 Brand"/>
              </a:rPr>
              <a:t>Grey 2</a:t>
            </a:r>
            <a:br>
              <a:rPr lang="en-US" sz="1200" dirty="0">
                <a:solidFill>
                  <a:srgbClr val="000000"/>
                </a:solidFill>
                <a:latin typeface="72 Brand"/>
              </a:rPr>
            </a:br>
            <a:r>
              <a:rPr lang="en-US" sz="1200" dirty="0">
                <a:solidFill>
                  <a:srgbClr val="000000"/>
                </a:solidFill>
                <a:latin typeface="72 Brand"/>
              </a:rPr>
              <a:t>#EAECEE</a:t>
            </a:r>
          </a:p>
        </p:txBody>
      </p:sp>
      <p:sp>
        <p:nvSpPr>
          <p:cNvPr id="63" name="Freeform 62">
            <a:extLst>
              <a:ext uri="{FF2B5EF4-FFF2-40B4-BE49-F238E27FC236}">
                <a16:creationId xmlns:a16="http://schemas.microsoft.com/office/drawing/2014/main" id="{5D5ACC71-ECB2-19C4-2078-244AD3414A33}"/>
              </a:ext>
            </a:extLst>
          </p:cNvPr>
          <p:cNvSpPr/>
          <p:nvPr/>
        </p:nvSpPr>
        <p:spPr>
          <a:xfrm>
            <a:off x="2405161" y="1718187"/>
            <a:ext cx="1600916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A9B4B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000000"/>
                </a:solidFill>
                <a:latin typeface="72 Brand"/>
              </a:rPr>
              <a:t>Grey 4</a:t>
            </a:r>
            <a:br>
              <a:rPr lang="en-US" sz="1200" dirty="0">
                <a:solidFill>
                  <a:srgbClr val="000000"/>
                </a:solidFill>
                <a:latin typeface="72 Brand"/>
              </a:rPr>
            </a:br>
            <a:r>
              <a:rPr lang="en-US" sz="1200" dirty="0">
                <a:solidFill>
                  <a:srgbClr val="000000"/>
                </a:solidFill>
                <a:latin typeface="72 Brand"/>
              </a:rPr>
              <a:t>#A9B4BE</a:t>
            </a:r>
          </a:p>
        </p:txBody>
      </p:sp>
      <p:sp>
        <p:nvSpPr>
          <p:cNvPr id="62" name="Freeform 61">
            <a:extLst>
              <a:ext uri="{FF2B5EF4-FFF2-40B4-BE49-F238E27FC236}">
                <a16:creationId xmlns:a16="http://schemas.microsoft.com/office/drawing/2014/main" id="{AB14B589-7ECB-D356-BF08-3A6DACECA98C}"/>
              </a:ext>
            </a:extLst>
          </p:cNvPr>
          <p:cNvSpPr/>
          <p:nvPr/>
        </p:nvSpPr>
        <p:spPr>
          <a:xfrm>
            <a:off x="4326262" y="1718187"/>
            <a:ext cx="1600916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5B738B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Grey 6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#5B738B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76D3C1B2-EF54-BE71-875C-8F1C1DD3F180}"/>
              </a:ext>
            </a:extLst>
          </p:cNvPr>
          <p:cNvSpPr/>
          <p:nvPr/>
        </p:nvSpPr>
        <p:spPr>
          <a:xfrm>
            <a:off x="6247361" y="1718187"/>
            <a:ext cx="1600916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475E75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Grey 7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#475E75</a:t>
            </a: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2C5AB524-7561-C956-79E3-8E80998EED2D}"/>
              </a:ext>
            </a:extLst>
          </p:cNvPr>
          <p:cNvSpPr/>
          <p:nvPr/>
        </p:nvSpPr>
        <p:spPr>
          <a:xfrm>
            <a:off x="8168462" y="1718187"/>
            <a:ext cx="1600916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1A273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Grey 10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#1A2733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3E5D84C3-8EEC-3292-F62C-ACCB304F6F10}"/>
              </a:ext>
            </a:extLst>
          </p:cNvPr>
          <p:cNvSpPr/>
          <p:nvPr/>
        </p:nvSpPr>
        <p:spPr>
          <a:xfrm>
            <a:off x="10089563" y="1718187"/>
            <a:ext cx="1600916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12171C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Grey 11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#12171C</a:t>
            </a:r>
          </a:p>
        </p:txBody>
      </p:sp>
      <p:sp>
        <p:nvSpPr>
          <p:cNvPr id="72" name="Freeform 71">
            <a:extLst>
              <a:ext uri="{FF2B5EF4-FFF2-40B4-BE49-F238E27FC236}">
                <a16:creationId xmlns:a16="http://schemas.microsoft.com/office/drawing/2014/main" id="{6D12C8AE-A35B-A89D-7BA0-CC5B772F6D9A}"/>
              </a:ext>
            </a:extLst>
          </p:cNvPr>
          <p:cNvSpPr/>
          <p:nvPr/>
        </p:nvSpPr>
        <p:spPr>
          <a:xfrm>
            <a:off x="484061" y="2312825"/>
            <a:ext cx="1600916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C2FCE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000000"/>
                </a:solidFill>
                <a:latin typeface="72 Brand"/>
              </a:rPr>
              <a:t>Teal 2</a:t>
            </a:r>
            <a:br>
              <a:rPr lang="en-US" sz="1200" dirty="0">
                <a:solidFill>
                  <a:srgbClr val="000000"/>
                </a:solidFill>
                <a:latin typeface="72 Brand"/>
              </a:rPr>
            </a:br>
            <a:r>
              <a:rPr lang="en-US" sz="1200" dirty="0">
                <a:solidFill>
                  <a:srgbClr val="000000"/>
                </a:solidFill>
                <a:latin typeface="72 Brand"/>
              </a:rPr>
              <a:t>#C2FCEE</a:t>
            </a:r>
          </a:p>
        </p:txBody>
      </p:sp>
      <p:sp>
        <p:nvSpPr>
          <p:cNvPr id="77" name="Freeform 76">
            <a:extLst>
              <a:ext uri="{FF2B5EF4-FFF2-40B4-BE49-F238E27FC236}">
                <a16:creationId xmlns:a16="http://schemas.microsoft.com/office/drawing/2014/main" id="{56C696F7-5959-AB9A-9D26-B4DA729AB91E}"/>
              </a:ext>
            </a:extLst>
          </p:cNvPr>
          <p:cNvSpPr/>
          <p:nvPr/>
        </p:nvSpPr>
        <p:spPr>
          <a:xfrm>
            <a:off x="2405161" y="2312825"/>
            <a:ext cx="1600916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2CE0B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000000"/>
                </a:solidFill>
                <a:latin typeface="72 Brand"/>
              </a:rPr>
              <a:t>Teal 4</a:t>
            </a:r>
            <a:br>
              <a:rPr lang="en-US" sz="1200" dirty="0">
                <a:solidFill>
                  <a:srgbClr val="000000"/>
                </a:solidFill>
                <a:latin typeface="72 Brand"/>
              </a:rPr>
            </a:br>
            <a:r>
              <a:rPr lang="en-US" sz="1200" dirty="0">
                <a:solidFill>
                  <a:srgbClr val="000000"/>
                </a:solidFill>
                <a:latin typeface="72 Brand"/>
              </a:rPr>
              <a:t>#2CE0BF</a:t>
            </a:r>
          </a:p>
        </p:txBody>
      </p:sp>
      <p:sp>
        <p:nvSpPr>
          <p:cNvPr id="76" name="Freeform 75">
            <a:extLst>
              <a:ext uri="{FF2B5EF4-FFF2-40B4-BE49-F238E27FC236}">
                <a16:creationId xmlns:a16="http://schemas.microsoft.com/office/drawing/2014/main" id="{29FDCECE-AB2E-9CAA-4AFA-6CBCF9991770}"/>
              </a:ext>
            </a:extLst>
          </p:cNvPr>
          <p:cNvSpPr/>
          <p:nvPr/>
        </p:nvSpPr>
        <p:spPr>
          <a:xfrm>
            <a:off x="4326262" y="2312825"/>
            <a:ext cx="1600916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accent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latin typeface="72 Brand"/>
              </a:rPr>
              <a:t>Teal 6</a:t>
            </a:r>
            <a:br>
              <a:rPr lang="en-US" sz="1200" dirty="0">
                <a:latin typeface="72 Brand"/>
              </a:rPr>
            </a:br>
            <a:r>
              <a:rPr lang="en-US" sz="1200" dirty="0">
                <a:latin typeface="72 Brand"/>
              </a:rPr>
              <a:t>#049F9A</a:t>
            </a:r>
          </a:p>
        </p:txBody>
      </p:sp>
      <p:sp>
        <p:nvSpPr>
          <p:cNvPr id="75" name="Freeform 74">
            <a:extLst>
              <a:ext uri="{FF2B5EF4-FFF2-40B4-BE49-F238E27FC236}">
                <a16:creationId xmlns:a16="http://schemas.microsoft.com/office/drawing/2014/main" id="{40AE4561-4DEB-EA00-9FF6-C1A66E7DDBC2}"/>
              </a:ext>
            </a:extLst>
          </p:cNvPr>
          <p:cNvSpPr/>
          <p:nvPr/>
        </p:nvSpPr>
        <p:spPr>
          <a:xfrm>
            <a:off x="6247361" y="2312825"/>
            <a:ext cx="1600916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7838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Teal 7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#07838F</a:t>
            </a:r>
          </a:p>
        </p:txBody>
      </p:sp>
      <p:sp>
        <p:nvSpPr>
          <p:cNvPr id="74" name="Freeform 73">
            <a:extLst>
              <a:ext uri="{FF2B5EF4-FFF2-40B4-BE49-F238E27FC236}">
                <a16:creationId xmlns:a16="http://schemas.microsoft.com/office/drawing/2014/main" id="{7D0E97A9-22B7-E486-031A-5A41E56BE93C}"/>
              </a:ext>
            </a:extLst>
          </p:cNvPr>
          <p:cNvSpPr/>
          <p:nvPr/>
        </p:nvSpPr>
        <p:spPr>
          <a:xfrm>
            <a:off x="8168462" y="2312825"/>
            <a:ext cx="1600916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2414C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Teal 10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#02414C</a:t>
            </a:r>
          </a:p>
        </p:txBody>
      </p:sp>
      <p:sp>
        <p:nvSpPr>
          <p:cNvPr id="73" name="Freeform 72">
            <a:extLst>
              <a:ext uri="{FF2B5EF4-FFF2-40B4-BE49-F238E27FC236}">
                <a16:creationId xmlns:a16="http://schemas.microsoft.com/office/drawing/2014/main" id="{42716BEC-FD81-A5D3-943A-031874297E45}"/>
              </a:ext>
            </a:extLst>
          </p:cNvPr>
          <p:cNvSpPr/>
          <p:nvPr/>
        </p:nvSpPr>
        <p:spPr>
          <a:xfrm>
            <a:off x="10089563" y="2312825"/>
            <a:ext cx="1600916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1293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Teal 11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#012931</a:t>
            </a:r>
          </a:p>
        </p:txBody>
      </p:sp>
      <p:sp>
        <p:nvSpPr>
          <p:cNvPr id="78" name="Freeform 77">
            <a:extLst>
              <a:ext uri="{FF2B5EF4-FFF2-40B4-BE49-F238E27FC236}">
                <a16:creationId xmlns:a16="http://schemas.microsoft.com/office/drawing/2014/main" id="{77870BD3-C07E-916B-CC0A-BCFA3EC912B5}"/>
              </a:ext>
            </a:extLst>
          </p:cNvPr>
          <p:cNvSpPr/>
          <p:nvPr/>
        </p:nvSpPr>
        <p:spPr>
          <a:xfrm>
            <a:off x="484061" y="2907463"/>
            <a:ext cx="1600916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EBF5CB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000000"/>
                </a:solidFill>
                <a:latin typeface="72 Brand"/>
              </a:rPr>
              <a:t>Green 2</a:t>
            </a:r>
            <a:br>
              <a:rPr lang="en-US" sz="1200" dirty="0">
                <a:solidFill>
                  <a:srgbClr val="000000"/>
                </a:solidFill>
                <a:latin typeface="72 Brand"/>
              </a:rPr>
            </a:br>
            <a:r>
              <a:rPr lang="en-US" sz="1200" dirty="0">
                <a:solidFill>
                  <a:srgbClr val="000000"/>
                </a:solidFill>
                <a:latin typeface="72 Brand"/>
              </a:rPr>
              <a:t>#EBF5CB</a:t>
            </a:r>
          </a:p>
        </p:txBody>
      </p:sp>
      <p:sp>
        <p:nvSpPr>
          <p:cNvPr id="83" name="Freeform 82">
            <a:extLst>
              <a:ext uri="{FF2B5EF4-FFF2-40B4-BE49-F238E27FC236}">
                <a16:creationId xmlns:a16="http://schemas.microsoft.com/office/drawing/2014/main" id="{42A3F02E-7086-187B-F293-F53D9925D2F0}"/>
              </a:ext>
            </a:extLst>
          </p:cNvPr>
          <p:cNvSpPr/>
          <p:nvPr/>
        </p:nvSpPr>
        <p:spPr>
          <a:xfrm>
            <a:off x="2405161" y="2907463"/>
            <a:ext cx="1600916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97DD4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000000"/>
                </a:solidFill>
                <a:latin typeface="72 Brand"/>
              </a:rPr>
              <a:t>Green 4</a:t>
            </a:r>
            <a:br>
              <a:rPr lang="en-US" sz="1200" dirty="0">
                <a:solidFill>
                  <a:srgbClr val="000000"/>
                </a:solidFill>
                <a:latin typeface="72 Brand"/>
              </a:rPr>
            </a:br>
            <a:r>
              <a:rPr lang="en-US" sz="1200" dirty="0">
                <a:solidFill>
                  <a:srgbClr val="000000"/>
                </a:solidFill>
                <a:latin typeface="72 Brand"/>
              </a:rPr>
              <a:t>#97DD40</a:t>
            </a:r>
          </a:p>
        </p:txBody>
      </p:sp>
      <p:sp>
        <p:nvSpPr>
          <p:cNvPr id="82" name="Freeform 81">
            <a:extLst>
              <a:ext uri="{FF2B5EF4-FFF2-40B4-BE49-F238E27FC236}">
                <a16:creationId xmlns:a16="http://schemas.microsoft.com/office/drawing/2014/main" id="{060B285A-86AC-09BD-5C47-BC06EA39DF11}"/>
              </a:ext>
            </a:extLst>
          </p:cNvPr>
          <p:cNvSpPr/>
          <p:nvPr/>
        </p:nvSpPr>
        <p:spPr>
          <a:xfrm>
            <a:off x="4326262" y="2907463"/>
            <a:ext cx="1600916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accent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latin typeface="72 Brand"/>
              </a:rPr>
              <a:t>Green 6</a:t>
            </a:r>
            <a:br>
              <a:rPr lang="en-US" sz="1200" dirty="0">
                <a:latin typeface="72 Brand"/>
              </a:rPr>
            </a:br>
            <a:r>
              <a:rPr lang="en-US" sz="1200" dirty="0">
                <a:latin typeface="72 Brand"/>
              </a:rPr>
              <a:t>#36A41D</a:t>
            </a:r>
          </a:p>
        </p:txBody>
      </p:sp>
      <p:sp>
        <p:nvSpPr>
          <p:cNvPr id="81" name="Freeform 80">
            <a:extLst>
              <a:ext uri="{FF2B5EF4-FFF2-40B4-BE49-F238E27FC236}">
                <a16:creationId xmlns:a16="http://schemas.microsoft.com/office/drawing/2014/main" id="{27B92326-BF35-DE9E-583D-0C0CBD49FA83}"/>
              </a:ext>
            </a:extLst>
          </p:cNvPr>
          <p:cNvSpPr/>
          <p:nvPr/>
        </p:nvSpPr>
        <p:spPr>
          <a:xfrm>
            <a:off x="6247361" y="2907463"/>
            <a:ext cx="1600916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18891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Green 7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#188918</a:t>
            </a:r>
          </a:p>
        </p:txBody>
      </p:sp>
      <p:sp>
        <p:nvSpPr>
          <p:cNvPr id="80" name="Freeform 79">
            <a:extLst>
              <a:ext uri="{FF2B5EF4-FFF2-40B4-BE49-F238E27FC236}">
                <a16:creationId xmlns:a16="http://schemas.microsoft.com/office/drawing/2014/main" id="{BD29191A-6759-BBA2-300A-0B090322D865}"/>
              </a:ext>
            </a:extLst>
          </p:cNvPr>
          <p:cNvSpPr/>
          <p:nvPr/>
        </p:nvSpPr>
        <p:spPr>
          <a:xfrm>
            <a:off x="8168462" y="2907463"/>
            <a:ext cx="1600916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16432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Green 10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#164323</a:t>
            </a:r>
          </a:p>
        </p:txBody>
      </p:sp>
      <p:sp>
        <p:nvSpPr>
          <p:cNvPr id="79" name="Freeform 78">
            <a:extLst>
              <a:ext uri="{FF2B5EF4-FFF2-40B4-BE49-F238E27FC236}">
                <a16:creationId xmlns:a16="http://schemas.microsoft.com/office/drawing/2014/main" id="{71F6A0E0-5A21-B07F-A738-AE31256A4EED}"/>
              </a:ext>
            </a:extLst>
          </p:cNvPr>
          <p:cNvSpPr/>
          <p:nvPr/>
        </p:nvSpPr>
        <p:spPr>
          <a:xfrm>
            <a:off x="10089563" y="2907463"/>
            <a:ext cx="1600916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E2B16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Green 11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#0E2B16</a:t>
            </a:r>
          </a:p>
        </p:txBody>
      </p:sp>
      <p:sp>
        <p:nvSpPr>
          <p:cNvPr id="84" name="Freeform 83">
            <a:extLst>
              <a:ext uri="{FF2B5EF4-FFF2-40B4-BE49-F238E27FC236}">
                <a16:creationId xmlns:a16="http://schemas.microsoft.com/office/drawing/2014/main" id="{7B9BEA55-52FD-B2BC-C54B-6CD08B334774}"/>
              </a:ext>
            </a:extLst>
          </p:cNvPr>
          <p:cNvSpPr/>
          <p:nvPr/>
        </p:nvSpPr>
        <p:spPr>
          <a:xfrm>
            <a:off x="484061" y="3502101"/>
            <a:ext cx="1600916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F3B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000000"/>
                </a:solidFill>
                <a:latin typeface="72 Brand"/>
              </a:rPr>
              <a:t>Mango 2</a:t>
            </a:r>
            <a:br>
              <a:rPr lang="en-US" sz="1200" dirty="0">
                <a:solidFill>
                  <a:srgbClr val="000000"/>
                </a:solidFill>
                <a:latin typeface="72 Brand"/>
              </a:rPr>
            </a:br>
            <a:r>
              <a:rPr lang="en-US" sz="1200" dirty="0">
                <a:solidFill>
                  <a:srgbClr val="000000"/>
                </a:solidFill>
                <a:latin typeface="72 Brand"/>
              </a:rPr>
              <a:t>#FFF3B8</a:t>
            </a:r>
          </a:p>
        </p:txBody>
      </p:sp>
      <p:sp>
        <p:nvSpPr>
          <p:cNvPr id="89" name="Freeform 88">
            <a:extLst>
              <a:ext uri="{FF2B5EF4-FFF2-40B4-BE49-F238E27FC236}">
                <a16:creationId xmlns:a16="http://schemas.microsoft.com/office/drawing/2014/main" id="{0CCAAF7B-B50F-9148-953E-621B19F3F3BE}"/>
              </a:ext>
            </a:extLst>
          </p:cNvPr>
          <p:cNvSpPr/>
          <p:nvPr/>
        </p:nvSpPr>
        <p:spPr>
          <a:xfrm>
            <a:off x="2405161" y="3502101"/>
            <a:ext cx="1600916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C93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000000"/>
                </a:solidFill>
                <a:latin typeface="72 Brand"/>
              </a:rPr>
              <a:t>Mango 4</a:t>
            </a:r>
            <a:br>
              <a:rPr lang="en-US" sz="1200" dirty="0">
                <a:solidFill>
                  <a:srgbClr val="000000"/>
                </a:solidFill>
                <a:latin typeface="72 Brand"/>
              </a:rPr>
            </a:br>
            <a:r>
              <a:rPr lang="en-US" sz="1200" dirty="0">
                <a:solidFill>
                  <a:srgbClr val="000000"/>
                </a:solidFill>
                <a:latin typeface="72 Brand"/>
              </a:rPr>
              <a:t>#FFC933</a:t>
            </a:r>
          </a:p>
        </p:txBody>
      </p:sp>
      <p:sp>
        <p:nvSpPr>
          <p:cNvPr id="88" name="Freeform 87">
            <a:extLst>
              <a:ext uri="{FF2B5EF4-FFF2-40B4-BE49-F238E27FC236}">
                <a16:creationId xmlns:a16="http://schemas.microsoft.com/office/drawing/2014/main" id="{7CB9160A-DE26-6FC3-2A8A-42463B28D574}"/>
              </a:ext>
            </a:extLst>
          </p:cNvPr>
          <p:cNvSpPr/>
          <p:nvPr/>
        </p:nvSpPr>
        <p:spPr>
          <a:xfrm>
            <a:off x="4326262" y="3502101"/>
            <a:ext cx="1600916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latin typeface="72 Brand"/>
              </a:rPr>
              <a:t>Mango 6</a:t>
            </a:r>
            <a:br>
              <a:rPr lang="en-US" sz="1200" dirty="0">
                <a:latin typeface="72 Brand"/>
              </a:rPr>
            </a:br>
            <a:r>
              <a:rPr lang="en-US" sz="1200" dirty="0">
                <a:latin typeface="72 Brand"/>
              </a:rPr>
              <a:t>#E76500</a:t>
            </a:r>
          </a:p>
        </p:txBody>
      </p:sp>
      <p:sp>
        <p:nvSpPr>
          <p:cNvPr id="87" name="Freeform 86">
            <a:extLst>
              <a:ext uri="{FF2B5EF4-FFF2-40B4-BE49-F238E27FC236}">
                <a16:creationId xmlns:a16="http://schemas.microsoft.com/office/drawing/2014/main" id="{78857090-DCDF-4D43-951C-77339FC8C186}"/>
              </a:ext>
            </a:extLst>
          </p:cNvPr>
          <p:cNvSpPr/>
          <p:nvPr/>
        </p:nvSpPr>
        <p:spPr>
          <a:xfrm>
            <a:off x="6247361" y="3502101"/>
            <a:ext cx="1600916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C355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Mango 7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#C35500</a:t>
            </a:r>
          </a:p>
        </p:txBody>
      </p:sp>
      <p:sp>
        <p:nvSpPr>
          <p:cNvPr id="86" name="Freeform 85">
            <a:extLst>
              <a:ext uri="{FF2B5EF4-FFF2-40B4-BE49-F238E27FC236}">
                <a16:creationId xmlns:a16="http://schemas.microsoft.com/office/drawing/2014/main" id="{8DDE30C3-66EC-5E98-FB2F-029D7C8E8482}"/>
              </a:ext>
            </a:extLst>
          </p:cNvPr>
          <p:cNvSpPr/>
          <p:nvPr/>
        </p:nvSpPr>
        <p:spPr>
          <a:xfrm>
            <a:off x="8168462" y="3502101"/>
            <a:ext cx="1600916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6D19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Mango 10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#6D1900</a:t>
            </a:r>
          </a:p>
        </p:txBody>
      </p:sp>
      <p:sp>
        <p:nvSpPr>
          <p:cNvPr id="85" name="Freeform 84">
            <a:extLst>
              <a:ext uri="{FF2B5EF4-FFF2-40B4-BE49-F238E27FC236}">
                <a16:creationId xmlns:a16="http://schemas.microsoft.com/office/drawing/2014/main" id="{3EA68A8E-E2E1-26E0-B005-8BB6E853150A}"/>
              </a:ext>
            </a:extLst>
          </p:cNvPr>
          <p:cNvSpPr/>
          <p:nvPr/>
        </p:nvSpPr>
        <p:spPr>
          <a:xfrm>
            <a:off x="10089563" y="3502101"/>
            <a:ext cx="1600916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450B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Mango 11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#450B00</a:t>
            </a:r>
          </a:p>
        </p:txBody>
      </p:sp>
      <p:sp>
        <p:nvSpPr>
          <p:cNvPr id="90" name="Freeform 89">
            <a:extLst>
              <a:ext uri="{FF2B5EF4-FFF2-40B4-BE49-F238E27FC236}">
                <a16:creationId xmlns:a16="http://schemas.microsoft.com/office/drawing/2014/main" id="{9951F017-2E3F-8BE8-4781-75949E1B09F3}"/>
              </a:ext>
            </a:extLst>
          </p:cNvPr>
          <p:cNvSpPr/>
          <p:nvPr/>
        </p:nvSpPr>
        <p:spPr>
          <a:xfrm>
            <a:off x="484061" y="4096739"/>
            <a:ext cx="1600916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D5EA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000000"/>
                </a:solidFill>
                <a:latin typeface="72 Brand"/>
              </a:rPr>
              <a:t>Red 2</a:t>
            </a:r>
            <a:br>
              <a:rPr lang="en-US" sz="1200" dirty="0">
                <a:solidFill>
                  <a:srgbClr val="000000"/>
                </a:solidFill>
                <a:latin typeface="72 Brand"/>
              </a:rPr>
            </a:br>
            <a:r>
              <a:rPr lang="en-US" sz="1200" dirty="0">
                <a:solidFill>
                  <a:srgbClr val="000000"/>
                </a:solidFill>
                <a:latin typeface="72 Brand"/>
              </a:rPr>
              <a:t>#FFD5EA</a:t>
            </a:r>
          </a:p>
        </p:txBody>
      </p:sp>
      <p:sp>
        <p:nvSpPr>
          <p:cNvPr id="95" name="Freeform 94">
            <a:extLst>
              <a:ext uri="{FF2B5EF4-FFF2-40B4-BE49-F238E27FC236}">
                <a16:creationId xmlns:a16="http://schemas.microsoft.com/office/drawing/2014/main" id="{9A3B0153-32C2-E01D-BF71-A6E5F71FBF1E}"/>
              </a:ext>
            </a:extLst>
          </p:cNvPr>
          <p:cNvSpPr/>
          <p:nvPr/>
        </p:nvSpPr>
        <p:spPr>
          <a:xfrm>
            <a:off x="2405161" y="4096739"/>
            <a:ext cx="1600916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8CB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000000"/>
                </a:solidFill>
                <a:latin typeface="72 Brand"/>
              </a:rPr>
              <a:t>Red 4</a:t>
            </a:r>
            <a:br>
              <a:rPr lang="en-US" sz="1200" dirty="0">
                <a:solidFill>
                  <a:srgbClr val="000000"/>
                </a:solidFill>
                <a:latin typeface="72 Brand"/>
              </a:rPr>
            </a:br>
            <a:r>
              <a:rPr lang="en-US" sz="1200" dirty="0">
                <a:solidFill>
                  <a:srgbClr val="000000"/>
                </a:solidFill>
                <a:latin typeface="72 Brand"/>
              </a:rPr>
              <a:t>#FF8CB2</a:t>
            </a:r>
          </a:p>
        </p:txBody>
      </p:sp>
      <p:sp>
        <p:nvSpPr>
          <p:cNvPr id="94" name="Freeform 93">
            <a:extLst>
              <a:ext uri="{FF2B5EF4-FFF2-40B4-BE49-F238E27FC236}">
                <a16:creationId xmlns:a16="http://schemas.microsoft.com/office/drawing/2014/main" id="{3458C29F-9444-110D-AF10-33AC21FA507F}"/>
              </a:ext>
            </a:extLst>
          </p:cNvPr>
          <p:cNvSpPr/>
          <p:nvPr/>
        </p:nvSpPr>
        <p:spPr>
          <a:xfrm>
            <a:off x="4326262" y="4096739"/>
            <a:ext cx="1600916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EE3939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latin typeface="72 Brand"/>
              </a:rPr>
              <a:t>Red 6</a:t>
            </a:r>
            <a:br>
              <a:rPr lang="en-US" sz="1200" dirty="0">
                <a:latin typeface="72 Brand"/>
              </a:rPr>
            </a:br>
            <a:r>
              <a:rPr lang="en-US" sz="1200" dirty="0">
                <a:latin typeface="72 Brand"/>
              </a:rPr>
              <a:t>#EE3939</a:t>
            </a:r>
          </a:p>
        </p:txBody>
      </p:sp>
      <p:sp>
        <p:nvSpPr>
          <p:cNvPr id="93" name="Freeform 92">
            <a:extLst>
              <a:ext uri="{FF2B5EF4-FFF2-40B4-BE49-F238E27FC236}">
                <a16:creationId xmlns:a16="http://schemas.microsoft.com/office/drawing/2014/main" id="{C59401D2-CA6F-B4CA-8B51-215F5E8D511F}"/>
              </a:ext>
            </a:extLst>
          </p:cNvPr>
          <p:cNvSpPr/>
          <p:nvPr/>
        </p:nvSpPr>
        <p:spPr>
          <a:xfrm>
            <a:off x="6247361" y="4096739"/>
            <a:ext cx="1600916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D20A0A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Red 7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#D20A0A</a:t>
            </a:r>
          </a:p>
        </p:txBody>
      </p:sp>
      <p:sp>
        <p:nvSpPr>
          <p:cNvPr id="92" name="Freeform 91">
            <a:extLst>
              <a:ext uri="{FF2B5EF4-FFF2-40B4-BE49-F238E27FC236}">
                <a16:creationId xmlns:a16="http://schemas.microsoft.com/office/drawing/2014/main" id="{45C8A15C-ACFA-0E2B-5127-19F94FBCEB8B}"/>
              </a:ext>
            </a:extLst>
          </p:cNvPr>
          <p:cNvSpPr/>
          <p:nvPr/>
        </p:nvSpPr>
        <p:spPr>
          <a:xfrm>
            <a:off x="8168462" y="4096739"/>
            <a:ext cx="1600916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5A040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Red 10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#5A0404</a:t>
            </a:r>
          </a:p>
        </p:txBody>
      </p:sp>
      <p:sp>
        <p:nvSpPr>
          <p:cNvPr id="91" name="Freeform 90">
            <a:extLst>
              <a:ext uri="{FF2B5EF4-FFF2-40B4-BE49-F238E27FC236}">
                <a16:creationId xmlns:a16="http://schemas.microsoft.com/office/drawing/2014/main" id="{C182AE5F-9F00-2C94-44AB-C66DA5394817}"/>
              </a:ext>
            </a:extLst>
          </p:cNvPr>
          <p:cNvSpPr/>
          <p:nvPr/>
        </p:nvSpPr>
        <p:spPr>
          <a:xfrm>
            <a:off x="10089563" y="4096739"/>
            <a:ext cx="1600916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3500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Red 11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#350000</a:t>
            </a:r>
          </a:p>
        </p:txBody>
      </p:sp>
      <p:sp>
        <p:nvSpPr>
          <p:cNvPr id="96" name="Freeform 95">
            <a:extLst>
              <a:ext uri="{FF2B5EF4-FFF2-40B4-BE49-F238E27FC236}">
                <a16:creationId xmlns:a16="http://schemas.microsoft.com/office/drawing/2014/main" id="{DE82F0F9-7B53-B3BB-0D81-1959A7B4B4DE}"/>
              </a:ext>
            </a:extLst>
          </p:cNvPr>
          <p:cNvSpPr/>
          <p:nvPr/>
        </p:nvSpPr>
        <p:spPr>
          <a:xfrm>
            <a:off x="484061" y="4691378"/>
            <a:ext cx="1600916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DCE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000000"/>
                </a:solidFill>
                <a:latin typeface="72 Brand"/>
              </a:rPr>
              <a:t>Raspberry 2</a:t>
            </a:r>
            <a:br>
              <a:rPr lang="en-US" sz="1200" dirty="0">
                <a:solidFill>
                  <a:srgbClr val="000000"/>
                </a:solidFill>
                <a:latin typeface="72 Brand"/>
              </a:rPr>
            </a:br>
            <a:r>
              <a:rPr lang="en-US" sz="1200" dirty="0">
                <a:solidFill>
                  <a:srgbClr val="000000"/>
                </a:solidFill>
                <a:latin typeface="72 Brand"/>
              </a:rPr>
              <a:t>#FFDCE8</a:t>
            </a:r>
          </a:p>
        </p:txBody>
      </p:sp>
      <p:sp>
        <p:nvSpPr>
          <p:cNvPr id="101" name="Freeform 100">
            <a:extLst>
              <a:ext uri="{FF2B5EF4-FFF2-40B4-BE49-F238E27FC236}">
                <a16:creationId xmlns:a16="http://schemas.microsoft.com/office/drawing/2014/main" id="{E509FCE4-6041-98D1-22AB-B848E9B77CAF}"/>
              </a:ext>
            </a:extLst>
          </p:cNvPr>
          <p:cNvSpPr/>
          <p:nvPr/>
        </p:nvSpPr>
        <p:spPr>
          <a:xfrm>
            <a:off x="2405161" y="4691378"/>
            <a:ext cx="1600916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EADC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000000"/>
                </a:solidFill>
                <a:latin typeface="72 Brand"/>
              </a:rPr>
              <a:t>Raspberry 4</a:t>
            </a:r>
            <a:br>
              <a:rPr lang="en-US" sz="1200" dirty="0">
                <a:solidFill>
                  <a:srgbClr val="000000"/>
                </a:solidFill>
                <a:latin typeface="72 Brand"/>
              </a:rPr>
            </a:br>
            <a:r>
              <a:rPr lang="en-US" sz="1200" dirty="0">
                <a:solidFill>
                  <a:srgbClr val="000000"/>
                </a:solidFill>
                <a:latin typeface="72 Brand"/>
              </a:rPr>
              <a:t>#FEADC8</a:t>
            </a:r>
          </a:p>
        </p:txBody>
      </p:sp>
      <p:sp>
        <p:nvSpPr>
          <p:cNvPr id="100" name="Freeform 99">
            <a:extLst>
              <a:ext uri="{FF2B5EF4-FFF2-40B4-BE49-F238E27FC236}">
                <a16:creationId xmlns:a16="http://schemas.microsoft.com/office/drawing/2014/main" id="{732E8D8D-6A1A-8FE2-9BB2-2442DFB4542E}"/>
              </a:ext>
            </a:extLst>
          </p:cNvPr>
          <p:cNvSpPr/>
          <p:nvPr/>
        </p:nvSpPr>
        <p:spPr>
          <a:xfrm>
            <a:off x="4326262" y="4691378"/>
            <a:ext cx="1600916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accent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latin typeface="72 Brand"/>
              </a:rPr>
              <a:t>Raspberry 6</a:t>
            </a:r>
            <a:br>
              <a:rPr lang="en-US" sz="1200" dirty="0">
                <a:latin typeface="72 Brand"/>
              </a:rPr>
            </a:br>
            <a:r>
              <a:rPr lang="en-US" sz="1200" dirty="0">
                <a:latin typeface="72 Brand"/>
              </a:rPr>
              <a:t>#FA4F96</a:t>
            </a:r>
          </a:p>
        </p:txBody>
      </p:sp>
      <p:sp>
        <p:nvSpPr>
          <p:cNvPr id="99" name="Freeform 98">
            <a:extLst>
              <a:ext uri="{FF2B5EF4-FFF2-40B4-BE49-F238E27FC236}">
                <a16:creationId xmlns:a16="http://schemas.microsoft.com/office/drawing/2014/main" id="{F0E2B98C-8727-3311-A595-5D5117964C54}"/>
              </a:ext>
            </a:extLst>
          </p:cNvPr>
          <p:cNvSpPr/>
          <p:nvPr/>
        </p:nvSpPr>
        <p:spPr>
          <a:xfrm>
            <a:off x="6247361" y="4691378"/>
            <a:ext cx="1600916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DF127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Raspberry 7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#DF1278</a:t>
            </a:r>
          </a:p>
        </p:txBody>
      </p:sp>
      <p:sp>
        <p:nvSpPr>
          <p:cNvPr id="98" name="Freeform 97">
            <a:extLst>
              <a:ext uri="{FF2B5EF4-FFF2-40B4-BE49-F238E27FC236}">
                <a16:creationId xmlns:a16="http://schemas.microsoft.com/office/drawing/2014/main" id="{57E0CF86-26C8-F454-486E-C26AAD62983E}"/>
              </a:ext>
            </a:extLst>
          </p:cNvPr>
          <p:cNvSpPr/>
          <p:nvPr/>
        </p:nvSpPr>
        <p:spPr>
          <a:xfrm>
            <a:off x="8168462" y="4691378"/>
            <a:ext cx="1600916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71014B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Raspberry 10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#71014B</a:t>
            </a:r>
          </a:p>
        </p:txBody>
      </p:sp>
      <p:sp>
        <p:nvSpPr>
          <p:cNvPr id="97" name="Freeform 96">
            <a:extLst>
              <a:ext uri="{FF2B5EF4-FFF2-40B4-BE49-F238E27FC236}">
                <a16:creationId xmlns:a16="http://schemas.microsoft.com/office/drawing/2014/main" id="{BFC3D551-46D8-AF90-8E51-9D5B0A9445C6}"/>
              </a:ext>
            </a:extLst>
          </p:cNvPr>
          <p:cNvSpPr/>
          <p:nvPr/>
        </p:nvSpPr>
        <p:spPr>
          <a:xfrm>
            <a:off x="10089563" y="4691378"/>
            <a:ext cx="1600916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510136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Raspberry 11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#510136</a:t>
            </a:r>
          </a:p>
        </p:txBody>
      </p:sp>
      <p:sp>
        <p:nvSpPr>
          <p:cNvPr id="102" name="Freeform 101">
            <a:extLst>
              <a:ext uri="{FF2B5EF4-FFF2-40B4-BE49-F238E27FC236}">
                <a16:creationId xmlns:a16="http://schemas.microsoft.com/office/drawing/2014/main" id="{84D41DB7-2813-E465-0505-8C4DE4491CC8}"/>
              </a:ext>
            </a:extLst>
          </p:cNvPr>
          <p:cNvSpPr/>
          <p:nvPr/>
        </p:nvSpPr>
        <p:spPr>
          <a:xfrm>
            <a:off x="484061" y="5286016"/>
            <a:ext cx="1600916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DCF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000000"/>
                </a:solidFill>
                <a:latin typeface="72 Brand"/>
              </a:rPr>
              <a:t>Pink 2</a:t>
            </a:r>
            <a:br>
              <a:rPr lang="en-US" sz="1200" dirty="0">
                <a:solidFill>
                  <a:srgbClr val="000000"/>
                </a:solidFill>
                <a:latin typeface="72 Brand"/>
              </a:rPr>
            </a:br>
            <a:r>
              <a:rPr lang="en-US" sz="1200" dirty="0">
                <a:solidFill>
                  <a:srgbClr val="000000"/>
                </a:solidFill>
                <a:latin typeface="72 Brand"/>
              </a:rPr>
              <a:t>#FFDCF3</a:t>
            </a:r>
          </a:p>
        </p:txBody>
      </p:sp>
      <p:sp>
        <p:nvSpPr>
          <p:cNvPr id="107" name="Freeform 106">
            <a:extLst>
              <a:ext uri="{FF2B5EF4-FFF2-40B4-BE49-F238E27FC236}">
                <a16:creationId xmlns:a16="http://schemas.microsoft.com/office/drawing/2014/main" id="{DF71717C-E1E5-2985-E068-5E866F48A8F4}"/>
              </a:ext>
            </a:extLst>
          </p:cNvPr>
          <p:cNvSpPr/>
          <p:nvPr/>
        </p:nvSpPr>
        <p:spPr>
          <a:xfrm>
            <a:off x="2405161" y="5286016"/>
            <a:ext cx="1600916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8AF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000000"/>
                </a:solidFill>
                <a:latin typeface="72 Brand"/>
              </a:rPr>
              <a:t>Pink 4</a:t>
            </a:r>
            <a:br>
              <a:rPr lang="en-US" sz="1200" dirty="0">
                <a:solidFill>
                  <a:srgbClr val="000000"/>
                </a:solidFill>
                <a:latin typeface="72 Brand"/>
              </a:rPr>
            </a:br>
            <a:r>
              <a:rPr lang="en-US" sz="1200" dirty="0">
                <a:solidFill>
                  <a:srgbClr val="000000"/>
                </a:solidFill>
                <a:latin typeface="72 Brand"/>
              </a:rPr>
              <a:t>#FF8AF0</a:t>
            </a:r>
          </a:p>
        </p:txBody>
      </p:sp>
      <p:sp>
        <p:nvSpPr>
          <p:cNvPr id="106" name="Freeform 105">
            <a:extLst>
              <a:ext uri="{FF2B5EF4-FFF2-40B4-BE49-F238E27FC236}">
                <a16:creationId xmlns:a16="http://schemas.microsoft.com/office/drawing/2014/main" id="{F0F95CDB-D3EF-0577-0BED-37F2F552C8D9}"/>
              </a:ext>
            </a:extLst>
          </p:cNvPr>
          <p:cNvSpPr/>
          <p:nvPr/>
        </p:nvSpPr>
        <p:spPr>
          <a:xfrm>
            <a:off x="4326262" y="5286016"/>
            <a:ext cx="1600916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31DED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latin typeface="72 Brand"/>
              </a:rPr>
              <a:t>Pink 6</a:t>
            </a:r>
            <a:br>
              <a:rPr lang="en-US" sz="1200" dirty="0">
                <a:latin typeface="72 Brand"/>
              </a:rPr>
            </a:br>
            <a:r>
              <a:rPr lang="en-US" sz="1200" dirty="0">
                <a:latin typeface="72 Brand"/>
              </a:rPr>
              <a:t>#F31DED</a:t>
            </a:r>
          </a:p>
        </p:txBody>
      </p:sp>
      <p:sp>
        <p:nvSpPr>
          <p:cNvPr id="105" name="Freeform 104">
            <a:extLst>
              <a:ext uri="{FF2B5EF4-FFF2-40B4-BE49-F238E27FC236}">
                <a16:creationId xmlns:a16="http://schemas.microsoft.com/office/drawing/2014/main" id="{313A0D63-673A-090D-3444-FE6E3B3E7A19}"/>
              </a:ext>
            </a:extLst>
          </p:cNvPr>
          <p:cNvSpPr/>
          <p:nvPr/>
        </p:nvSpPr>
        <p:spPr>
          <a:xfrm>
            <a:off x="6247361" y="5286016"/>
            <a:ext cx="1600916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CC00DC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Pink 7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#CC00DC</a:t>
            </a:r>
          </a:p>
        </p:txBody>
      </p:sp>
      <p:sp>
        <p:nvSpPr>
          <p:cNvPr id="104" name="Freeform 103">
            <a:extLst>
              <a:ext uri="{FF2B5EF4-FFF2-40B4-BE49-F238E27FC236}">
                <a16:creationId xmlns:a16="http://schemas.microsoft.com/office/drawing/2014/main" id="{4177A9F4-2606-B06C-AA9C-81E1C9F33639}"/>
              </a:ext>
            </a:extLst>
          </p:cNvPr>
          <p:cNvSpPr/>
          <p:nvPr/>
        </p:nvSpPr>
        <p:spPr>
          <a:xfrm>
            <a:off x="8168462" y="5286016"/>
            <a:ext cx="1600916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51008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Pink 10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#510080</a:t>
            </a:r>
          </a:p>
        </p:txBody>
      </p:sp>
      <p:sp>
        <p:nvSpPr>
          <p:cNvPr id="103" name="Freeform 102">
            <a:extLst>
              <a:ext uri="{FF2B5EF4-FFF2-40B4-BE49-F238E27FC236}">
                <a16:creationId xmlns:a16="http://schemas.microsoft.com/office/drawing/2014/main" id="{909CBF88-C316-1428-7A1F-CA601895A87B}"/>
              </a:ext>
            </a:extLst>
          </p:cNvPr>
          <p:cNvSpPr/>
          <p:nvPr/>
        </p:nvSpPr>
        <p:spPr>
          <a:xfrm>
            <a:off x="10089563" y="5286016"/>
            <a:ext cx="1600916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28004A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Pink 11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#28004A</a:t>
            </a:r>
          </a:p>
        </p:txBody>
      </p:sp>
      <p:sp>
        <p:nvSpPr>
          <p:cNvPr id="108" name="Freeform 107">
            <a:extLst>
              <a:ext uri="{FF2B5EF4-FFF2-40B4-BE49-F238E27FC236}">
                <a16:creationId xmlns:a16="http://schemas.microsoft.com/office/drawing/2014/main" id="{FA233452-13CF-12CD-5E18-4CF5AB22027A}"/>
              </a:ext>
            </a:extLst>
          </p:cNvPr>
          <p:cNvSpPr/>
          <p:nvPr/>
        </p:nvSpPr>
        <p:spPr>
          <a:xfrm>
            <a:off x="484061" y="5880654"/>
            <a:ext cx="1600916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E2D8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000000"/>
                </a:solidFill>
                <a:latin typeface="72 Brand"/>
              </a:rPr>
              <a:t>Indigo 2</a:t>
            </a:r>
            <a:br>
              <a:rPr lang="en-US" sz="1200" dirty="0">
                <a:solidFill>
                  <a:srgbClr val="000000"/>
                </a:solidFill>
                <a:latin typeface="72 Brand"/>
              </a:rPr>
            </a:br>
            <a:r>
              <a:rPr lang="en-US" sz="1200" dirty="0">
                <a:solidFill>
                  <a:srgbClr val="000000"/>
                </a:solidFill>
                <a:latin typeface="72 Brand"/>
              </a:rPr>
              <a:t>#E2D8FF</a:t>
            </a:r>
          </a:p>
        </p:txBody>
      </p:sp>
      <p:sp>
        <p:nvSpPr>
          <p:cNvPr id="113" name="Freeform 112">
            <a:extLst>
              <a:ext uri="{FF2B5EF4-FFF2-40B4-BE49-F238E27FC236}">
                <a16:creationId xmlns:a16="http://schemas.microsoft.com/office/drawing/2014/main" id="{1D69EA0C-E2B6-6F4B-7C14-0FAA5605320C}"/>
              </a:ext>
            </a:extLst>
          </p:cNvPr>
          <p:cNvSpPr/>
          <p:nvPr/>
        </p:nvSpPr>
        <p:spPr>
          <a:xfrm>
            <a:off x="2405161" y="5880654"/>
            <a:ext cx="1600916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B894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000000"/>
                </a:solidFill>
                <a:latin typeface="72 Brand"/>
              </a:rPr>
              <a:t>Indigo 4</a:t>
            </a:r>
            <a:br>
              <a:rPr lang="en-US" sz="1200" dirty="0">
                <a:solidFill>
                  <a:srgbClr val="000000"/>
                </a:solidFill>
                <a:latin typeface="72 Brand"/>
              </a:rPr>
            </a:br>
            <a:r>
              <a:rPr lang="en-US" sz="1200" dirty="0">
                <a:solidFill>
                  <a:srgbClr val="000000"/>
                </a:solidFill>
                <a:latin typeface="72 Brand"/>
              </a:rPr>
              <a:t>#B894FF</a:t>
            </a:r>
          </a:p>
        </p:txBody>
      </p:sp>
      <p:sp>
        <p:nvSpPr>
          <p:cNvPr id="112" name="Freeform 111">
            <a:extLst>
              <a:ext uri="{FF2B5EF4-FFF2-40B4-BE49-F238E27FC236}">
                <a16:creationId xmlns:a16="http://schemas.microsoft.com/office/drawing/2014/main" id="{1267293A-FD08-5382-12BF-5BC0D4BB17A3}"/>
              </a:ext>
            </a:extLst>
          </p:cNvPr>
          <p:cNvSpPr/>
          <p:nvPr/>
        </p:nvSpPr>
        <p:spPr>
          <a:xfrm>
            <a:off x="4326262" y="5880654"/>
            <a:ext cx="1600916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7858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Indigo 6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#7858FF</a:t>
            </a:r>
          </a:p>
        </p:txBody>
      </p:sp>
      <p:sp>
        <p:nvSpPr>
          <p:cNvPr id="111" name="Freeform 110">
            <a:extLst>
              <a:ext uri="{FF2B5EF4-FFF2-40B4-BE49-F238E27FC236}">
                <a16:creationId xmlns:a16="http://schemas.microsoft.com/office/drawing/2014/main" id="{C66C8254-221B-668C-0537-C9423B55B70A}"/>
              </a:ext>
            </a:extLst>
          </p:cNvPr>
          <p:cNvSpPr/>
          <p:nvPr/>
        </p:nvSpPr>
        <p:spPr>
          <a:xfrm>
            <a:off x="6247361" y="5880654"/>
            <a:ext cx="1600916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5D36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Indigo 7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#5D36FF</a:t>
            </a:r>
          </a:p>
        </p:txBody>
      </p:sp>
      <p:sp>
        <p:nvSpPr>
          <p:cNvPr id="110" name="Freeform 109">
            <a:extLst>
              <a:ext uri="{FF2B5EF4-FFF2-40B4-BE49-F238E27FC236}">
                <a16:creationId xmlns:a16="http://schemas.microsoft.com/office/drawing/2014/main" id="{DF8C09E7-36F0-F019-6812-A571B7F32E60}"/>
              </a:ext>
            </a:extLst>
          </p:cNvPr>
          <p:cNvSpPr/>
          <p:nvPr/>
        </p:nvSpPr>
        <p:spPr>
          <a:xfrm>
            <a:off x="8168462" y="5880654"/>
            <a:ext cx="1600916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1C0C6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Indigo 10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#1C0C6E</a:t>
            </a:r>
          </a:p>
        </p:txBody>
      </p:sp>
      <p:sp>
        <p:nvSpPr>
          <p:cNvPr id="109" name="Freeform 108">
            <a:extLst>
              <a:ext uri="{FF2B5EF4-FFF2-40B4-BE49-F238E27FC236}">
                <a16:creationId xmlns:a16="http://schemas.microsoft.com/office/drawing/2014/main" id="{EA4A347C-E103-42CD-4A15-7E6F633CBD76}"/>
              </a:ext>
            </a:extLst>
          </p:cNvPr>
          <p:cNvSpPr/>
          <p:nvPr/>
        </p:nvSpPr>
        <p:spPr>
          <a:xfrm>
            <a:off x="10089563" y="5880654"/>
            <a:ext cx="1600916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E063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Indigo 11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#0E0637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18976829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AGENDA" val="TOC TOCShowsSubsections Dividers SectionNumber SlideNumber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True&quot; Source=&quot;Group 4&quot; Layer=&quot;Group 4&quot; /&gt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True&quot; Source=&quot;Group 5&quot; Layer=&quot;Group 5&quot; /&gt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True&quot; Source=&quot;Harvey 8&quot; Layer=&quot;Harvey 8&quot; /&gt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d5f66dcd-7c8d-4661-849b-23a9587c15e3&quot; /&gt;"/>
  <p:tag name="SP_POWERSHAPE" val="&lt;PowerShapeTag ClassVersion=&quot;0&quot; GUID=&quot;81f1f80b-b882-418d-8bbb-9c38d8d27274&quot; IsConsolidated=&quot;False&quot; IsTopLevel=&quot;True&quot; Layer=&quot;Harvey 100&quot; Source=&quot;Harvey 100&quot; /&gt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0/100 [0]&quot; Source=&quot;Harvey 100&quot; /&gt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/100 [1]&quot; Source=&quot;Harvey 100&quot; /&gt;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/100 [2]&quot; Source=&quot;Harvey 100&quot; /&gt;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/100 [3]&quot; Source=&quot;Harvey 100&quot; /&gt;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/100 [4]&quot; Source=&quot;Harvey 100&quot; /&gt;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/100 [5]&quot; Source=&quot;Harvey 100&quot; /&gt;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/100 [6]&quot; Source=&quot;Harvey 100&quot; /&gt;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/100 [7]&quot; Source=&quot;Harvey 100&quot; /&gt;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/100 [8]&quot; Source=&quot;Harvey 100&quot; /&gt;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/100 [9]&quot; Source=&quot;Harvey 100&quot; /&gt;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0/100 [10]&quot; Source=&quot;Harvey 100&quot; /&gt;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1/100 [11]&quot; Source=&quot;Harvey 100&quot; /&gt;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2/100 [12]&quot; Source=&quot;Harvey 100&quot; /&gt;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3/100 [13]&quot; Source=&quot;Harvey 100&quot; /&gt;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4/100 [14]&quot; Source=&quot;Harvey 100&quot; /&gt;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5/100 [15]&quot; Source=&quot;Harvey 100&quot; /&gt;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6/100 [16]&quot; Source=&quot;Harvey 100&quot; /&gt;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7/100 [17]&quot; Source=&quot;Harvey 100&quot; /&gt;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8/100 [18]&quot; Source=&quot;Harvey 100&quot; /&gt;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9/100 [19]&quot; Source=&quot;Harvey 100&quot; /&gt;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0/100 [20]&quot; Source=&quot;Harvey 100&quot; /&gt;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1/100 [21]&quot; Source=&quot;Harvey 100&quot; /&gt;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2/100 [22]&quot; Source=&quot;Harvey 100&quot; /&gt;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3/100 [23]&quot; Source=&quot;Harvey 100&quot; /&gt;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4/100 [24]&quot; Source=&quot;Harvey 100&quot; /&gt;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5/100 [25]&quot; Source=&quot;Harvey 100&quot; /&gt;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6/100 [26]&quot; Source=&quot;Harvey 100&quot; /&gt;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7/100 [27]&quot; Source=&quot;Harvey 100&quot; /&gt;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8/100 [28]&quot; Source=&quot;Harvey 100&quot; /&gt;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9/100 [29]&quot; Source=&quot;Harvey 100&quot; /&gt;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0/100 [30]&quot; Source=&quot;Harvey 100&quot; /&gt;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1/100 [31]&quot; Source=&quot;Harvey 100&quot; /&gt;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2/100 [32]&quot; Source=&quot;Harvey 100&quot; /&gt;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3/100 [33]&quot; Source=&quot;Harvey 100&quot; /&gt;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4/100 [34]&quot; Source=&quot;Harvey 100&quot; /&gt;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5/100 [35]&quot; Source=&quot;Harvey 100&quot; /&gt;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6/100 [36]&quot; Source=&quot;Harvey 100&quot; /&gt;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7/100 [37]&quot; Source=&quot;Harvey 100&quot; /&gt;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8/100 [38]&quot; Source=&quot;Harvey 100&quot; /&gt;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9/100 [39]&quot; Source=&quot;Harvey 100&quot; /&gt;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0/100 [40]&quot; Source=&quot;Harvey 100&quot; /&gt;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1/100 [41]&quot; Source=&quot;Harvey 100&quot; /&gt;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2/100 [42]&quot; Source=&quot;Harvey 100&quot; /&gt;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3/100 [43]&quot; Source=&quot;Harvey 100&quot; /&gt;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4/100 [44]&quot; Source=&quot;Harvey 100&quot; /&gt;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5/100 [45]&quot; Source=&quot;Harvey 100&quot; /&gt;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6/100 [46]&quot; Source=&quot;Harvey 100&quot; /&gt;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7/100 [47]&quot; Source=&quot;Harvey 100&quot; /&gt;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8/100 [48]&quot; Source=&quot;Harvey 100&quot; /&gt;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9/100 [49]&quot; Source=&quot;Harvey 100&quot; /&gt;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0/100 [50]&quot; Source=&quot;Harvey 100&quot; /&gt;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1/100 [51]&quot; Source=&quot;Harvey 100&quot; /&gt;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2/100 [52]&quot; Source=&quot;Harvey 100&quot; /&gt;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3/100 [53]&quot; Source=&quot;Harvey 100&quot; /&gt;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4/100 [54]&quot; Source=&quot;Harvey 100&quot; /&gt;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5/100 [55]&quot; Source=&quot;Harvey 100&quot; /&gt;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6/100 [56]&quot; Source=&quot;Harvey 100&quot; /&gt;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7/100 [57]&quot; Source=&quot;Harvey 100&quot; /&gt;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8/100 [58]&quot; Source=&quot;Harvey 100&quot; /&gt;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9/100 [59]&quot; Source=&quot;Harvey 100&quot; /&gt;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0/100 [60]&quot; Source=&quot;Harvey 100&quot; /&gt;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1/100 [61]&quot; Source=&quot;Harvey 100&quot; /&gt;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2/100 [62]&quot; Source=&quot;Harvey 100&quot; /&gt;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3/100 [63]&quot; Source=&quot;Harvey 100&quot; /&gt;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4/100 [64]&quot; Source=&quot;Harvey 100&quot; /&gt;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5/100 [65]&quot; Source=&quot;Harvey 100&quot; /&gt;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6/100 [66]&quot; Source=&quot;Harvey 100&quot; /&gt;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7/100 [67]&quot; Source=&quot;Harvey 100&quot; /&gt;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8/100 [68]&quot; Source=&quot;Harvey 100&quot; /&gt;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9/100 [69]&quot; Source=&quot;Harvey 100&quot; /&gt;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0/100 [70]&quot; Source=&quot;Harvey 100&quot; /&gt;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1/100 [71]&quot; Source=&quot;Harvey 100&quot; /&gt;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2/100 [72]&quot; Source=&quot;Harvey 100&quot; /&gt;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3/100 [73]&quot; Source=&quot;Harvey 100&quot; /&gt;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4/100 [74]&quot; Source=&quot;Harvey 100&quot; /&gt;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5/100 [75]&quot; Source=&quot;Harvey 100&quot; /&gt;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6/100 [76]&quot; Source=&quot;Harvey 100&quot; /&gt;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7/100 [77]&quot; Source=&quot;Harvey 100&quot; /&gt;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8/100 [78]&quot; Source=&quot;Harvey 100&quot; /&gt;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9/100 [79]&quot; Source=&quot;Harvey 100&quot; /&gt;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0/100 [80]&quot; Source=&quot;Harvey 100&quot; /&gt;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1/100 [81]&quot; Source=&quot;Harvey 100&quot; /&gt;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2/100 [82]&quot; Source=&quot;Harvey 100&quot; /&gt;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3/100 [83]&quot; Source=&quot;Harvey 100&quot; /&gt;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4/100 [84]&quot; Source=&quot;Harvey 100&quot; /&gt;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5/100 [85]&quot; Source=&quot;Harvey 100&quot; /&gt;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6/100 [86]&quot; Source=&quot;Harvey 100&quot; /&gt;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7/100 [87]&quot; Source=&quot;Harvey 100&quot; /&gt;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8/100 [88]&quot; Source=&quot;Harvey 100&quot; /&gt;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9/100 [89]&quot; Source=&quot;Harvey 100&quot; /&gt;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0/100 [90]&quot; Source=&quot;Harvey 100&quot; /&gt;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1/100 [91]&quot; Source=&quot;Harvey 100&quot; /&gt;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2/100 [92]&quot; Source=&quot;Harvey 100&quot; /&gt;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3/100 [93]&quot; Source=&quot;Harvey 100&quot; /&gt;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4/100 [94]&quot; Source=&quot;Harvey 100&quot; /&gt;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5/100 [95]&quot; Source=&quot;Harvey 100&quot; /&gt;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6/100 [96]&quot; Source=&quot;Harvey 100&quot; /&gt;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7/100 [97]&quot; Source=&quot;Harvey 100&quot; /&gt;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8/100 [98]&quot; Source=&quot;Harvey 100&quot; /&gt;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9/100 [99]&quot; Source=&quot;Harvey 100&quot; /&gt;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00/100 [100]&quot; Source=&quot;Harvey 100&quot; /&gt;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0/8 [0]&quot; /&gt;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1/8 [1]&quot; /&gt;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2/8 [2]&quot; /&gt;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3/8 [3]&quot; /&gt;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4/8 [4]&quot; /&gt;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5/8 [5]&quot; /&gt;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6/8 [6]&quot; /&gt;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7/8 [7]&quot; /&gt;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8/8 [8]&quot; /&gt;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0/4 [0]&quot; /&gt;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1/4 [1]&quot; /&gt;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2/4 [2]&quot; /&gt;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3/4 [3]&quot; /&gt;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4/4 [4]&quot; /&gt;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0/3 [0]&quot; /&gt;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1/3 [1]&quot; /&gt;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2/3 [2]&quot; /&gt;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3/3 [3]&quot; /&gt;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NTAINEDIMAGEPATH" val="C:\Users\bastian.bremerich@sap.com\AppData\Local\Templafy\AddIns\PowerPointVsto\ID 305144 - Computer Person.png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NTAINEDIMAGEPATH" val="C:\Users\bastian.bremerich@sap.com\AppData\Local\Templafy\AddIns\PowerPointVsto\ID 305144 - Computer Person.png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NTAINEDIMAGEPATH" val="C:\Users\bastian.bremerich@sap.com\AppData\Local\Templafy\AddIns\PowerPointVsto\ID 305144 - Computer Person.png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NTAINEDIMAGEPATH" val="C:\Users\bastian.bremerich@sap.com\AppData\Local\Templafy\AddIns\PowerPointVsto\ID 305144 - Computer Person.png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NTAINEDIMAGEPATH" val="C:\Users\bastian.bremerich@sap.com\AppData\Local\Templafy\AddIns\PowerPointVsto\ID 305144 - Computer Person.png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NTAINEDIMAGEPATH" val="C:\Users\bastian.bremerich@sap.com\AppData\Local\Templafy\AddIns\PowerPointVsto\ID 305144 - Computer Person.png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NTAINEDIMAGEPATH" val="C:\Users\bastian.bremerich@sap.com\AppData\Local\Templafy\AddIns\PowerPointVsto\ID 305144 - Computer Person.png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NTAINEDIMAGEPATH" val="C:\Users\bastian.bremerich@sap.com\AppData\Local\Templafy\AddIns\PowerPointVsto\ID 305144 - Computer Person.png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NTAINEDIMAGEPATH" val="C:\Users\bastian.bremerich@sap.com\AppData\Local\Templafy\AddIns\PowerPointVsto\ID 305144 - Computer Person.png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NTAINEDIMAGEPATH" val="C:\Users\bastian.bremerich@sap.com\AppData\Local\Templafy\AddIns\PowerPointVsto\ID 301564 - Alert.png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NTAINEDIMAGEPATH" val="C:\Users\bastian.bremerich@sap.com\AppData\Local\Templafy\AddIns\PowerPointVsto\ID 305144 - Computer Person.png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NTAINEDIMAGEPATH" val="C:\Users\bastian.bremerich@sap.com\AppData\Local\Templafy\AddIns\PowerPointVsto\ID 305144 - Computer Person.png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NTAINEDIMAGEPATH" val="C:\Users\bastian.bremerich@sap.com\AppData\Local\Templafy\AddIns\PowerPointVsto\ID 305144 - Computer Person.png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NTAINEDIMAGEPATH" val="C:\Users\bastian.bremerich@sap.com\AppData\Local\Templafy\AddIns\PowerPointVsto\ID 305144 - Computer Person.png"/>
</p:tagLst>
</file>

<file path=ppt/theme/theme1.xml><?xml version="1.0" encoding="utf-8"?>
<a:theme xmlns:a="http://schemas.openxmlformats.org/drawingml/2006/main" name="SAP Template 2025">
  <a:themeElements>
    <a:clrScheme name="SAP Colors 2023">
      <a:dk1>
        <a:srgbClr val="000000"/>
      </a:dk1>
      <a:lt1>
        <a:srgbClr val="FFFFFF"/>
      </a:lt1>
      <a:dk2>
        <a:srgbClr val="1B90FF"/>
      </a:dk2>
      <a:lt2>
        <a:srgbClr val="89D1FF"/>
      </a:lt2>
      <a:accent1>
        <a:srgbClr val="E76500"/>
      </a:accent1>
      <a:accent2>
        <a:srgbClr val="049F9A"/>
      </a:accent2>
      <a:accent3>
        <a:srgbClr val="36A41D"/>
      </a:accent3>
      <a:accent4>
        <a:srgbClr val="FA4F96"/>
      </a:accent4>
      <a:accent5>
        <a:srgbClr val="F31DED"/>
      </a:accent5>
      <a:accent6>
        <a:srgbClr val="7858FF"/>
      </a:accent6>
      <a:hlink>
        <a:srgbClr val="0070F2"/>
      </a:hlink>
      <a:folHlink>
        <a:srgbClr val="0070F2"/>
      </a:folHlink>
    </a:clrScheme>
    <a:fontScheme name="SAP 2023">
      <a:majorFont>
        <a:latin typeface="72 Brand Medium"/>
        <a:ea typeface=""/>
        <a:cs typeface=""/>
      </a:majorFont>
      <a:minorFont>
        <a:latin typeface="72 Brand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noFill/>
        <a:ln w="25400" algn="ctr">
          <a:solidFill>
            <a:schemeClr val="tx1"/>
          </a:solidFill>
          <a:miter lim="800000"/>
          <a:headEnd/>
          <a:tailEnd/>
        </a:ln>
      </a:spPr>
      <a:bodyPr lIns="90000" tIns="72000" rIns="90000" bIns="72000" rtlCol="0" anchor="ctr"/>
      <a:lstStyle>
        <a:defPPr marR="0" algn="ctr" defTabSz="91440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rgbClr val="F0AB00"/>
          </a:buClr>
          <a:buSzPct val="80000"/>
          <a:tabLst/>
          <a:defRPr kumimoji="0" sz="1800" b="0" i="0" u="none" strike="noStrike" kern="0" cap="none" spc="0" normalizeH="0" baseline="0" noProof="0" dirty="0" smtClean="0">
            <a:ln>
              <a:noFill/>
            </a:ln>
            <a:effectLst/>
            <a:uLnTx/>
            <a:uFillTx/>
            <a:latin typeface="+mn-lt"/>
            <a:ea typeface="72 Brand" pitchFamily="34" charset="-128"/>
            <a:cs typeface="72 Brand" pitchFamily="34" charset="-128"/>
          </a:defRPr>
        </a:defPPr>
      </a:lstStyle>
    </a:spDef>
    <a:lnDef>
      <a:spPr>
        <a:ln w="25400"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 fontAlgn="base">
          <a:spcBef>
            <a:spcPct val="50000"/>
          </a:spcBef>
          <a:spcAft>
            <a:spcPct val="0"/>
          </a:spcAft>
          <a:buClr>
            <a:schemeClr val="tx1"/>
          </a:buClr>
          <a:buSzPct val="100000"/>
          <a:defRPr sz="1800" kern="0" dirty="0" err="1" smtClean="0">
            <a:latin typeface="72 Brand" panose="020B0504030603020204" pitchFamily="34" charset="0"/>
            <a:ea typeface="72 Brand" pitchFamily="34" charset="-128"/>
            <a:cs typeface="72 Brand" pitchFamily="34" charset="-128"/>
          </a:defRPr>
        </a:defPPr>
      </a:lstStyle>
    </a:txDef>
  </a:objectDefaults>
  <a:extraClrSchemeLst/>
  <a:custClrLst>
    <a:custClr name="Blue 2">
      <a:srgbClr val="D1EFFF"/>
    </a:custClr>
    <a:custClr name="Blue 4">
      <a:srgbClr val="89D1FF"/>
    </a:custClr>
    <a:custClr name="Blue 6">
      <a:srgbClr val="1B90FF"/>
    </a:custClr>
    <a:custClr name="Blue 7">
      <a:srgbClr val="0070F2"/>
    </a:custClr>
    <a:custClr name="Blue 10">
      <a:srgbClr val="002A86"/>
    </a:custClr>
    <a:custClr name="Blue 11">
      <a:srgbClr val="00144A"/>
    </a:custClr>
    <a:custClr name="Mango 2">
      <a:srgbClr val="FFF3B8"/>
    </a:custClr>
    <a:custClr name="Mango 4">
      <a:srgbClr val="FFC933"/>
    </a:custClr>
    <a:custClr name="Mango 6">
      <a:srgbClr val="E76500"/>
    </a:custClr>
    <a:custClr name="Mango 7">
      <a:srgbClr val="C35500"/>
    </a:custClr>
    <a:custClr name="Mango 10">
      <a:srgbClr val="6D1900"/>
    </a:custClr>
    <a:custClr name="Mango 11">
      <a:srgbClr val="450B00"/>
    </a:custClr>
    <a:custClr name="Teal 2">
      <a:srgbClr val="C2FCEE"/>
    </a:custClr>
    <a:custClr name="Teal 4">
      <a:srgbClr val="2CE0BF"/>
    </a:custClr>
    <a:custClr name="Teal 6">
      <a:srgbClr val="049F9A"/>
    </a:custClr>
    <a:custClr name="Teal 7">
      <a:srgbClr val="07838F"/>
    </a:custClr>
    <a:custClr name="Teal 10">
      <a:srgbClr val="02414C"/>
    </a:custClr>
    <a:custClr name="Teal 11">
      <a:srgbClr val="012931"/>
    </a:custClr>
    <a:custClr name="Green 2">
      <a:srgbClr val="EBF5CB"/>
    </a:custClr>
    <a:custClr name="Green 4">
      <a:srgbClr val="97DD40"/>
    </a:custClr>
    <a:custClr name="Green 6">
      <a:srgbClr val="36A41D"/>
    </a:custClr>
    <a:custClr name="Green 7">
      <a:srgbClr val="188918"/>
    </a:custClr>
    <a:custClr name="Green 10">
      <a:srgbClr val="164323"/>
    </a:custClr>
    <a:custClr name="Green 11">
      <a:srgbClr val="0E2B16"/>
    </a:custClr>
    <a:custClr name="Red 2">
      <a:srgbClr val="FFD5EA"/>
    </a:custClr>
    <a:custClr name="Red 4">
      <a:srgbClr val="FF8CB2"/>
    </a:custClr>
    <a:custClr name="Red 6">
      <a:srgbClr val="EE3939"/>
    </a:custClr>
    <a:custClr name="Red 7">
      <a:srgbClr val="D20A0A"/>
    </a:custClr>
    <a:custClr name="Red 10">
      <a:srgbClr val="5A0404"/>
    </a:custClr>
    <a:custClr name="Red 11">
      <a:srgbClr val="350000"/>
    </a:custClr>
    <a:custClr name="Raspberry 2">
      <a:srgbClr val="FFDCE8"/>
    </a:custClr>
    <a:custClr name="Raspberry 4">
      <a:srgbClr val="FEADC8"/>
    </a:custClr>
    <a:custClr name="Raspberry 6">
      <a:srgbClr val="FA4F96"/>
    </a:custClr>
    <a:custClr name="Raspberry 7">
      <a:srgbClr val="DF1278"/>
    </a:custClr>
    <a:custClr name="Raspberry 10">
      <a:srgbClr val="71014B"/>
    </a:custClr>
    <a:custClr name="Raspberry 11">
      <a:srgbClr val="510136"/>
    </a:custClr>
    <a:custClr name="Pink 2">
      <a:srgbClr val="FFDCF3"/>
    </a:custClr>
    <a:custClr name="Pink 4">
      <a:srgbClr val="FF8AF0"/>
    </a:custClr>
    <a:custClr name="Pink 6">
      <a:srgbClr val="F31DED"/>
    </a:custClr>
    <a:custClr name="Pink 7">
      <a:srgbClr val="CC00DC"/>
    </a:custClr>
    <a:custClr name="Pink 10">
      <a:srgbClr val="510080"/>
    </a:custClr>
    <a:custClr name="Pink 11">
      <a:srgbClr val="28004A"/>
    </a:custClr>
    <a:custClr name="Indigo 2">
      <a:srgbClr val="E2D8FF"/>
    </a:custClr>
    <a:custClr name="Indigo 4">
      <a:srgbClr val="B894FF"/>
    </a:custClr>
    <a:custClr name="Indigo 6">
      <a:srgbClr val="7858FF"/>
    </a:custClr>
    <a:custClr name="Indigo 7">
      <a:srgbClr val="5D36FF"/>
    </a:custClr>
    <a:custClr name="Indigo 10">
      <a:srgbClr val="1C0C6E"/>
    </a:custClr>
    <a:custClr name="Indigo 11">
      <a:srgbClr val="0E0637"/>
    </a:custClr>
  </a:custClrLst>
  <a:extLst>
    <a:ext uri="{05A4C25C-085E-4340-85A3-A5531E510DB2}">
      <thm15:themeFamily xmlns:thm15="http://schemas.microsoft.com/office/thememl/2012/main" name="Presentation16" id="{6EE3CE7A-E618-354C-A911-C8B540FBF846}" vid="{D6A1CD9D-FAE1-404C-ADBB-39144CF68697}"/>
    </a:ext>
  </a:extLst>
</a:theme>
</file>

<file path=ppt/theme/theme2.xml><?xml version="1.0" encoding="utf-8"?>
<a:theme xmlns:a="http://schemas.openxmlformats.org/drawingml/2006/main" name="Office Theme">
  <a:themeElements>
    <a:clrScheme name="SAP_Colors2011_1.1">
      <a:dk1>
        <a:srgbClr val="000000"/>
      </a:dk1>
      <a:lt1>
        <a:srgbClr val="FFFFFF"/>
      </a:lt1>
      <a:dk2>
        <a:srgbClr val="0076CB"/>
      </a:dk2>
      <a:lt2>
        <a:srgbClr val="CCCCCC"/>
      </a:lt2>
      <a:accent1>
        <a:srgbClr val="F0AB00"/>
      </a:accent1>
      <a:accent2>
        <a:srgbClr val="666666"/>
      </a:accent2>
      <a:accent3>
        <a:srgbClr val="0076CB"/>
      </a:accent3>
      <a:accent4>
        <a:srgbClr val="4FB81C"/>
      </a:accent4>
      <a:accent5>
        <a:srgbClr val="E35500"/>
      </a:accent5>
      <a:accent6>
        <a:srgbClr val="760A85"/>
      </a:accent6>
      <a:hlink>
        <a:srgbClr val="666666"/>
      </a:hlink>
      <a:folHlink>
        <a:srgbClr val="CCCCCC"/>
      </a:folHlink>
    </a:clrScheme>
    <a:fontScheme name="SAP_Fonts201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Blue 2">
      <a:srgbClr val="D1EFFF"/>
    </a:custClr>
  </a:custClrLst>
</a:theme>
</file>

<file path=ppt/theme/theme3.xml><?xml version="1.0" encoding="utf-8"?>
<a:theme xmlns:a="http://schemas.openxmlformats.org/drawingml/2006/main" name="Office Theme">
  <a:themeElements>
    <a:clrScheme name="SAP_Colors2011">
      <a:dk1>
        <a:srgbClr val="000000"/>
      </a:dk1>
      <a:lt1>
        <a:srgbClr val="FFFFFF"/>
      </a:lt1>
      <a:dk2>
        <a:srgbClr val="00AFE3"/>
      </a:dk2>
      <a:lt2>
        <a:srgbClr val="CCCCCC"/>
      </a:lt2>
      <a:accent1>
        <a:srgbClr val="FDB913"/>
      </a:accent1>
      <a:accent2>
        <a:srgbClr val="626366"/>
      </a:accent2>
      <a:accent3>
        <a:srgbClr val="0082C9"/>
      </a:accent3>
      <a:accent4>
        <a:srgbClr val="4BBE44"/>
      </a:accent4>
      <a:accent5>
        <a:srgbClr val="B1D249"/>
      </a:accent5>
      <a:accent6>
        <a:srgbClr val="80298F"/>
      </a:accent6>
      <a:hlink>
        <a:srgbClr val="04357B"/>
      </a:hlink>
      <a:folHlink>
        <a:srgbClr val="999999"/>
      </a:folHlink>
    </a:clrScheme>
    <a:fontScheme name="SAP_Fonts201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Blue 2">
      <a:srgbClr val="D1EFFF"/>
    </a:custClr>
  </a:custClr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D0FCFAFA-D3D3-1441-8101-DA629D03A5D9}">
  <we:reference id="b0692d11-e342-a550-cfba-e8c57e47b8f1" version="1.0.0.8" store="EXCatalog" storeType="EXCatalog"/>
  <we:alternateReferences/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E65AE667-A5F5-0F47-8627-5174A8B7EA47}">
  <we:reference id="b8d7a30b-109c-4c41-a1df-a6cb639730b5" version="2.0.0.5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.xml"/></Relationships>
</file>

<file path=customXml/_rels/item2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.xml"/></Relationships>
</file>

<file path=customXml/_rels/item2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.xml"/></Relationships>
</file>

<file path=customXml/_rels/item2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.xml"/></Relationships>
</file>

<file path=customXml/_rels/item2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3.xml"/></Relationships>
</file>

<file path=customXml/_rels/item2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4.xml"/></Relationships>
</file>

<file path=customXml/_rels/item2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5.xml"/></Relationships>
</file>

<file path=customXml/_rels/item2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6.xml"/></Relationships>
</file>

<file path=customXml/_rels/item2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7.xml"/></Relationships>
</file>

<file path=customXml/_rels/item2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8.xml"/></Relationships>
</file>

<file path=customXml/_rels/item2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9.xml"/></Relationships>
</file>

<file path=customXml/_rels/item3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0.xml"/></Relationships>
</file>

<file path=customXml/_rels/item3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1.xml"/></Relationships>
</file>

<file path=customXml/_rels/item3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2.xml"/></Relationships>
</file>

<file path=customXml/_rels/item3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3.xml"/></Relationships>
</file>

<file path=customXml/_rels/item3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4.xml"/></Relationships>
</file>

<file path=customXml/_rels/item3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5.xml"/></Relationships>
</file>

<file path=customXml/_rels/item3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6.xml"/></Relationships>
</file>

<file path=customXml/_rels/item3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7.xml"/></Relationships>
</file>

<file path=customXml/_rels/item3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8.xml"/></Relationships>
</file>

<file path=customXml/_rels/item3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9.xml"/></Relationships>
</file>

<file path=customXml/item1.xml><?xml version="1.0" encoding="utf-8"?>
<TemplafySlideTemplateConfiguration><![CDATA[{"slideVersion":22,"isValidatorEnabled":false,"isLocked":false,"elementsMetadata":[],"slideId":"638331234103040955","enableDocumentContentUpdater":false,"version":"2.0"}]]></TemplafySlideTemplateConfiguration>
</file>

<file path=customXml/item2.xml><?xml version="1.0" encoding="utf-8"?>
<TemplafySlideTemplateConfiguration><![CDATA[{"slideVersion":18,"isValidatorEnabled":false,"isLocked":false,"elementsMetadata":[],"slideId":"638331234102931200","enableDocumentContentUpdater":false,"version":"2.0"}]]></TemplafySlideTemplateConfiguration>
</file>

<file path=customXml/item3.xml><?xml version="1.0" encoding="utf-8"?>
<TemplafySlideFormConfiguration><![CDATA[{"formFields":[],"formDataEntries":[]}]]></TemplafySlideFormConfiguration>
</file>

<file path=customXml/item4.xml><?xml version="1.0" encoding="utf-8"?>
<TemplafySlideTemplateConfiguration><![CDATA[{"slideVersion":22,"isValidatorEnabled":false,"isLocked":false,"elementsMetadata":[],"slideId":"638331234103040955","enableDocumentContentUpdater":false,"version":"2.0"}]]></TemplafySlideTemplateConfiguration>
</file>

<file path=customXml/item5.xml><?xml version="1.0" encoding="utf-8"?>
<TemplafySlideFormConfiguration><![CDATA[{"formFields":[],"formDataEntries":[]}]]></TemplafySlideFormConfiguration>
</file>

<file path=customXml/item6.xml><?xml version="1.0" encoding="utf-8"?>
<TemplafySlideFormConfiguration><![CDATA[{"formFields":[],"formDataEntries":[]}]]></TemplafySlideFormConfiguration>
</file>

<file path=customXml/item7.xml><?xml version="1.0" encoding="utf-8"?>
<TemplafySlideTemplateConfiguration><![CDATA[{"slideVersion":22,"isValidatorEnabled":false,"isLocked":false,"elementsMetadata":[],"slideId":"638331234103040955","enableDocumentContentUpdater":false,"version":"2.0"}]]></TemplafySlideTemplateConfiguration>
</file>

<file path=customXml/item8.xml><?xml version="1.0" encoding="utf-8"?>
<TemplafySlideFormConfiguration><![CDATA[{"formFields":[],"formDataEntries":[]}]]></TemplafySlideFormConfiguration>
</file>

<file path=customXml/item9.xml><?xml version="1.0" encoding="utf-8"?>
<TemplafySlideFormConfiguration><![CDATA[{"formFields":[],"formDataEntries":[]}]]></TemplafySlideFormConfiguration>
</file>

<file path=customXml/item10.xml><?xml version="1.0" encoding="utf-8"?>
<TemplafySlideTemplateConfiguration><![CDATA[{"slideVersion":22,"isValidatorEnabled":false,"isLocked":false,"elementsMetadata":[],"slideId":"638331234103040955","enableDocumentContentUpdater":false,"version":"2.0"}]]></TemplafySlideTemplateConfiguration>
</file>

<file path=customXml/item11.xml><?xml version="1.0" encoding="utf-8"?>
<TemplafySlideTemplateConfiguration><![CDATA[{"slideVersion":22,"isValidatorEnabled":false,"isLocked":false,"elementsMetadata":[],"slideId":"638331234103040955","enableDocumentContentUpdater":false,"version":"2.0"}]]></TemplafySlideTemplateConfiguration>
</file>

<file path=customXml/item12.xml><?xml version="1.0" encoding="utf-8"?>
<TemplafySlideFormConfiguration><![CDATA[{"formFields":[],"formDataEntries":[]}]]></TemplafySlideFormConfiguration>
</file>

<file path=customXml/item13.xml><?xml version="1.0" encoding="utf-8"?>
<TemplafySlideFormConfiguration><![CDATA[{"formFields":[],"formDataEntries":[]}]]></TemplafySlideFormConfiguration>
</file>

<file path=customXml/item14.xml><?xml version="1.0" encoding="utf-8"?>
<TemplafySlideFormConfiguration><![CDATA[{"formFields":[],"formDataEntries":[]}]]></TemplafySlideFormConfiguration>
</file>

<file path=customXml/item15.xml><?xml version="1.0" encoding="utf-8"?>
<TemplafySlideTemplateConfiguration><![CDATA[{"slideVersion":22,"isValidatorEnabled":false,"isLocked":false,"elementsMetadata":[],"slideId":"638331234103040955","enableDocumentContentUpdater":false,"version":"2.0"}]]></TemplafySlideTemplateConfiguration>
</file>

<file path=customXml/item16.xml><?xml version="1.0" encoding="utf-8"?>
<TemplafySlideTemplateConfiguration><![CDATA[{"slideVersion":22,"isValidatorEnabled":false,"isLocked":false,"elementsMetadata":[],"slideId":"638331234103040955","enableDocumentContentUpdater":false,"version":"2.0"}]]></TemplafySlideTemplateConfiguration>
</file>

<file path=customXml/item17.xml><?xml version="1.0" encoding="utf-8"?>
<TemplafySlideFormConfiguration><![CDATA[{"formFields":[],"formDataEntries":[]}]]></TemplafySlideFormConfiguration>
</file>

<file path=customXml/item18.xml><?xml version="1.0" encoding="utf-8"?>
<TemplafySlideTemplateConfiguration><![CDATA[{"slideVersion":22,"isValidatorEnabled":false,"isLocked":false,"elementsMetadata":[],"slideId":"638331234103040955","enableDocumentContentUpdater":false,"version":"2.0"}]]></TemplafySlideTemplateConfiguration>
</file>

<file path=customXml/item19.xml><?xml version="1.0" encoding="utf-8"?>
<TemplafySlideTemplateConfiguration><![CDATA[{"slideVersion":22,"isValidatorEnabled":false,"isLocked":false,"elementsMetadata":[],"slideId":"638331234103040955","enableDocumentContentUpdater":false,"version":"2.0"}]]></TemplafySlideTemplateConfiguration>
</file>

<file path=customXml/item20.xml><?xml version="1.0" encoding="utf-8"?>
<TemplafySlideFormConfiguration><![CDATA[{"formFields":[{"required":false,"placeholder":"","lines":1,"defaultValue":"{{StringJoin(\" \", UserProfile.FirstName,UserProfile.LastName)}}","helpTexts":{"prefix":"After your name, include your preferred pronouns (they/them, she/her, he/him)."},"shareValue":false,"type":"textBox","name":"SpeakerName","label":"Name and Pronouns"},{"required":false,"placeholder":"","lines":1,"defaultValue":"{{UserProfile.Email}}","shareValue":false,"type":"textBox","name":"Email","label":"Email"}],"formDataEntries":[]}]]></TemplafySlideFormConfiguration>
</file>

<file path=customXml/item21.xml><?xml version="1.0" encoding="utf-8"?>
<TemplafySlideTemplateConfiguration><![CDATA[{"slideVersion":18,"isValidatorEnabled":false,"isLocked":false,"elementsMetadata":[],"slideId":"638331234102931200","enableDocumentContentUpdater":false,"version":"2.0"}]]></TemplafySlideTemplateConfiguration>
</file>

<file path=customXml/item22.xml><?xml version="1.0" encoding="utf-8"?>
<TemplafySlideTemplateConfiguration><![CDATA[{"slideVersion":18,"isValidatorEnabled":false,"isLocked":false,"elementsMetadata":[{"type":"shape","elementConfiguration":{"binding":"{{Form.SpeakerName}}","type":"text","disableUpdates":false}},{"type":"shape","elementConfiguration":{"binding":"{{Form.Email}}","type":"text","disableUpdates":false}},{"type":"shape","elementConfiguration":{"binding":"{{DataSources.PPTCopyRight[\"Slide 5 copyright\"].CopyrightMessage}}","visibility":"","type":"text","disableUpdates":false}}],"slideId":"638331234103056874","enableDocumentContentUpdater":false,"version":"2.0"}]]></TemplafySlideTemplateConfiguration>
</file>

<file path=customXml/item23.xml><?xml version="1.0" encoding="utf-8"?>
<TemplafyFormConfiguration><![CDATA[{"formFields":[{"distinct":false,"hideIfNoUserInteractionRequired":false,"required":true,"autoSelectFirstOption":false,"shareValue":false,"type":"dropDown","dataSourceName":"PPTSubBrandLogos2023","dataSourceFieldName":"Name","name":"SAPLogo","label":"Select Template"},{"distinct":false,"hideIfNoUserInteractionRequired":false,"required":true,"autoSelectFirstOption":false,"shareValue":false,"type":"dropDown","dataSourceName":"Classification","dataSourceFieldName":"Name","name":"Classification","label":"Select Classification"},{"required":false,"shareValue":false,"type":"datePicker","name":"Date","label":"Date"},{"required":false,"placeholder":"","lines":1,"defaultValue":"{{StringJoin(\" \", UserProfile.FirstName,UserProfile.LastName)}}","helpTexts":{"prefix":"After your name, include your preferred pronouns (they/them, she/her, he/him)."},"shareValue":false,"type":"textBox","name":"SpeakerName","label":"Name and Pronouns"},{"required":false,"placeholder":"","lines":1,"defaultValue":"{{UserProfile.Email}}","shareValue":false,"type":"textBox","name":"Email","label":"Email"}],"formDataEntries":[{"name":"SAPLogo","value":"pxB0tb4qiCEYCgGk2fAV86fXsKRk9ZMKiRC3VaLJ5C8="},{"name":"Classification","value":"bNSU3Pw4Gyc4shCtJaykrx0wvtlxo5J8zr5MhVcSZRA="},{"name":"Date","value":"yHTFu/RtfRkmltpVE3Q3ZQ=="},{"name":"SpeakerName","value":"cIli6ttkU7tmz6qEWyHiOuYk4rJ2b4yYUP/2NRPMYy8="},{"name":"Email","value":"ggyu8357DTUWJmDbBo6DdfyTQpW0Uhsrchd5up9ZItI="}]}]]></TemplafyFormConfiguration>
</file>

<file path=customXml/item2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5.xml><?xml version="1.0" encoding="utf-8"?>
<TemplafyTemplateConfiguration><![CDATA[{"elementsMetadata":[{"type":"shape","id":"8165f230-9873-4d8b-b4be-530f3e95b037","elementConfiguration":{"binding":"{{ DataSources.Classification[Form.Classification.Name].Display}}","type":"text","disableUpdates":false}},{"type":"shape","id":"6d604c86-9ca0-470e-bd50-8eb5627cd45e","elementConfiguration":{"inheritDimensions":"{{InheritDimensions.InheritNone}}","width":"","height":"1 cm","image":"{{Form.SAPLogo.SubbrandBlue}}","visibility":"","type":"image","disableUpdates":false}},{"type":"shape","id":"12346a71-a9fd-4c14-9cf9-2a5eb7f12f2d","elementConfiguration":{"binding":"{{Form.Classification.Display}}","visibility":"","type":"text","disableUpdates":false}},{"type":"shape","id":"df8f8317-3e53-414d-a288-12715b39745c","elementConfiguration":{"binding":"{{Form.Classification.Display}}","visibility":"","type":"text","disableUpdates":false}},{"type":"shape","id":"352a482c-91c5-4932-acc6-ee7691608e72","elementConfiguration":{"inheritDimensions":"{{InheritDimensions.InheritNone}}","width":"","height":"1 cm","image":"{{Form.SAPLogo.SubbrandBlack}}","visibility":"","type":"image","disableUpdates":false}},{"type":"shape","id":"395253b2-14d8-4ac5-977c-1f76f86db0e6","elementConfiguration":{"inheritDimensions":"{{InheritDimensions.InheritNone}}","width":"","height":"1 cm","image":"{{Form.SAPLogo.SubbrandWhite}}","visibility":"","type":"image","disableUpdates":false}},{"type":"shape","id":"68796ab6-fed1-4b03-923a-735d1d4cde78","elementConfiguration":{"binding":"{{Form.Classification.Display}}","visibility":"","type":"text","disableUpdates":false}},{"type":"shape","id":"331c0171-b0f7-4026-ab21-71619921176e","elementConfiguration":{"inheritDimensions":"{{InheritDimensions.InheritNone}}","width":"","height":"1 cm","image":"{{Form.SAPLogo.SubbrandBlue}}","visibility":"","type":"image","disableUpdates":false}},{"type":"shape","id":"037c0a3e-6352-455f-9160-e71328e708a7","elementConfiguration":{"binding":"{{Form.Classification.Display}}","visibility":"","type":"text","disableUpdates":false}},{"type":"shape","id":"79ab2b67-519b-40b1-8b57-8bb3f8e7a207","elementConfiguration":{"inheritDimensions":"{{InheritDimensions.InheritNone}}","width":"","height":"1 cm","image":"{{Form.SAPLogo.SubbrandBlue}}","visibility":"","type":"image","disableUpdates":false}},{"type":"shape","id":"aeb809ba-71b0-49b7-9c66-bef6372df9e5","elementConfiguration":{"binding":"{{Form.Classification.Display}}","visibility":"","type":"text","disableUpdates":false}},{"type":"shape","id":"c968f431-1568-4680-b996-a32e3ba7e919","elementConfiguration":{"inheritDimensions":"{{InheritDimensions.InheritNone}}","width":"","height":"1 cm","image":"{{Form.SAPLogo.SubbrandBlue}}","visibility":"","type":"image","disableUpdates":false}},{"type":"shape","id":"cc09cad4-a3c3-4702-b234-cebc35e57bc1","elementConfiguration":{"binding":"{{Form.Classification.Display}}","visibility":"","type":"text","disableUpdates":false}},{"type":"shape","id":"61cea012-5480-4a54-a439-e3d86531995c","elementConfiguration":{"inheritDimensions":"{{InheritDimensions.InheritNone}}","width":"","height":"1 cm","image":"{{Form.SAPLogo.SubbrandWhite}}","visibility":"","type":"image","disableUpdates":false}},{"type":"shape","id":"8a01900b-41cc-4be9-b137-5d105521e093","elementConfiguration":{"binding":"{{Form.Classification.Display}}","visibility":"","type":"text","disableUpdates":false}},{"type":"shape","id":"61f64eb8-ed19-4ef7-8826-c679e849ee06","elementConfiguration":{"binding":"{{DataSources.PPTCopyRight[\"Slide 5 copyright\"].CopyrightMessage}}","visibility":"","type":"text","disableUpdates":false}},{"type":"shape","id":"92f237cb-0fce-4bdc-b01e-e192ee1e6488","elementConfiguration":{"inheritDimensions":"{{InheritDimensions.InheritNone}}","width":"","height":"1 cm","image":"{{Form.SAPLogo.SubbrandBlack}}","visibility":"","type":"image","disableUpdates":false}},{"type":"shape","id":"32a11dee-2c24-429c-a116-1aef7558489e","elementConfiguration":{"binding":"{{Form.Classification.Display}}","visibility":"","type":"text","disableUpdates":false}},{"type":"shape","id":"87fc0d9e-ae98-4e8a-a05f-24dc22aac3d6","elementConfiguration":{"inheritDimensions":"{{InheritDimensions.InheritNone}}","width":"","height":"1 cm","image":"{{Form.SAPLogo.SubbrandWhite}}","visibility":"","type":"image","disableUpdates":false}},{"type":"shape","id":"6e8ecd05-1335-4a87-8374-53bd0acbebe9","elementConfiguration":{"binding":"{{Form.Classification.Display}}","visibility":"","type":"text","disableUpdates":false}},{"type":"shape","id":"a92ced89-a765-4ae6-ad95-80b3cb32b126","elementConfiguration":{"inheritDimensions":"{{InheritDimensions.InheritNone}}","width":"","height":"1 cm","image":"{{Form.SAPLogo.SubbrandBlack}}","visibility":"","type":"image","disableUpdates":false}},{"type":"shape","id":"14540fae-7ac0-4858-a446-38e505e75159","elementConfiguration":{"binding":"{{Form.Classification.Display}}","visibility":"","type":"text","disableUpdates":false}},{"type":"shape","id":"6c539956-302e-4c1d-b0c9-4bcb5e3d0a19","elementConfiguration":{"inheritDimensions":"{{InheritDimensions.InheritNone}}","width":"","height":"1 cm","image":"{{Form.SAPLogo.SubbrandWhite}}","visibility":"","type":"image","disableUpdates":false}},{"type":"shape","id":"b2328a61-f701-4752-8990-3c6e89ffdec3","elementConfiguration":{"binding":"{{Form.Classification.Display}}","visibility":"","type":"text","disableUpdates":false}},{"type":"shape","id":"e7ae2c3b-1804-4c78-b8f1-8f2675c0be56","elementConfiguration":{"inheritDimensions":"{{InheritDimensions.InheritNone}}","width":"","height":"1 cm","image":"{{Form.SAPLogo.SubbrandWhite}}","visibility":"","type":"image","disableUpdates":false}},{"type":"shape","id":"1fedf3ce-188e-4248-9dd0-b9fd895449d1","elementConfiguration":{"binding":"{{Form.Classification.Display}}","visibility":"","type":"text","disableUpdates":false}},{"type":"shape","id":"446f9168-5e0e-46a6-aee2-f9a99c5fb99a","elementConfiguration":{"binding":"{{StringJoin(\", \", Form.SpeakerName,\"SAP\")}}","type":"text","disableUpdates":false}},{"type":"shape","id":"b605c375-51c9-4f33-ad74-9446992ccd61","elementConfiguration":{"binding":"{{FormatDateTime(Form.Date,\"MMMM dd, yyyy\",\"en-US\")}}","type":"text","disableUpdates":false}},{"type":"shape","id":"c2ff8dce-e89f-4516-a206-269a7586aff1","elementConfiguration":{"binding":"{{StringJoin(\", \", Form.SpeakerName,\"SAP\")}}","type":"text","disableUpdates":false}},{"type":"shape","id":"b189a469-57f1-44d9-b0e4-21f6970a07c4","elementConfiguration":{"binding":"{{FormatDateTime(Form.Date,\"MMMM dd, yyyy\",\"en-US\")}}","type":"text","disableUpdates":false}},{"type":"shape","id":"f0e805c5-8b73-438f-a96b-e6440cf417bf","elementConfiguration":{"binding":"{{StringJoin(\", \", Form.SpeakerName,\"SAP\")}}","type":"text","disableUpdates":false}},{"type":"shape","id":"a45d9a03-cc6e-4731-87ff-77dcbe59f1db","elementConfiguration":{"binding":"{{FormatDateTime(Form.Date,\"MMMM dd, yyyy\",\"en-US\")}}","type":"text","disableUpdates":false}},{"type":"shape","id":"2046c031-df88-4e1c-8c35-002cf33ad415","elementConfiguration":{"binding":"{{StringJoin(\", \", Form.SpeakerName,\"SAP\")}}","type":"text","disableUpdates":false}},{"type":"shape","id":"b08654da-c7b6-4708-99db-8e5ddfe06188","elementConfiguration":{"binding":"{{FormatDateTime(Form.Date,\"MMMM dd, yyyy\",\"en-US\")}}","type":"text","disableUpdates":false}},{"type":"shape","id":"e34c7dbb-c42f-4354-898b-10ddff598596","elementConfiguration":{"binding":"{{StringJoin(\", \", Form.SpeakerName,\"SAP\")}}","type":"text","disableUpdates":false}},{"type":"shape","id":"f80b7829-d486-42eb-8307-30803ad88107","elementConfiguration":{"binding":"{{FormatDateTime(Form.Date,\"MMMM dd, yyyy\",\"en-US\")}}","type":"text","disableUpdates":false}},{"type":"shape","id":"1b55f4b8-7d77-4a65-bd39-d878d8b46c77","elementConfiguration":{"binding":"{{StringJoin(\", \", Form.SpeakerName,\"SAP\")}}","type":"text","disableUpdates":false}},{"type":"shape","id":"7ee73437-83f4-42da-b575-64014f18bf3f","elementConfiguration":{"binding":"{{FormatDateTime(Form.Date,\"MMMM dd, yyyy\",\"en-US\")}}","type":"text","disableUpdates":false}},{"type":"shape","id":"a7429de8-48e2-43f1-a105-7bf933c2d581","elementConfiguration":{"binding":"{{Form.SpeakerName}}","type":"text","disableUpdates":false}},{"type":"shape","id":"2e179d0e-cce8-436f-a256-905a3651c8d5","elementConfiguration":{"binding":"{{Form.Email}}","type":"text","disableUpdates":false}}],"transformationConfigurations":[],"templateName":"SAP Template 2025","templateDescription":"","enableDocumentContentUpdater":true,"version":"2.0"}]]></TemplafyTemplateConfiguration>
</file>

<file path=customXml/item26.xml><?xml version="1.0" encoding="utf-8"?>
<TemplafySlideTemplateConfiguration><![CDATA[{"slideVersion":19,"isValidatorEnabled":false,"isLocked":false,"elementsMetadata":[],"slideId":"638331234103099669","enableDocumentContentUpdater":false,"version":"2.0"}]]></TemplafySlideTemplateConfiguration>
</file>

<file path=customXml/item27.xml><?xml version="1.0" encoding="utf-8"?>
<TemplafySlideTemplateConfiguration><![CDATA[{"slideVersion":22,"isValidatorEnabled":false,"isLocked":false,"elementsMetadata":[],"slideId":"638331234103040955","enableDocumentContentUpdater":false,"version":"2.0"}]]></TemplafySlideTemplateConfiguration>
</file>

<file path=customXml/item28.xml><?xml version="1.0" encoding="utf-8"?>
<TemplafySlideFormConfiguration><![CDATA[{"formFields":[],"formDataEntries":[]}]]></TemplafySlideFormConfiguration>
</file>

<file path=customXml/item29.xml><?xml version="1.0" encoding="utf-8"?>
<TemplafySlideFormConfiguration><![CDATA[{"formFields":[],"formDataEntries":[]}]]></TemplafySlideFormConfiguration>
</file>

<file path=customXml/item30.xml><?xml version="1.0" encoding="utf-8"?>
<TemplafySlideFormConfiguration><![CDATA[{"formFields":[],"formDataEntries":[]}]]></TemplafySlideFormConfiguration>
</file>

<file path=customXml/item3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sponsibleContact xmlns="47fc58d8-9f4b-4bc8-b278-c3cb6f298023">
      <UserInfo>
        <DisplayName/>
        <AccountId xsi:nil="true"/>
        <AccountType/>
      </UserInfo>
    </ResponsibleContact>
  </documentManagement>
</p:properties>
</file>

<file path=customXml/item32.xml><?xml version="1.0" encoding="utf-8"?>
<TemplafySlideTemplateConfiguration><![CDATA[{"slideVersion":20,"isValidatorEnabled":false,"isLocked":false,"elementsMetadata":[{"type":"shape","elementConfiguration":{"binding":"{{StringJoin(\", \", Form.SpeakerName,\"SAP\")}}","type":"text","disableUpdates":false}},{"type":"shape","elementConfiguration":{"binding":"{{FormatDateTime(Form.Date,\"MMMM dd, yyyy\",\"en-US\")}}","type":"text","disableUpdates":false}},{"type":"shape","elementConfiguration":{"inheritDimensions":"{{InheritDimensions.InheritNone}}","width":"","height":"1 cm","image":"{{Form.SAPLogo.SubbrandBlue}}","visibility":"","type":"image","disableUpdates":false}},{"type":"shape","elementConfiguration":{"binding":"{{Form.Classification.Display}}","visibility":"","type":"text","disableUpdates":false}}],"slideId":"638331234101560684","enableDocumentContentUpdater":false,"version":"2.0"}]]></TemplafySlideTemplateConfiguration>
</file>

<file path=customXml/item33.xml><?xml version="1.0" encoding="utf-8"?>
<TemplafySlideFormConfiguration><![CDATA[{"formFields":[],"formDataEntries":[]}]]></TemplafySlideFormConfiguration>
</file>

<file path=customXml/item34.xml><?xml version="1.0" encoding="utf-8"?>
<TemplafySlideTemplateConfiguration><![CDATA[{"slideVersion":7,"isValidatorEnabled":false,"isLocked":false,"elementsMetadata":[],"slideId":"638331234103040955","enableDocumentContentUpdater":false,"version":"2.0"}]]></TemplafySlideTemplateConfiguration>
</file>

<file path=customXml/item35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15F0F9DCBF1E94796646FCF98A7C072" ma:contentTypeVersion="13" ma:contentTypeDescription="Create a new document." ma:contentTypeScope="" ma:versionID="5b306df2387467d165757eb5a8cdddaa">
  <xsd:schema xmlns:xsd="http://www.w3.org/2001/XMLSchema" xmlns:xs="http://www.w3.org/2001/XMLSchema" xmlns:p="http://schemas.microsoft.com/office/2006/metadata/properties" xmlns:ns2="0e00d59e-b0d2-4e67-be34-67e465b0fbed" xmlns:ns3="47fc58d8-9f4b-4bc8-b278-c3cb6f298023" targetNamespace="http://schemas.microsoft.com/office/2006/metadata/properties" ma:root="true" ma:fieldsID="eebd9c38828bcd412c0ba6e1c1867684" ns2:_="" ns3:_="">
    <xsd:import namespace="0e00d59e-b0d2-4e67-be34-67e465b0fbed"/>
    <xsd:import namespace="47fc58d8-9f4b-4bc8-b278-c3cb6f298023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ResponsibleContact" minOccurs="0"/>
                <xsd:element ref="ns3:MediaServiceLocation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00d59e-b0d2-4e67-be34-67e465b0fbe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fc58d8-9f4b-4bc8-b278-c3cb6f2980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ResponsibleContact" ma:index="17" nillable="true" ma:displayName="Responsible Contact" ma:format="Dropdown" ma:list="UserInfo" ma:SharePointGroup="0" ma:internalName="ResponsibleContact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6.xml><?xml version="1.0" encoding="utf-8"?>
<TemplafySlideFormConfiguration><![CDATA[{"formFields":[],"formDataEntries":[]}]]></TemplafySlideFormConfiguration>
</file>

<file path=customXml/item37.xml><?xml version="1.0" encoding="utf-8"?>
<TemplafySlideFormConfiguration><![CDATA[{"formFields":[],"formDataEntries":[]}]]></TemplafySlideFormConfiguration>
</file>

<file path=customXml/item38.xml><?xml version="1.0" encoding="utf-8"?>
<TemplafySlideFormConfiguration><![CDATA[{"formFields":[{"distinct":false,"hideIfNoUserInteractionRequired":false,"required":true,"autoSelectFirstOption":false,"shareValue":false,"type":"dropDown","dataSourceName":"PPTSubBrandLogos2023","dataSourceFieldName":"Name","name":"SAPLogo","label":"Select Template"},{"distinct":false,"hideIfNoUserInteractionRequired":false,"required":true,"autoSelectFirstOption":false,"shareValue":false,"type":"dropDown","dataSourceName":"Classification","dataSourceFieldName":"Name","name":"Classification","label":"Select Classification"},{"required":false,"shareValue":false,"type":"datePicker","name":"Date","label":"Date"},{"required":false,"placeholder":"","lines":1,"defaultValue":"{{StringJoin(\" \", UserProfile.FirstName,UserProfile.LastName)}}","helpTexts":{"prefix":"After your name, include your preferred pronouns (they/them, she/her, he/him)."},"shareValue":false,"type":"textBox","name":"SpeakerName","label":"Name and Pronouns"}],"formDataEntries":[]}]]></TemplafySlideFormConfiguration>
</file>

<file path=customXml/item39.xml><?xml version="1.0" encoding="utf-8"?>
<TemplafySlideTemplateConfiguration><![CDATA[{"slideVersion":22,"isValidatorEnabled":false,"isLocked":false,"elementsMetadata":[],"slideId":"638331234103040955","enableDocumentContentUpdater":false,"version":"2.0"}]]></TemplafySlideTemplateConfiguration>
</file>

<file path=customXml/itemProps1.xml><?xml version="1.0" encoding="utf-8"?>
<ds:datastoreItem xmlns:ds="http://schemas.openxmlformats.org/officeDocument/2006/customXml" ds:itemID="{8A829B36-8C59-4F98-BFB8-691798DD22B6}">
  <ds:schemaRefs/>
</ds:datastoreItem>
</file>

<file path=customXml/itemProps2.xml><?xml version="1.0" encoding="utf-8"?>
<ds:datastoreItem xmlns:ds="http://schemas.openxmlformats.org/officeDocument/2006/customXml" ds:itemID="{1F7F52FE-0325-4E16-9DBE-0FA6122B21C7}">
  <ds:schemaRefs/>
</ds:datastoreItem>
</file>

<file path=customXml/itemProps3.xml><?xml version="1.0" encoding="utf-8"?>
<ds:datastoreItem xmlns:ds="http://schemas.openxmlformats.org/officeDocument/2006/customXml" ds:itemID="{61B7C725-5FFC-4B45-9644-B9666F5C40B9}">
  <ds:schemaRefs/>
</ds:datastoreItem>
</file>

<file path=customXml/itemProps4.xml><?xml version="1.0" encoding="utf-8"?>
<ds:datastoreItem xmlns:ds="http://schemas.openxmlformats.org/officeDocument/2006/customXml" ds:itemID="{45DC340F-B8B4-4A03-848F-13B418F0CC0E}">
  <ds:schemaRefs/>
</ds:datastoreItem>
</file>

<file path=customXml/itemProps5.xml><?xml version="1.0" encoding="utf-8"?>
<ds:datastoreItem xmlns:ds="http://schemas.openxmlformats.org/officeDocument/2006/customXml" ds:itemID="{C0D806B2-F3CA-4DBC-BDF1-1BEC1E026D6D}">
  <ds:schemaRefs/>
</ds:datastoreItem>
</file>

<file path=customXml/itemProps6.xml><?xml version="1.0" encoding="utf-8"?>
<ds:datastoreItem xmlns:ds="http://schemas.openxmlformats.org/officeDocument/2006/customXml" ds:itemID="{4D4DDB73-B023-4830-8489-2A84971E31CD}">
  <ds:schemaRefs/>
</ds:datastoreItem>
</file>

<file path=customXml/itemProps7.xml><?xml version="1.0" encoding="utf-8"?>
<ds:datastoreItem xmlns:ds="http://schemas.openxmlformats.org/officeDocument/2006/customXml" ds:itemID="{5E87D9B2-1734-4F59-9CA8-9706DAE710DC}">
  <ds:schemaRefs/>
</ds:datastoreItem>
</file>

<file path=customXml/itemProps8.xml><?xml version="1.0" encoding="utf-8"?>
<ds:datastoreItem xmlns:ds="http://schemas.openxmlformats.org/officeDocument/2006/customXml" ds:itemID="{ADBA3BD9-4B2A-465B-9947-0F5624617E26}">
  <ds:schemaRefs/>
</ds:datastoreItem>
</file>

<file path=customXml/itemProps9.xml><?xml version="1.0" encoding="utf-8"?>
<ds:datastoreItem xmlns:ds="http://schemas.openxmlformats.org/officeDocument/2006/customXml" ds:itemID="{E62A7ADF-33E2-40C7-8ABC-550056074006}">
  <ds:schemaRefs/>
</ds:datastoreItem>
</file>

<file path=customXml/itemProps10.xml><?xml version="1.0" encoding="utf-8"?>
<ds:datastoreItem xmlns:ds="http://schemas.openxmlformats.org/officeDocument/2006/customXml" ds:itemID="{4853BD5C-FC1B-42CD-BFBA-D16C2BF8D6B9}">
  <ds:schemaRefs/>
</ds:datastoreItem>
</file>

<file path=customXml/itemProps11.xml><?xml version="1.0" encoding="utf-8"?>
<ds:datastoreItem xmlns:ds="http://schemas.openxmlformats.org/officeDocument/2006/customXml" ds:itemID="{40C4FDD1-206A-4092-88B4-607203E9C1C6}">
  <ds:schemaRefs/>
</ds:datastoreItem>
</file>

<file path=customXml/itemProps12.xml><?xml version="1.0" encoding="utf-8"?>
<ds:datastoreItem xmlns:ds="http://schemas.openxmlformats.org/officeDocument/2006/customXml" ds:itemID="{E37F62C8-9841-4E42-BC1F-B703EE898ABA}">
  <ds:schemaRefs/>
</ds:datastoreItem>
</file>

<file path=customXml/itemProps13.xml><?xml version="1.0" encoding="utf-8"?>
<ds:datastoreItem xmlns:ds="http://schemas.openxmlformats.org/officeDocument/2006/customXml" ds:itemID="{82D423E3-093A-4CA6-B2FE-26FB81DEBD78}">
  <ds:schemaRefs/>
</ds:datastoreItem>
</file>

<file path=customXml/itemProps14.xml><?xml version="1.0" encoding="utf-8"?>
<ds:datastoreItem xmlns:ds="http://schemas.openxmlformats.org/officeDocument/2006/customXml" ds:itemID="{32B4CE40-A540-46F0-A4B7-2503498DD8B0}">
  <ds:schemaRefs/>
</ds:datastoreItem>
</file>

<file path=customXml/itemProps15.xml><?xml version="1.0" encoding="utf-8"?>
<ds:datastoreItem xmlns:ds="http://schemas.openxmlformats.org/officeDocument/2006/customXml" ds:itemID="{9E6B423A-8A3B-4314-9A6D-DF0CDF5D1229}">
  <ds:schemaRefs/>
</ds:datastoreItem>
</file>

<file path=customXml/itemProps16.xml><?xml version="1.0" encoding="utf-8"?>
<ds:datastoreItem xmlns:ds="http://schemas.openxmlformats.org/officeDocument/2006/customXml" ds:itemID="{6E2C9A46-AA06-4E95-8800-203BF288AA2A}">
  <ds:schemaRefs/>
</ds:datastoreItem>
</file>

<file path=customXml/itemProps17.xml><?xml version="1.0" encoding="utf-8"?>
<ds:datastoreItem xmlns:ds="http://schemas.openxmlformats.org/officeDocument/2006/customXml" ds:itemID="{E3649AC2-471B-4EB7-96A0-42340B3181CC}">
  <ds:schemaRefs/>
</ds:datastoreItem>
</file>

<file path=customXml/itemProps18.xml><?xml version="1.0" encoding="utf-8"?>
<ds:datastoreItem xmlns:ds="http://schemas.openxmlformats.org/officeDocument/2006/customXml" ds:itemID="{3ADB28B4-920F-45EE-8874-1549B36A462A}">
  <ds:schemaRefs/>
</ds:datastoreItem>
</file>

<file path=customXml/itemProps19.xml><?xml version="1.0" encoding="utf-8"?>
<ds:datastoreItem xmlns:ds="http://schemas.openxmlformats.org/officeDocument/2006/customXml" ds:itemID="{73C65AFD-EB9C-4CB4-9F42-9D7A461B27DF}">
  <ds:schemaRefs/>
</ds:datastoreItem>
</file>

<file path=customXml/itemProps20.xml><?xml version="1.0" encoding="utf-8"?>
<ds:datastoreItem xmlns:ds="http://schemas.openxmlformats.org/officeDocument/2006/customXml" ds:itemID="{47869D81-24A3-1649-A7BC-E604AE89024C}">
  <ds:schemaRefs/>
</ds:datastoreItem>
</file>

<file path=customXml/itemProps21.xml><?xml version="1.0" encoding="utf-8"?>
<ds:datastoreItem xmlns:ds="http://schemas.openxmlformats.org/officeDocument/2006/customXml" ds:itemID="{97E3BD22-8559-41C7-B32B-85AADBCE3220}">
  <ds:schemaRefs/>
</ds:datastoreItem>
</file>

<file path=customXml/itemProps22.xml><?xml version="1.0" encoding="utf-8"?>
<ds:datastoreItem xmlns:ds="http://schemas.openxmlformats.org/officeDocument/2006/customXml" ds:itemID="{3E4381A6-8E2C-574D-B48E-536A53B18F66}">
  <ds:schemaRefs/>
</ds:datastoreItem>
</file>

<file path=customXml/itemProps23.xml><?xml version="1.0" encoding="utf-8"?>
<ds:datastoreItem xmlns:ds="http://schemas.openxmlformats.org/officeDocument/2006/customXml" ds:itemID="{CC49FFC8-2FF3-4057-96F0-3BCD1A4F0351}">
  <ds:schemaRefs/>
</ds:datastoreItem>
</file>

<file path=customXml/itemProps24.xml><?xml version="1.0" encoding="utf-8"?>
<ds:datastoreItem xmlns:ds="http://schemas.openxmlformats.org/officeDocument/2006/customXml" ds:itemID="{291DCB28-1C52-4C0E-804A-6BD2D3F0FB8D}">
  <ds:schemaRefs>
    <ds:schemaRef ds:uri="http://schemas.microsoft.com/sharepoint/v3/contenttype/forms"/>
  </ds:schemaRefs>
</ds:datastoreItem>
</file>

<file path=customXml/itemProps25.xml><?xml version="1.0" encoding="utf-8"?>
<ds:datastoreItem xmlns:ds="http://schemas.openxmlformats.org/officeDocument/2006/customXml" ds:itemID="{626BBCBB-1894-4E66-BA48-9E91CE3ACBA0}">
  <ds:schemaRefs/>
</ds:datastoreItem>
</file>

<file path=customXml/itemProps26.xml><?xml version="1.0" encoding="utf-8"?>
<ds:datastoreItem xmlns:ds="http://schemas.openxmlformats.org/officeDocument/2006/customXml" ds:itemID="{0EC57229-3C66-4E28-BE75-EC4AA2288617}">
  <ds:schemaRefs/>
</ds:datastoreItem>
</file>

<file path=customXml/itemProps27.xml><?xml version="1.0" encoding="utf-8"?>
<ds:datastoreItem xmlns:ds="http://schemas.openxmlformats.org/officeDocument/2006/customXml" ds:itemID="{D6C9F408-C9BC-4450-BBC4-45A4DC200958}">
  <ds:schemaRefs/>
</ds:datastoreItem>
</file>

<file path=customXml/itemProps28.xml><?xml version="1.0" encoding="utf-8"?>
<ds:datastoreItem xmlns:ds="http://schemas.openxmlformats.org/officeDocument/2006/customXml" ds:itemID="{7F6898E6-9ADD-4538-B0E5-FC21C8DB6903}">
  <ds:schemaRefs/>
</ds:datastoreItem>
</file>

<file path=customXml/itemProps29.xml><?xml version="1.0" encoding="utf-8"?>
<ds:datastoreItem xmlns:ds="http://schemas.openxmlformats.org/officeDocument/2006/customXml" ds:itemID="{BDFEA006-19F3-45D4-856F-78A56520A419}">
  <ds:schemaRefs/>
</ds:datastoreItem>
</file>

<file path=customXml/itemProps30.xml><?xml version="1.0" encoding="utf-8"?>
<ds:datastoreItem xmlns:ds="http://schemas.openxmlformats.org/officeDocument/2006/customXml" ds:itemID="{3A9F8A55-C9E8-4861-B258-EFC7F141C916}">
  <ds:schemaRefs/>
</ds:datastoreItem>
</file>

<file path=customXml/itemProps31.xml><?xml version="1.0" encoding="utf-8"?>
<ds:datastoreItem xmlns:ds="http://schemas.openxmlformats.org/officeDocument/2006/customXml" ds:itemID="{C1422F45-04DB-421D-8796-270006657806}">
  <ds:schemaRefs>
    <ds:schemaRef ds:uri="http://schemas.openxmlformats.org/package/2006/metadata/core-properties"/>
    <ds:schemaRef ds:uri="http://purl.org/dc/elements/1.1/"/>
    <ds:schemaRef ds:uri="http://purl.org/dc/dcmitype/"/>
    <ds:schemaRef ds:uri="http://schemas.microsoft.com/office/2006/metadata/properties"/>
    <ds:schemaRef ds:uri="0e00d59e-b0d2-4e67-be34-67e465b0fbed"/>
    <ds:schemaRef ds:uri="http://schemas.microsoft.com/office/2006/documentManagement/types"/>
    <ds:schemaRef ds:uri="47fc58d8-9f4b-4bc8-b278-c3cb6f298023"/>
    <ds:schemaRef ds:uri="http://www.w3.org/XML/1998/namespace"/>
    <ds:schemaRef ds:uri="http://schemas.microsoft.com/office/infopath/2007/PartnerControls"/>
    <ds:schemaRef ds:uri="http://purl.org/dc/terms/"/>
  </ds:schemaRefs>
</ds:datastoreItem>
</file>

<file path=customXml/itemProps32.xml><?xml version="1.0" encoding="utf-8"?>
<ds:datastoreItem xmlns:ds="http://schemas.openxmlformats.org/officeDocument/2006/customXml" ds:itemID="{F444086E-23D4-43AE-9B84-AA7543534A61}">
  <ds:schemaRefs/>
</ds:datastoreItem>
</file>

<file path=customXml/itemProps33.xml><?xml version="1.0" encoding="utf-8"?>
<ds:datastoreItem xmlns:ds="http://schemas.openxmlformats.org/officeDocument/2006/customXml" ds:itemID="{33FB1FEE-CFD8-494B-A31F-833EBB36149B}">
  <ds:schemaRefs/>
</ds:datastoreItem>
</file>

<file path=customXml/itemProps34.xml><?xml version="1.0" encoding="utf-8"?>
<ds:datastoreItem xmlns:ds="http://schemas.openxmlformats.org/officeDocument/2006/customXml" ds:itemID="{941DC514-3609-4AE1-9512-884AA360BDBF}">
  <ds:schemaRefs/>
</ds:datastoreItem>
</file>

<file path=customXml/itemProps35.xml><?xml version="1.0" encoding="utf-8"?>
<ds:datastoreItem xmlns:ds="http://schemas.openxmlformats.org/officeDocument/2006/customXml" ds:itemID="{B3812128-B7DF-461F-A8F2-831754A1D2F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e00d59e-b0d2-4e67-be34-67e465b0fbed"/>
    <ds:schemaRef ds:uri="47fc58d8-9f4b-4bc8-b278-c3cb6f29802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6.xml><?xml version="1.0" encoding="utf-8"?>
<ds:datastoreItem xmlns:ds="http://schemas.openxmlformats.org/officeDocument/2006/customXml" ds:itemID="{92314188-A370-4E9A-B6F4-2EEDAF8CD866}">
  <ds:schemaRefs/>
</ds:datastoreItem>
</file>

<file path=customXml/itemProps37.xml><?xml version="1.0" encoding="utf-8"?>
<ds:datastoreItem xmlns:ds="http://schemas.openxmlformats.org/officeDocument/2006/customXml" ds:itemID="{10998164-1569-4BD1-83A7-BF8F111A5D60}">
  <ds:schemaRefs/>
</ds:datastoreItem>
</file>

<file path=customXml/itemProps38.xml><?xml version="1.0" encoding="utf-8"?>
<ds:datastoreItem xmlns:ds="http://schemas.openxmlformats.org/officeDocument/2006/customXml" ds:itemID="{5E726EAB-FE30-4F4D-A478-DE4759D9A12E}">
  <ds:schemaRefs/>
</ds:datastoreItem>
</file>

<file path=customXml/itemProps39.xml><?xml version="1.0" encoding="utf-8"?>
<ds:datastoreItem xmlns:ds="http://schemas.openxmlformats.org/officeDocument/2006/customXml" ds:itemID="{A8DCF2E0-2306-4115-A2E2-06E5996E29D5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927</Words>
  <Application>Microsoft Office PowerPoint</Application>
  <PresentationFormat>Custom</PresentationFormat>
  <Paragraphs>237</Paragraphs>
  <Slides>17</Slides>
  <Notes>12</Notes>
  <HiddenSlides>4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72 Brand</vt:lpstr>
      <vt:lpstr>72 Brand Medium</vt:lpstr>
      <vt:lpstr>Arial</vt:lpstr>
      <vt:lpstr>Courier New</vt:lpstr>
      <vt:lpstr>Symbol</vt:lpstr>
      <vt:lpstr>Wingdings</vt:lpstr>
      <vt:lpstr>Wingdings</vt:lpstr>
      <vt:lpstr>SAP Template 2025</vt:lpstr>
      <vt:lpstr>SAP HANA Cloud MDS Cubes</vt:lpstr>
      <vt:lpstr>MDS Cube | Introduction</vt:lpstr>
      <vt:lpstr>MDS Cube | Agenda</vt:lpstr>
      <vt:lpstr>Technical Background | SAC Dashboards</vt:lpstr>
      <vt:lpstr>Technical Background | SAC Widget Refresh</vt:lpstr>
      <vt:lpstr>Technical Background | SAC Dashboard Refresh</vt:lpstr>
      <vt:lpstr>MDS Cube | Architecture</vt:lpstr>
      <vt:lpstr>MDS Cube | Customer Scenario</vt:lpstr>
      <vt:lpstr>MDS Cube | Customer Scenario</vt:lpstr>
      <vt:lpstr>MDS Cube | Live Demo</vt:lpstr>
      <vt:lpstr>MDS Cube | State of Development</vt:lpstr>
      <vt:lpstr>MDS Cube | References</vt:lpstr>
      <vt:lpstr>Thank you.</vt:lpstr>
      <vt:lpstr>Agenda</vt:lpstr>
      <vt:lpstr>Insert page title (sentence case)</vt:lpstr>
      <vt:lpstr>Insert page title (sentence case)</vt:lpstr>
      <vt:lpstr>Color palette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subject/>
  <dc:creator/>
  <cp:keywords>2024/16:9/white</cp:keywords>
  <dc:description/>
  <cp:lastModifiedBy>Bremerich, Bastian</cp:lastModifiedBy>
  <cp:revision>147</cp:revision>
  <dcterms:created xsi:type="dcterms:W3CDTF">2025-06-21T12:13:13Z</dcterms:created>
  <dcterms:modified xsi:type="dcterms:W3CDTF">2025-07-02T13:15:25Z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3" name="_NewReviewCycle">
    <vt:lpwstr/>
  </property>
  <property fmtid="{D5CDD505-2E9C-101B-9397-08002B2CF9AE}" pid="6" name="ContentTypeId">
    <vt:lpwstr>0x010100615F0F9DCBF1E94796646FCF98A7C072</vt:lpwstr>
  </property>
  <property fmtid="{D5CDD505-2E9C-101B-9397-08002B2CF9AE}" pid="7" name="TemplafyTimeStamp">
    <vt:lpwstr>2025-02-17T09:56:58</vt:lpwstr>
  </property>
  <property fmtid="{D5CDD505-2E9C-101B-9397-08002B2CF9AE}" pid="8" name="TemplafyTenantId">
    <vt:lpwstr>sap</vt:lpwstr>
  </property>
  <property fmtid="{D5CDD505-2E9C-101B-9397-08002B2CF9AE}" pid="9" name="TemplafyTemplateId">
    <vt:lpwstr>743088030174412800</vt:lpwstr>
  </property>
  <property fmtid="{D5CDD505-2E9C-101B-9397-08002B2CF9AE}" pid="10" name="TemplafyUserProfileId">
    <vt:lpwstr>637710779187990332</vt:lpwstr>
  </property>
  <property fmtid="{D5CDD505-2E9C-101B-9397-08002B2CF9AE}" pid="11" name="TemplafyLanguageCode">
    <vt:lpwstr>en-US</vt:lpwstr>
  </property>
  <property fmtid="{D5CDD505-2E9C-101B-9397-08002B2CF9AE}" pid="12" name="TemplafyFromBlank">
    <vt:bool>false</vt:bool>
  </property>
</Properties>
</file>