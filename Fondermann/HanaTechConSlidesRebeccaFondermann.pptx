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10"/>
  </p:sldMasterIdLst>
  <p:notesMasterIdLst>
    <p:notesMasterId r:id="rId28"/>
  </p:notesMasterIdLst>
  <p:handoutMasterIdLst>
    <p:handoutMasterId r:id="rId29"/>
  </p:handoutMasterIdLst>
  <p:sldIdLst>
    <p:sldId id="2061" r:id="rId11"/>
    <p:sldId id="2082" r:id="rId12"/>
    <p:sldId id="2090" r:id="rId13"/>
    <p:sldId id="2088" r:id="rId14"/>
    <p:sldId id="2064" r:id="rId15"/>
    <p:sldId id="2069" r:id="rId16"/>
    <p:sldId id="2077" r:id="rId17"/>
    <p:sldId id="2071" r:id="rId18"/>
    <p:sldId id="2080" r:id="rId19"/>
    <p:sldId id="2081" r:id="rId20"/>
    <p:sldId id="2083" r:id="rId21"/>
    <p:sldId id="2087" r:id="rId22"/>
    <p:sldId id="2089" r:id="rId23"/>
    <p:sldId id="2085" r:id="rId24"/>
    <p:sldId id="2086" r:id="rId25"/>
    <p:sldId id="449" r:id="rId26"/>
    <p:sldId id="2063" r:id="rId27"/>
  </p:sldIdLst>
  <p:sldSz cx="12195175" cy="6858000"/>
  <p:notesSz cx="6858000" cy="9144000"/>
  <p:embeddedFontLst>
    <p:embeddedFont>
      <p:font typeface="72 Brand" panose="020B0504030603020204" pitchFamily="34" charset="0"/>
      <p:regular r:id="rId30"/>
      <p:bold r:id="rId31"/>
      <p:italic r:id="rId32"/>
      <p:boldItalic r:id="rId33"/>
    </p:embeddedFont>
    <p:embeddedFont>
      <p:font typeface="72 Brand Medium" panose="020B0604030603020204" pitchFamily="34" charset="0"/>
      <p:regular r:id="rId34"/>
      <p:italic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custDataLst>
    <p:tags r:id="rId44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B3AFE-FAAD-40FA-94EF-00823166AAF9}" v="1" dt="2025-07-07T12:34:46.721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7795" autoAdjust="0"/>
  </p:normalViewPr>
  <p:slideViewPr>
    <p:cSldViewPr snapToGrid="0" showGuides="1">
      <p:cViewPr varScale="1">
        <p:scale>
          <a:sx n="43" d="100"/>
          <a:sy n="43" d="100"/>
        </p:scale>
        <p:origin x="1032" y="36"/>
      </p:cViewPr>
      <p:guideLst>
        <p:guide pos="3841"/>
        <p:guide orient="horz" pos="3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4008" y="168"/>
      </p:cViewPr>
      <p:guideLst>
        <p:guide orient="horz" pos="2880"/>
        <p:guide pos="2160"/>
      </p:guideLst>
    </p:cSldViewPr>
  </p:notesViewPr>
  <p:gridSpacing cx="936117" cy="93611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font" Target="fonts/font10.fntdata"/><Relationship Id="rId21" Type="http://schemas.openxmlformats.org/officeDocument/2006/relationships/slide" Target="slides/slide11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handoutMaster" Target="handoutMasters/handoutMaster1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49" Type="http://schemas.microsoft.com/office/2016/11/relationships/changesInfo" Target="changesInfos/changesInfo1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31" Type="http://schemas.openxmlformats.org/officeDocument/2006/relationships/font" Target="fonts/font2.fntdata"/><Relationship Id="rId44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ableStyles" Target="tableStyle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viewProps" Target="viewProps.xml"/><Relationship Id="rId20" Type="http://schemas.openxmlformats.org/officeDocument/2006/relationships/slide" Target="slides/slide10.xml"/><Relationship Id="rId41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dermann, Rebecca" userId="68002561-ad47-4e4e-aaea-30fcbde357c8" providerId="ADAL" clId="{32EB3AFE-FAAD-40FA-94EF-00823166AAF9}"/>
    <pc:docChg chg="custSel modMainMaster">
      <pc:chgData name="Fondermann, Rebecca" userId="68002561-ad47-4e4e-aaea-30fcbde357c8" providerId="ADAL" clId="{32EB3AFE-FAAD-40FA-94EF-00823166AAF9}" dt="2025-07-07T13:35:33.883" v="71" actId="139"/>
      <pc:docMkLst>
        <pc:docMk/>
      </pc:docMkLst>
      <pc:sldMasterChg chg="modSldLayout">
        <pc:chgData name="Fondermann, Rebecca" userId="68002561-ad47-4e4e-aaea-30fcbde357c8" providerId="ADAL" clId="{32EB3AFE-FAAD-40FA-94EF-00823166AAF9}" dt="2025-07-07T13:35:33.883" v="71" actId="139"/>
        <pc:sldMasterMkLst>
          <pc:docMk/>
          <pc:sldMasterMk cId="3408294523" sldId="2147483733"/>
        </pc:sldMasterMkLst>
        <pc:sldLayoutChg chg="modSp mod">
          <pc:chgData name="Fondermann, Rebecca" userId="68002561-ad47-4e4e-aaea-30fcbde357c8" providerId="ADAL" clId="{32EB3AFE-FAAD-40FA-94EF-00823166AAF9}" dt="2025-07-07T13:35:33.811" v="49" actId="139"/>
          <pc:sldLayoutMkLst>
            <pc:docMk/>
            <pc:sldMasterMk cId="3408294523" sldId="2147483733"/>
            <pc:sldLayoutMk cId="2247004749" sldId="2147483775"/>
          </pc:sldLayoutMkLst>
          <pc:spChg chg="mod">
            <ac:chgData name="Fondermann, Rebecca" userId="68002561-ad47-4e4e-aaea-30fcbde357c8" providerId="ADAL" clId="{32EB3AFE-FAAD-40FA-94EF-00823166AAF9}" dt="2025-07-07T13:35:33.811" v="49" actId="139"/>
            <ac:spMkLst>
              <pc:docMk/>
              <pc:sldMasterMk cId="3408294523" sldId="2147483733"/>
              <pc:sldLayoutMk cId="2247004749" sldId="2147483775"/>
              <ac:spMk id="6" creationId="{870EB466-B92B-9D4D-974E-A49C0F424152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22" v="51" actId="139"/>
          <pc:sldLayoutMkLst>
            <pc:docMk/>
            <pc:sldMasterMk cId="3408294523" sldId="2147483733"/>
            <pc:sldLayoutMk cId="686078627" sldId="2147483776"/>
          </pc:sldLayoutMkLst>
          <pc:spChg chg="mod">
            <ac:chgData name="Fondermann, Rebecca" userId="68002561-ad47-4e4e-aaea-30fcbde357c8" providerId="ADAL" clId="{32EB3AFE-FAAD-40FA-94EF-00823166AAF9}" dt="2025-07-07T13:35:33.822" v="51" actId="139"/>
            <ac:spMkLst>
              <pc:docMk/>
              <pc:sldMasterMk cId="3408294523" sldId="2147483733"/>
              <pc:sldLayoutMk cId="686078627" sldId="2147483776"/>
              <ac:spMk id="3" creationId="{A6D6797F-FF5B-BE1A-D940-2289CF2968F7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29" v="53" actId="139"/>
          <pc:sldLayoutMkLst>
            <pc:docMk/>
            <pc:sldMasterMk cId="3408294523" sldId="2147483733"/>
            <pc:sldLayoutMk cId="785670917" sldId="2147483777"/>
          </pc:sldLayoutMkLst>
          <pc:spChg chg="mod">
            <ac:chgData name="Fondermann, Rebecca" userId="68002561-ad47-4e4e-aaea-30fcbde357c8" providerId="ADAL" clId="{32EB3AFE-FAAD-40FA-94EF-00823166AAF9}" dt="2025-07-07T13:35:33.829" v="53" actId="139"/>
            <ac:spMkLst>
              <pc:docMk/>
              <pc:sldMasterMk cId="3408294523" sldId="2147483733"/>
              <pc:sldLayoutMk cId="785670917" sldId="2147483777"/>
              <ac:spMk id="7" creationId="{1D05DC80-84C9-9ECA-3B84-3577D8D81659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35" v="55" actId="139"/>
          <pc:sldLayoutMkLst>
            <pc:docMk/>
            <pc:sldMasterMk cId="3408294523" sldId="2147483733"/>
            <pc:sldLayoutMk cId="2888454871" sldId="2147483778"/>
          </pc:sldLayoutMkLst>
          <pc:spChg chg="mod">
            <ac:chgData name="Fondermann, Rebecca" userId="68002561-ad47-4e4e-aaea-30fcbde357c8" providerId="ADAL" clId="{32EB3AFE-FAAD-40FA-94EF-00823166AAF9}" dt="2025-07-07T13:35:33.835" v="55" actId="139"/>
            <ac:spMkLst>
              <pc:docMk/>
              <pc:sldMasterMk cId="3408294523" sldId="2147483733"/>
              <pc:sldLayoutMk cId="2888454871" sldId="2147483778"/>
              <ac:spMk id="8" creationId="{F1333C1B-AD40-D53A-5A1E-EFB8C6390D49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41" v="57" actId="139"/>
          <pc:sldLayoutMkLst>
            <pc:docMk/>
            <pc:sldMasterMk cId="3408294523" sldId="2147483733"/>
            <pc:sldLayoutMk cId="481573481" sldId="2147483779"/>
          </pc:sldLayoutMkLst>
          <pc:spChg chg="mod">
            <ac:chgData name="Fondermann, Rebecca" userId="68002561-ad47-4e4e-aaea-30fcbde357c8" providerId="ADAL" clId="{32EB3AFE-FAAD-40FA-94EF-00823166AAF9}" dt="2025-07-07T13:35:33.841" v="57" actId="139"/>
            <ac:spMkLst>
              <pc:docMk/>
              <pc:sldMasterMk cId="3408294523" sldId="2147483733"/>
              <pc:sldLayoutMk cId="481573481" sldId="2147483779"/>
              <ac:spMk id="4" creationId="{13EDB9F6-FBDA-8ED8-A84B-244CC53CFF99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45" v="59" actId="139"/>
          <pc:sldLayoutMkLst>
            <pc:docMk/>
            <pc:sldMasterMk cId="3408294523" sldId="2147483733"/>
            <pc:sldLayoutMk cId="3930052699" sldId="2147483780"/>
          </pc:sldLayoutMkLst>
          <pc:spChg chg="mod">
            <ac:chgData name="Fondermann, Rebecca" userId="68002561-ad47-4e4e-aaea-30fcbde357c8" providerId="ADAL" clId="{32EB3AFE-FAAD-40FA-94EF-00823166AAF9}" dt="2025-07-07T13:35:33.845" v="59" actId="139"/>
            <ac:spMkLst>
              <pc:docMk/>
              <pc:sldMasterMk cId="3408294523" sldId="2147483733"/>
              <pc:sldLayoutMk cId="3930052699" sldId="2147483780"/>
              <ac:spMk id="9" creationId="{CE0C2033-6FDF-7DD6-E25C-C03296FDAD00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52" v="61" actId="139"/>
          <pc:sldLayoutMkLst>
            <pc:docMk/>
            <pc:sldMasterMk cId="3408294523" sldId="2147483733"/>
            <pc:sldLayoutMk cId="1025368046" sldId="2147483781"/>
          </pc:sldLayoutMkLst>
          <pc:spChg chg="mod">
            <ac:chgData name="Fondermann, Rebecca" userId="68002561-ad47-4e4e-aaea-30fcbde357c8" providerId="ADAL" clId="{32EB3AFE-FAAD-40FA-94EF-00823166AAF9}" dt="2025-07-07T13:35:33.852" v="61" actId="139"/>
            <ac:spMkLst>
              <pc:docMk/>
              <pc:sldMasterMk cId="3408294523" sldId="2147483733"/>
              <pc:sldLayoutMk cId="1025368046" sldId="2147483781"/>
              <ac:spMk id="11" creationId="{62D91ACB-BD14-46CB-4B61-F4B072D877C0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59" v="63" actId="139"/>
          <pc:sldLayoutMkLst>
            <pc:docMk/>
            <pc:sldMasterMk cId="3408294523" sldId="2147483733"/>
            <pc:sldLayoutMk cId="351065171" sldId="2147483782"/>
          </pc:sldLayoutMkLst>
          <pc:spChg chg="mod">
            <ac:chgData name="Fondermann, Rebecca" userId="68002561-ad47-4e4e-aaea-30fcbde357c8" providerId="ADAL" clId="{32EB3AFE-FAAD-40FA-94EF-00823166AAF9}" dt="2025-07-07T13:35:33.859" v="63" actId="139"/>
            <ac:spMkLst>
              <pc:docMk/>
              <pc:sldMasterMk cId="3408294523" sldId="2147483733"/>
              <pc:sldLayoutMk cId="351065171" sldId="2147483782"/>
              <ac:spMk id="3" creationId="{D417CEF6-1FCD-75B6-FA13-C583ECCE7BE5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65" v="65" actId="139"/>
          <pc:sldLayoutMkLst>
            <pc:docMk/>
            <pc:sldMasterMk cId="3408294523" sldId="2147483733"/>
            <pc:sldLayoutMk cId="4183380116" sldId="2147483783"/>
          </pc:sldLayoutMkLst>
          <pc:spChg chg="mod">
            <ac:chgData name="Fondermann, Rebecca" userId="68002561-ad47-4e4e-aaea-30fcbde357c8" providerId="ADAL" clId="{32EB3AFE-FAAD-40FA-94EF-00823166AAF9}" dt="2025-07-07T13:35:33.865" v="65" actId="139"/>
            <ac:spMkLst>
              <pc:docMk/>
              <pc:sldMasterMk cId="3408294523" sldId="2147483733"/>
              <pc:sldLayoutMk cId="4183380116" sldId="2147483783"/>
              <ac:spMk id="3" creationId="{D67AB148-356D-F356-4E6C-9664D9EB9DF3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71" v="67" actId="139"/>
          <pc:sldLayoutMkLst>
            <pc:docMk/>
            <pc:sldMasterMk cId="3408294523" sldId="2147483733"/>
            <pc:sldLayoutMk cId="2424559200" sldId="2147483784"/>
          </pc:sldLayoutMkLst>
          <pc:spChg chg="mod">
            <ac:chgData name="Fondermann, Rebecca" userId="68002561-ad47-4e4e-aaea-30fcbde357c8" providerId="ADAL" clId="{32EB3AFE-FAAD-40FA-94EF-00823166AAF9}" dt="2025-07-07T13:35:33.871" v="67" actId="139"/>
            <ac:spMkLst>
              <pc:docMk/>
              <pc:sldMasterMk cId="3408294523" sldId="2147483733"/>
              <pc:sldLayoutMk cId="2424559200" sldId="2147483784"/>
              <ac:spMk id="3" creationId="{BBFBBDC3-D031-6041-465D-9F7147F423CF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78" v="69" actId="139"/>
          <pc:sldLayoutMkLst>
            <pc:docMk/>
            <pc:sldMasterMk cId="3408294523" sldId="2147483733"/>
            <pc:sldLayoutMk cId="3936460824" sldId="2147483785"/>
          </pc:sldLayoutMkLst>
          <pc:spChg chg="mod">
            <ac:chgData name="Fondermann, Rebecca" userId="68002561-ad47-4e4e-aaea-30fcbde357c8" providerId="ADAL" clId="{32EB3AFE-FAAD-40FA-94EF-00823166AAF9}" dt="2025-07-07T13:35:33.878" v="69" actId="139"/>
            <ac:spMkLst>
              <pc:docMk/>
              <pc:sldMasterMk cId="3408294523" sldId="2147483733"/>
              <pc:sldLayoutMk cId="3936460824" sldId="2147483785"/>
              <ac:spMk id="3" creationId="{4A078429-99DD-7555-B0F4-FEF46FD297B0}"/>
            </ac:spMkLst>
          </pc:spChg>
        </pc:sldLayoutChg>
        <pc:sldLayoutChg chg="modSp mod">
          <pc:chgData name="Fondermann, Rebecca" userId="68002561-ad47-4e4e-aaea-30fcbde357c8" providerId="ADAL" clId="{32EB3AFE-FAAD-40FA-94EF-00823166AAF9}" dt="2025-07-07T13:35:33.883" v="71" actId="139"/>
          <pc:sldLayoutMkLst>
            <pc:docMk/>
            <pc:sldMasterMk cId="3408294523" sldId="2147483733"/>
            <pc:sldLayoutMk cId="2583208116" sldId="2147483786"/>
          </pc:sldLayoutMkLst>
          <pc:spChg chg="mod">
            <ac:chgData name="Fondermann, Rebecca" userId="68002561-ad47-4e4e-aaea-30fcbde357c8" providerId="ADAL" clId="{32EB3AFE-FAAD-40FA-94EF-00823166AAF9}" dt="2025-07-07T13:35:33.883" v="71" actId="139"/>
            <ac:spMkLst>
              <pc:docMk/>
              <pc:sldMasterMk cId="3408294523" sldId="2147483733"/>
              <pc:sldLayoutMk cId="2583208116" sldId="2147483786"/>
              <ac:spMk id="5" creationId="{7A6CB977-D711-D436-9DC2-AAFCC56F9CAA}"/>
            </ac:spMkLst>
          </pc:spChg>
        </pc:sldLayoutChg>
      </pc:sldMasterChg>
    </pc:docChg>
  </pc:docChgLst>
  <pc:docChgLst>
    <pc:chgData name="Fondermann, Rebecca" userId="68002561-ad47-4e4e-aaea-30fcbde357c8" providerId="ADAL" clId="{32E6AEAB-2973-409D-90BF-9C98EAA5BA24}"/>
    <pc:docChg chg="custSel modMainMaster">
      <pc:chgData name="Fondermann, Rebecca" userId="68002561-ad47-4e4e-aaea-30fcbde357c8" providerId="ADAL" clId="{32E6AEAB-2973-409D-90BF-9C98EAA5BA24}" dt="2025-07-07T11:33:09.116" v="95" actId="139"/>
      <pc:docMkLst>
        <pc:docMk/>
      </pc:docMkLst>
      <pc:sldMasterChg chg="modSldLayout">
        <pc:chgData name="Fondermann, Rebecca" userId="68002561-ad47-4e4e-aaea-30fcbde357c8" providerId="ADAL" clId="{32E6AEAB-2973-409D-90BF-9C98EAA5BA24}" dt="2025-07-07T11:33:09.116" v="95" actId="139"/>
        <pc:sldMasterMkLst>
          <pc:docMk/>
          <pc:sldMasterMk cId="3408294523" sldId="2147483733"/>
        </pc:sldMasterMkLst>
        <pc:sldLayoutChg chg="modSp mod">
          <pc:chgData name="Fondermann, Rebecca" userId="68002561-ad47-4e4e-aaea-30fcbde357c8" providerId="ADAL" clId="{32E6AEAB-2973-409D-90BF-9C98EAA5BA24}" dt="2025-07-07T11:33:09.013" v="73" actId="139"/>
          <pc:sldLayoutMkLst>
            <pc:docMk/>
            <pc:sldMasterMk cId="3408294523" sldId="2147483733"/>
            <pc:sldLayoutMk cId="2247004749" sldId="2147483775"/>
          </pc:sldLayoutMkLst>
          <pc:spChg chg="mod">
            <ac:chgData name="Fondermann, Rebecca" userId="68002561-ad47-4e4e-aaea-30fcbde357c8" providerId="ADAL" clId="{32E6AEAB-2973-409D-90BF-9C98EAA5BA24}" dt="2025-07-07T11:33:09.013" v="73" actId="139"/>
            <ac:spMkLst>
              <pc:docMk/>
              <pc:sldMasterMk cId="3408294523" sldId="2147483733"/>
              <pc:sldLayoutMk cId="2247004749" sldId="2147483775"/>
              <ac:spMk id="6" creationId="{870EB466-B92B-9D4D-974E-A49C0F424152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42" v="75" actId="139"/>
          <pc:sldLayoutMkLst>
            <pc:docMk/>
            <pc:sldMasterMk cId="3408294523" sldId="2147483733"/>
            <pc:sldLayoutMk cId="686078627" sldId="2147483776"/>
          </pc:sldLayoutMkLst>
          <pc:spChg chg="mod">
            <ac:chgData name="Fondermann, Rebecca" userId="68002561-ad47-4e4e-aaea-30fcbde357c8" providerId="ADAL" clId="{32E6AEAB-2973-409D-90BF-9C98EAA5BA24}" dt="2025-07-07T11:33:09.042" v="75" actId="139"/>
            <ac:spMkLst>
              <pc:docMk/>
              <pc:sldMasterMk cId="3408294523" sldId="2147483733"/>
              <pc:sldLayoutMk cId="686078627" sldId="2147483776"/>
              <ac:spMk id="3" creationId="{A6D6797F-FF5B-BE1A-D940-2289CF2968F7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50" v="77" actId="139"/>
          <pc:sldLayoutMkLst>
            <pc:docMk/>
            <pc:sldMasterMk cId="3408294523" sldId="2147483733"/>
            <pc:sldLayoutMk cId="785670917" sldId="2147483777"/>
          </pc:sldLayoutMkLst>
          <pc:spChg chg="mod">
            <ac:chgData name="Fondermann, Rebecca" userId="68002561-ad47-4e4e-aaea-30fcbde357c8" providerId="ADAL" clId="{32E6AEAB-2973-409D-90BF-9C98EAA5BA24}" dt="2025-07-07T11:33:09.050" v="77" actId="139"/>
            <ac:spMkLst>
              <pc:docMk/>
              <pc:sldMasterMk cId="3408294523" sldId="2147483733"/>
              <pc:sldLayoutMk cId="785670917" sldId="2147483777"/>
              <ac:spMk id="7" creationId="{1D05DC80-84C9-9ECA-3B84-3577D8D81659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59" v="79" actId="139"/>
          <pc:sldLayoutMkLst>
            <pc:docMk/>
            <pc:sldMasterMk cId="3408294523" sldId="2147483733"/>
            <pc:sldLayoutMk cId="2888454871" sldId="2147483778"/>
          </pc:sldLayoutMkLst>
          <pc:spChg chg="mod">
            <ac:chgData name="Fondermann, Rebecca" userId="68002561-ad47-4e4e-aaea-30fcbde357c8" providerId="ADAL" clId="{32E6AEAB-2973-409D-90BF-9C98EAA5BA24}" dt="2025-07-07T11:33:09.059" v="79" actId="139"/>
            <ac:spMkLst>
              <pc:docMk/>
              <pc:sldMasterMk cId="3408294523" sldId="2147483733"/>
              <pc:sldLayoutMk cId="2888454871" sldId="2147483778"/>
              <ac:spMk id="8" creationId="{F1333C1B-AD40-D53A-5A1E-EFB8C6390D49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67" v="81" actId="139"/>
          <pc:sldLayoutMkLst>
            <pc:docMk/>
            <pc:sldMasterMk cId="3408294523" sldId="2147483733"/>
            <pc:sldLayoutMk cId="481573481" sldId="2147483779"/>
          </pc:sldLayoutMkLst>
          <pc:spChg chg="mod">
            <ac:chgData name="Fondermann, Rebecca" userId="68002561-ad47-4e4e-aaea-30fcbde357c8" providerId="ADAL" clId="{32E6AEAB-2973-409D-90BF-9C98EAA5BA24}" dt="2025-07-07T11:33:09.067" v="81" actId="139"/>
            <ac:spMkLst>
              <pc:docMk/>
              <pc:sldMasterMk cId="3408294523" sldId="2147483733"/>
              <pc:sldLayoutMk cId="481573481" sldId="2147483779"/>
              <ac:spMk id="4" creationId="{13EDB9F6-FBDA-8ED8-A84B-244CC53CFF99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72" v="83" actId="139"/>
          <pc:sldLayoutMkLst>
            <pc:docMk/>
            <pc:sldMasterMk cId="3408294523" sldId="2147483733"/>
            <pc:sldLayoutMk cId="3930052699" sldId="2147483780"/>
          </pc:sldLayoutMkLst>
          <pc:spChg chg="mod">
            <ac:chgData name="Fondermann, Rebecca" userId="68002561-ad47-4e4e-aaea-30fcbde357c8" providerId="ADAL" clId="{32E6AEAB-2973-409D-90BF-9C98EAA5BA24}" dt="2025-07-07T11:33:09.072" v="83" actId="139"/>
            <ac:spMkLst>
              <pc:docMk/>
              <pc:sldMasterMk cId="3408294523" sldId="2147483733"/>
              <pc:sldLayoutMk cId="3930052699" sldId="2147483780"/>
              <ac:spMk id="9" creationId="{CE0C2033-6FDF-7DD6-E25C-C03296FDAD00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81" v="85" actId="139"/>
          <pc:sldLayoutMkLst>
            <pc:docMk/>
            <pc:sldMasterMk cId="3408294523" sldId="2147483733"/>
            <pc:sldLayoutMk cId="1025368046" sldId="2147483781"/>
          </pc:sldLayoutMkLst>
          <pc:spChg chg="mod">
            <ac:chgData name="Fondermann, Rebecca" userId="68002561-ad47-4e4e-aaea-30fcbde357c8" providerId="ADAL" clId="{32E6AEAB-2973-409D-90BF-9C98EAA5BA24}" dt="2025-07-07T11:33:09.081" v="85" actId="139"/>
            <ac:spMkLst>
              <pc:docMk/>
              <pc:sldMasterMk cId="3408294523" sldId="2147483733"/>
              <pc:sldLayoutMk cId="1025368046" sldId="2147483781"/>
              <ac:spMk id="11" creationId="{62D91ACB-BD14-46CB-4B61-F4B072D877C0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89" v="87" actId="139"/>
          <pc:sldLayoutMkLst>
            <pc:docMk/>
            <pc:sldMasterMk cId="3408294523" sldId="2147483733"/>
            <pc:sldLayoutMk cId="351065171" sldId="2147483782"/>
          </pc:sldLayoutMkLst>
          <pc:spChg chg="mod">
            <ac:chgData name="Fondermann, Rebecca" userId="68002561-ad47-4e4e-aaea-30fcbde357c8" providerId="ADAL" clId="{32E6AEAB-2973-409D-90BF-9C98EAA5BA24}" dt="2025-07-07T11:33:09.089" v="87" actId="139"/>
            <ac:spMkLst>
              <pc:docMk/>
              <pc:sldMasterMk cId="3408294523" sldId="2147483733"/>
              <pc:sldLayoutMk cId="351065171" sldId="2147483782"/>
              <ac:spMk id="3" creationId="{D417CEF6-1FCD-75B6-FA13-C583ECCE7BE5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097" v="89" actId="139"/>
          <pc:sldLayoutMkLst>
            <pc:docMk/>
            <pc:sldMasterMk cId="3408294523" sldId="2147483733"/>
            <pc:sldLayoutMk cId="4183380116" sldId="2147483783"/>
          </pc:sldLayoutMkLst>
          <pc:spChg chg="mod">
            <ac:chgData name="Fondermann, Rebecca" userId="68002561-ad47-4e4e-aaea-30fcbde357c8" providerId="ADAL" clId="{32E6AEAB-2973-409D-90BF-9C98EAA5BA24}" dt="2025-07-07T11:33:09.097" v="89" actId="139"/>
            <ac:spMkLst>
              <pc:docMk/>
              <pc:sldMasterMk cId="3408294523" sldId="2147483733"/>
              <pc:sldLayoutMk cId="4183380116" sldId="2147483783"/>
              <ac:spMk id="3" creationId="{D67AB148-356D-F356-4E6C-9664D9EB9DF3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105" v="91" actId="139"/>
          <pc:sldLayoutMkLst>
            <pc:docMk/>
            <pc:sldMasterMk cId="3408294523" sldId="2147483733"/>
            <pc:sldLayoutMk cId="2424559200" sldId="2147483784"/>
          </pc:sldLayoutMkLst>
          <pc:spChg chg="mod">
            <ac:chgData name="Fondermann, Rebecca" userId="68002561-ad47-4e4e-aaea-30fcbde357c8" providerId="ADAL" clId="{32E6AEAB-2973-409D-90BF-9C98EAA5BA24}" dt="2025-07-07T11:33:09.105" v="91" actId="139"/>
            <ac:spMkLst>
              <pc:docMk/>
              <pc:sldMasterMk cId="3408294523" sldId="2147483733"/>
              <pc:sldLayoutMk cId="2424559200" sldId="2147483784"/>
              <ac:spMk id="3" creationId="{BBFBBDC3-D031-6041-465D-9F7147F423CF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110" v="93" actId="139"/>
          <pc:sldLayoutMkLst>
            <pc:docMk/>
            <pc:sldMasterMk cId="3408294523" sldId="2147483733"/>
            <pc:sldLayoutMk cId="3936460824" sldId="2147483785"/>
          </pc:sldLayoutMkLst>
          <pc:spChg chg="mod">
            <ac:chgData name="Fondermann, Rebecca" userId="68002561-ad47-4e4e-aaea-30fcbde357c8" providerId="ADAL" clId="{32E6AEAB-2973-409D-90BF-9C98EAA5BA24}" dt="2025-07-07T11:33:09.110" v="93" actId="139"/>
            <ac:spMkLst>
              <pc:docMk/>
              <pc:sldMasterMk cId="3408294523" sldId="2147483733"/>
              <pc:sldLayoutMk cId="3936460824" sldId="2147483785"/>
              <ac:spMk id="3" creationId="{4A078429-99DD-7555-B0F4-FEF46FD297B0}"/>
            </ac:spMkLst>
          </pc:spChg>
        </pc:sldLayoutChg>
        <pc:sldLayoutChg chg="modSp mod">
          <pc:chgData name="Fondermann, Rebecca" userId="68002561-ad47-4e4e-aaea-30fcbde357c8" providerId="ADAL" clId="{32E6AEAB-2973-409D-90BF-9C98EAA5BA24}" dt="2025-07-07T11:33:09.116" v="95" actId="139"/>
          <pc:sldLayoutMkLst>
            <pc:docMk/>
            <pc:sldMasterMk cId="3408294523" sldId="2147483733"/>
            <pc:sldLayoutMk cId="2583208116" sldId="2147483786"/>
          </pc:sldLayoutMkLst>
          <pc:spChg chg="mod">
            <ac:chgData name="Fondermann, Rebecca" userId="68002561-ad47-4e4e-aaea-30fcbde357c8" providerId="ADAL" clId="{32E6AEAB-2973-409D-90BF-9C98EAA5BA24}" dt="2025-07-07T11:33:09.116" v="95" actId="139"/>
            <ac:spMkLst>
              <pc:docMk/>
              <pc:sldMasterMk cId="3408294523" sldId="2147483733"/>
              <pc:sldLayoutMk cId="2583208116" sldId="2147483786"/>
              <ac:spMk id="5" creationId="{7A6CB977-D711-D436-9DC2-AAFCC56F9CAA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F3A618-4690-4EE9-9063-94925FAF647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F69871-73D9-4D1E-839C-2E7D1FC9026C}">
      <dgm:prSet custT="1"/>
      <dgm:spPr>
        <a:solidFill>
          <a:srgbClr val="F0AB00"/>
        </a:solidFill>
      </dgm:spPr>
      <dgm:t>
        <a:bodyPr/>
        <a:lstStyle/>
        <a:p>
          <a:r>
            <a:rPr lang="en-US" sz="1200" dirty="0"/>
            <a:t>Gives you a plain Schema on the HANA Database</a:t>
          </a:r>
        </a:p>
      </dgm:t>
    </dgm:pt>
    <dgm:pt modelId="{7D426950-4189-40C0-9DB6-F4A6D46ED6F2}" type="parTrans" cxnId="{6CC671CA-6939-49C9-827F-0E3684AB6547}">
      <dgm:prSet/>
      <dgm:spPr/>
      <dgm:t>
        <a:bodyPr/>
        <a:lstStyle/>
        <a:p>
          <a:endParaRPr lang="en-US"/>
        </a:p>
      </dgm:t>
    </dgm:pt>
    <dgm:pt modelId="{A37ACC92-095F-4578-A204-1CD8777DB1DF}" type="sibTrans" cxnId="{6CC671CA-6939-49C9-827F-0E3684AB6547}">
      <dgm:prSet/>
      <dgm:spPr/>
      <dgm:t>
        <a:bodyPr/>
        <a:lstStyle/>
        <a:p>
          <a:endParaRPr lang="en-US"/>
        </a:p>
      </dgm:t>
    </dgm:pt>
    <dgm:pt modelId="{DEACDEAB-D09C-4F10-BFFB-4E120D24D5B9}" type="pres">
      <dgm:prSet presAssocID="{5EF3A618-4690-4EE9-9063-94925FAF6475}" presName="Name0" presStyleCnt="0">
        <dgm:presLayoutVars>
          <dgm:dir/>
          <dgm:animLvl val="lvl"/>
          <dgm:resizeHandles val="exact"/>
        </dgm:presLayoutVars>
      </dgm:prSet>
      <dgm:spPr/>
    </dgm:pt>
    <dgm:pt modelId="{8D5CB89D-2AE0-4E10-8D90-FE6CA4EC0364}" type="pres">
      <dgm:prSet presAssocID="{37F69871-73D9-4D1E-839C-2E7D1FC9026C}" presName="linNode" presStyleCnt="0"/>
      <dgm:spPr/>
    </dgm:pt>
    <dgm:pt modelId="{21584060-043F-4CB2-9B43-F058A127E8BE}" type="pres">
      <dgm:prSet presAssocID="{37F69871-73D9-4D1E-839C-2E7D1FC9026C}" presName="parentText" presStyleLbl="node1" presStyleIdx="0" presStyleCnt="1" custScaleX="206294" custLinFactY="-46579" custLinFactNeighborX="32885" custLinFactNeighborY="-100000">
        <dgm:presLayoutVars>
          <dgm:chMax val="1"/>
          <dgm:bulletEnabled val="1"/>
        </dgm:presLayoutVars>
      </dgm:prSet>
      <dgm:spPr>
        <a:prstGeom prst="wedgeEllipseCallout">
          <a:avLst/>
        </a:prstGeom>
      </dgm:spPr>
    </dgm:pt>
  </dgm:ptLst>
  <dgm:cxnLst>
    <dgm:cxn modelId="{81E8EA14-A4A9-4C53-9F1B-D40B50F9A719}" type="presOf" srcId="{37F69871-73D9-4D1E-839C-2E7D1FC9026C}" destId="{21584060-043F-4CB2-9B43-F058A127E8BE}" srcOrd="0" destOrd="0" presId="urn:microsoft.com/office/officeart/2005/8/layout/vList5"/>
    <dgm:cxn modelId="{39CF96C2-5E72-4BBF-A157-52A73E5B8E37}" type="presOf" srcId="{5EF3A618-4690-4EE9-9063-94925FAF6475}" destId="{DEACDEAB-D09C-4F10-BFFB-4E120D24D5B9}" srcOrd="0" destOrd="0" presId="urn:microsoft.com/office/officeart/2005/8/layout/vList5"/>
    <dgm:cxn modelId="{6CC671CA-6939-49C9-827F-0E3684AB6547}" srcId="{5EF3A618-4690-4EE9-9063-94925FAF6475}" destId="{37F69871-73D9-4D1E-839C-2E7D1FC9026C}" srcOrd="0" destOrd="0" parTransId="{7D426950-4189-40C0-9DB6-F4A6D46ED6F2}" sibTransId="{A37ACC92-095F-4578-A204-1CD8777DB1DF}"/>
    <dgm:cxn modelId="{EF5C463D-9AB5-41D4-96D3-621AC6A75680}" type="presParOf" srcId="{DEACDEAB-D09C-4F10-BFFB-4E120D24D5B9}" destId="{8D5CB89D-2AE0-4E10-8D90-FE6CA4EC0364}" srcOrd="0" destOrd="0" presId="urn:microsoft.com/office/officeart/2005/8/layout/vList5"/>
    <dgm:cxn modelId="{C63016CD-DB25-4231-AAC3-727ACE434F68}" type="presParOf" srcId="{8D5CB89D-2AE0-4E10-8D90-FE6CA4EC0364}" destId="{21584060-043F-4CB2-9B43-F058A127E8B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E46331-B2B6-4D59-83A4-8BACF6187CF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EA571-CDEE-40CA-87EE-13F4FDE729A3}">
      <dgm:prSet custT="1"/>
      <dgm:spPr/>
      <dgm:t>
        <a:bodyPr/>
        <a:lstStyle/>
        <a:p>
          <a:r>
            <a:rPr lang="en-US" sz="1200" dirty="0"/>
            <a:t>Gives you an HDI Container on the HANA Database</a:t>
          </a:r>
        </a:p>
      </dgm:t>
    </dgm:pt>
    <dgm:pt modelId="{46B2140B-468E-4C6F-A5F3-3A0CC4F863FA}" type="parTrans" cxnId="{05D1492F-A90A-4B6C-9ACB-B889FF543B3C}">
      <dgm:prSet/>
      <dgm:spPr/>
      <dgm:t>
        <a:bodyPr/>
        <a:lstStyle/>
        <a:p>
          <a:endParaRPr lang="en-US"/>
        </a:p>
      </dgm:t>
    </dgm:pt>
    <dgm:pt modelId="{1EF01D54-44A8-421A-BAD6-91E750F7158D}" type="sibTrans" cxnId="{05D1492F-A90A-4B6C-9ACB-B889FF543B3C}">
      <dgm:prSet/>
      <dgm:spPr/>
      <dgm:t>
        <a:bodyPr/>
        <a:lstStyle/>
        <a:p>
          <a:endParaRPr lang="en-US"/>
        </a:p>
      </dgm:t>
    </dgm:pt>
    <dgm:pt modelId="{FD190735-7527-4C85-8D0B-94EB635809B5}" type="pres">
      <dgm:prSet presAssocID="{E7E46331-B2B6-4D59-83A4-8BACF6187CFB}" presName="Name0" presStyleCnt="0">
        <dgm:presLayoutVars>
          <dgm:dir/>
          <dgm:animLvl val="lvl"/>
          <dgm:resizeHandles val="exact"/>
        </dgm:presLayoutVars>
      </dgm:prSet>
      <dgm:spPr/>
    </dgm:pt>
    <dgm:pt modelId="{7159B2D5-E4A6-49A2-A2CF-8B53548C0681}" type="pres">
      <dgm:prSet presAssocID="{D64EA571-CDEE-40CA-87EE-13F4FDE729A3}" presName="linNode" presStyleCnt="0"/>
      <dgm:spPr/>
    </dgm:pt>
    <dgm:pt modelId="{F2241608-3BEC-4693-81C7-68B72B53D41A}" type="pres">
      <dgm:prSet presAssocID="{D64EA571-CDEE-40CA-87EE-13F4FDE729A3}" presName="parentText" presStyleLbl="node1" presStyleIdx="0" presStyleCnt="1" custScaleX="226119" custLinFactNeighborX="-28496" custLinFactNeighborY="-36192">
        <dgm:presLayoutVars>
          <dgm:chMax val="1"/>
          <dgm:bulletEnabled val="1"/>
        </dgm:presLayoutVars>
      </dgm:prSet>
      <dgm:spPr>
        <a:prstGeom prst="wedgeEllipseCallout">
          <a:avLst/>
        </a:prstGeom>
      </dgm:spPr>
    </dgm:pt>
  </dgm:ptLst>
  <dgm:cxnLst>
    <dgm:cxn modelId="{137EC314-1F5F-4FDA-8493-8DBD51796A46}" type="presOf" srcId="{E7E46331-B2B6-4D59-83A4-8BACF6187CFB}" destId="{FD190735-7527-4C85-8D0B-94EB635809B5}" srcOrd="0" destOrd="0" presId="urn:microsoft.com/office/officeart/2005/8/layout/vList5"/>
    <dgm:cxn modelId="{05D1492F-A90A-4B6C-9ACB-B889FF543B3C}" srcId="{E7E46331-B2B6-4D59-83A4-8BACF6187CFB}" destId="{D64EA571-CDEE-40CA-87EE-13F4FDE729A3}" srcOrd="0" destOrd="0" parTransId="{46B2140B-468E-4C6F-A5F3-3A0CC4F863FA}" sibTransId="{1EF01D54-44A8-421A-BAD6-91E750F7158D}"/>
    <dgm:cxn modelId="{5B521145-5721-4E4E-92CF-B51A6C765756}" type="presOf" srcId="{D64EA571-CDEE-40CA-87EE-13F4FDE729A3}" destId="{F2241608-3BEC-4693-81C7-68B72B53D41A}" srcOrd="0" destOrd="0" presId="urn:microsoft.com/office/officeart/2005/8/layout/vList5"/>
    <dgm:cxn modelId="{3C9A75C8-ABFD-4190-ADEE-843305FD1EF6}" type="presParOf" srcId="{FD190735-7527-4C85-8D0B-94EB635809B5}" destId="{7159B2D5-E4A6-49A2-A2CF-8B53548C0681}" srcOrd="0" destOrd="0" presId="urn:microsoft.com/office/officeart/2005/8/layout/vList5"/>
    <dgm:cxn modelId="{4317C1A0-A3F4-4579-A70F-EA76124B6D27}" type="presParOf" srcId="{7159B2D5-E4A6-49A2-A2CF-8B53548C0681}" destId="{F2241608-3BEC-4693-81C7-68B72B53D41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F3A618-4690-4EE9-9063-94925FAF647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F69871-73D9-4D1E-839C-2E7D1FC9026C}">
      <dgm:prSet custT="1"/>
      <dgm:spPr>
        <a:solidFill>
          <a:srgbClr val="F0AB00"/>
        </a:solidFill>
      </dgm:spPr>
      <dgm:t>
        <a:bodyPr/>
        <a:lstStyle/>
        <a:p>
          <a:r>
            <a:rPr lang="en-US" sz="1200" dirty="0"/>
            <a:t>Direct access to a plain database schema</a:t>
          </a:r>
        </a:p>
      </dgm:t>
    </dgm:pt>
    <dgm:pt modelId="{7D426950-4189-40C0-9DB6-F4A6D46ED6F2}" type="parTrans" cxnId="{6CC671CA-6939-49C9-827F-0E3684AB6547}">
      <dgm:prSet/>
      <dgm:spPr/>
      <dgm:t>
        <a:bodyPr/>
        <a:lstStyle/>
        <a:p>
          <a:endParaRPr lang="en-US"/>
        </a:p>
      </dgm:t>
    </dgm:pt>
    <dgm:pt modelId="{A37ACC92-095F-4578-A204-1CD8777DB1DF}" type="sibTrans" cxnId="{6CC671CA-6939-49C9-827F-0E3684AB6547}">
      <dgm:prSet/>
      <dgm:spPr/>
      <dgm:t>
        <a:bodyPr/>
        <a:lstStyle/>
        <a:p>
          <a:endParaRPr lang="en-US"/>
        </a:p>
      </dgm:t>
    </dgm:pt>
    <dgm:pt modelId="{DEACDEAB-D09C-4F10-BFFB-4E120D24D5B9}" type="pres">
      <dgm:prSet presAssocID="{5EF3A618-4690-4EE9-9063-94925FAF6475}" presName="Name0" presStyleCnt="0">
        <dgm:presLayoutVars>
          <dgm:dir/>
          <dgm:animLvl val="lvl"/>
          <dgm:resizeHandles val="exact"/>
        </dgm:presLayoutVars>
      </dgm:prSet>
      <dgm:spPr/>
    </dgm:pt>
    <dgm:pt modelId="{8D5CB89D-2AE0-4E10-8D90-FE6CA4EC0364}" type="pres">
      <dgm:prSet presAssocID="{37F69871-73D9-4D1E-839C-2E7D1FC9026C}" presName="linNode" presStyleCnt="0"/>
      <dgm:spPr/>
    </dgm:pt>
    <dgm:pt modelId="{21584060-043F-4CB2-9B43-F058A127E8BE}" type="pres">
      <dgm:prSet presAssocID="{37F69871-73D9-4D1E-839C-2E7D1FC9026C}" presName="parentText" presStyleLbl="node1" presStyleIdx="0" presStyleCnt="1" custScaleX="206294" custLinFactNeighborX="29101" custLinFactNeighborY="-42625">
        <dgm:presLayoutVars>
          <dgm:chMax val="1"/>
          <dgm:bulletEnabled val="1"/>
        </dgm:presLayoutVars>
      </dgm:prSet>
      <dgm:spPr>
        <a:prstGeom prst="wedgeEllipseCallout">
          <a:avLst/>
        </a:prstGeom>
      </dgm:spPr>
    </dgm:pt>
  </dgm:ptLst>
  <dgm:cxnLst>
    <dgm:cxn modelId="{81E8EA14-A4A9-4C53-9F1B-D40B50F9A719}" type="presOf" srcId="{37F69871-73D9-4D1E-839C-2E7D1FC9026C}" destId="{21584060-043F-4CB2-9B43-F058A127E8BE}" srcOrd="0" destOrd="0" presId="urn:microsoft.com/office/officeart/2005/8/layout/vList5"/>
    <dgm:cxn modelId="{39CF96C2-5E72-4BBF-A157-52A73E5B8E37}" type="presOf" srcId="{5EF3A618-4690-4EE9-9063-94925FAF6475}" destId="{DEACDEAB-D09C-4F10-BFFB-4E120D24D5B9}" srcOrd="0" destOrd="0" presId="urn:microsoft.com/office/officeart/2005/8/layout/vList5"/>
    <dgm:cxn modelId="{6CC671CA-6939-49C9-827F-0E3684AB6547}" srcId="{5EF3A618-4690-4EE9-9063-94925FAF6475}" destId="{37F69871-73D9-4D1E-839C-2E7D1FC9026C}" srcOrd="0" destOrd="0" parTransId="{7D426950-4189-40C0-9DB6-F4A6D46ED6F2}" sibTransId="{A37ACC92-095F-4578-A204-1CD8777DB1DF}"/>
    <dgm:cxn modelId="{EF5C463D-9AB5-41D4-96D3-621AC6A75680}" type="presParOf" srcId="{DEACDEAB-D09C-4F10-BFFB-4E120D24D5B9}" destId="{8D5CB89D-2AE0-4E10-8D90-FE6CA4EC0364}" srcOrd="0" destOrd="0" presId="urn:microsoft.com/office/officeart/2005/8/layout/vList5"/>
    <dgm:cxn modelId="{C63016CD-DB25-4231-AAC3-727ACE434F68}" type="presParOf" srcId="{8D5CB89D-2AE0-4E10-8D90-FE6CA4EC0364}" destId="{21584060-043F-4CB2-9B43-F058A127E8B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E46331-B2B6-4D59-83A4-8BACF6187CF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EA571-CDEE-40CA-87EE-13F4FDE729A3}">
      <dgm:prSet custT="1"/>
      <dgm:spPr/>
      <dgm:t>
        <a:bodyPr/>
        <a:lstStyle/>
        <a:p>
          <a:r>
            <a:rPr lang="en-US" sz="1200" dirty="0"/>
            <a:t>Developers define all database objects by source file</a:t>
          </a:r>
        </a:p>
      </dgm:t>
    </dgm:pt>
    <dgm:pt modelId="{46B2140B-468E-4C6F-A5F3-3A0CC4F863FA}" type="parTrans" cxnId="{05D1492F-A90A-4B6C-9ACB-B889FF543B3C}">
      <dgm:prSet/>
      <dgm:spPr/>
      <dgm:t>
        <a:bodyPr/>
        <a:lstStyle/>
        <a:p>
          <a:endParaRPr lang="en-US"/>
        </a:p>
      </dgm:t>
    </dgm:pt>
    <dgm:pt modelId="{1EF01D54-44A8-421A-BAD6-91E750F7158D}" type="sibTrans" cxnId="{05D1492F-A90A-4B6C-9ACB-B889FF543B3C}">
      <dgm:prSet/>
      <dgm:spPr/>
      <dgm:t>
        <a:bodyPr/>
        <a:lstStyle/>
        <a:p>
          <a:endParaRPr lang="en-US"/>
        </a:p>
      </dgm:t>
    </dgm:pt>
    <dgm:pt modelId="{FD190735-7527-4C85-8D0B-94EB635809B5}" type="pres">
      <dgm:prSet presAssocID="{E7E46331-B2B6-4D59-83A4-8BACF6187CFB}" presName="Name0" presStyleCnt="0">
        <dgm:presLayoutVars>
          <dgm:dir/>
          <dgm:animLvl val="lvl"/>
          <dgm:resizeHandles val="exact"/>
        </dgm:presLayoutVars>
      </dgm:prSet>
      <dgm:spPr/>
    </dgm:pt>
    <dgm:pt modelId="{7159B2D5-E4A6-49A2-A2CF-8B53548C0681}" type="pres">
      <dgm:prSet presAssocID="{D64EA571-CDEE-40CA-87EE-13F4FDE729A3}" presName="linNode" presStyleCnt="0"/>
      <dgm:spPr/>
    </dgm:pt>
    <dgm:pt modelId="{F2241608-3BEC-4693-81C7-68B72B53D41A}" type="pres">
      <dgm:prSet presAssocID="{D64EA571-CDEE-40CA-87EE-13F4FDE729A3}" presName="parentText" presStyleLbl="node1" presStyleIdx="0" presStyleCnt="1" custScaleX="226119" custLinFactNeighborX="-28496" custLinFactNeighborY="-36192">
        <dgm:presLayoutVars>
          <dgm:chMax val="1"/>
          <dgm:bulletEnabled val="1"/>
        </dgm:presLayoutVars>
      </dgm:prSet>
      <dgm:spPr>
        <a:prstGeom prst="wedgeEllipseCallout">
          <a:avLst/>
        </a:prstGeom>
      </dgm:spPr>
    </dgm:pt>
  </dgm:ptLst>
  <dgm:cxnLst>
    <dgm:cxn modelId="{137EC314-1F5F-4FDA-8493-8DBD51796A46}" type="presOf" srcId="{E7E46331-B2B6-4D59-83A4-8BACF6187CFB}" destId="{FD190735-7527-4C85-8D0B-94EB635809B5}" srcOrd="0" destOrd="0" presId="urn:microsoft.com/office/officeart/2005/8/layout/vList5"/>
    <dgm:cxn modelId="{05D1492F-A90A-4B6C-9ACB-B889FF543B3C}" srcId="{E7E46331-B2B6-4D59-83A4-8BACF6187CFB}" destId="{D64EA571-CDEE-40CA-87EE-13F4FDE729A3}" srcOrd="0" destOrd="0" parTransId="{46B2140B-468E-4C6F-A5F3-3A0CC4F863FA}" sibTransId="{1EF01D54-44A8-421A-BAD6-91E750F7158D}"/>
    <dgm:cxn modelId="{5B521145-5721-4E4E-92CF-B51A6C765756}" type="presOf" srcId="{D64EA571-CDEE-40CA-87EE-13F4FDE729A3}" destId="{F2241608-3BEC-4693-81C7-68B72B53D41A}" srcOrd="0" destOrd="0" presId="urn:microsoft.com/office/officeart/2005/8/layout/vList5"/>
    <dgm:cxn modelId="{3C9A75C8-ABFD-4190-ADEE-843305FD1EF6}" type="presParOf" srcId="{FD190735-7527-4C85-8D0B-94EB635809B5}" destId="{7159B2D5-E4A6-49A2-A2CF-8B53548C0681}" srcOrd="0" destOrd="0" presId="urn:microsoft.com/office/officeart/2005/8/layout/vList5"/>
    <dgm:cxn modelId="{4317C1A0-A3F4-4579-A70F-EA76124B6D27}" type="presParOf" srcId="{7159B2D5-E4A6-49A2-A2CF-8B53548C0681}" destId="{F2241608-3BEC-4693-81C7-68B72B53D41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84060-043F-4CB2-9B43-F058A127E8BE}">
      <dsp:nvSpPr>
        <dsp:cNvPr id="0" name=""/>
        <dsp:cNvSpPr/>
      </dsp:nvSpPr>
      <dsp:spPr>
        <a:xfrm>
          <a:off x="1367125" y="0"/>
          <a:ext cx="4109611" cy="553456"/>
        </a:xfrm>
        <a:prstGeom prst="wedgeEllipseCallout">
          <a:avLst/>
        </a:prstGeom>
        <a:solidFill>
          <a:srgbClr val="F0AB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Gives you a plain Schema on the HANA Database</a:t>
          </a:r>
        </a:p>
      </dsp:txBody>
      <dsp:txXfrm>
        <a:off x="1968964" y="81052"/>
        <a:ext cx="2905933" cy="3913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41608-3BEC-4693-81C7-68B72B53D41A}">
      <dsp:nvSpPr>
        <dsp:cNvPr id="0" name=""/>
        <dsp:cNvSpPr/>
      </dsp:nvSpPr>
      <dsp:spPr>
        <a:xfrm>
          <a:off x="0" y="0"/>
          <a:ext cx="4094481" cy="553456"/>
        </a:xfrm>
        <a:prstGeom prst="wedgeEllipse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Gives you an HDI Container on the HANA Database</a:t>
          </a:r>
        </a:p>
      </dsp:txBody>
      <dsp:txXfrm>
        <a:off x="599623" y="81052"/>
        <a:ext cx="2895235" cy="3913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84060-043F-4CB2-9B43-F058A127E8BE}">
      <dsp:nvSpPr>
        <dsp:cNvPr id="0" name=""/>
        <dsp:cNvSpPr/>
      </dsp:nvSpPr>
      <dsp:spPr>
        <a:xfrm>
          <a:off x="1291744" y="0"/>
          <a:ext cx="4109611" cy="553456"/>
        </a:xfrm>
        <a:prstGeom prst="wedgeEllipseCallout">
          <a:avLst/>
        </a:prstGeom>
        <a:solidFill>
          <a:srgbClr val="F0AB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Direct access to a plain database schema</a:t>
          </a:r>
        </a:p>
      </dsp:txBody>
      <dsp:txXfrm>
        <a:off x="1893583" y="81052"/>
        <a:ext cx="2905933" cy="3913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41608-3BEC-4693-81C7-68B72B53D41A}">
      <dsp:nvSpPr>
        <dsp:cNvPr id="0" name=""/>
        <dsp:cNvSpPr/>
      </dsp:nvSpPr>
      <dsp:spPr>
        <a:xfrm>
          <a:off x="0" y="0"/>
          <a:ext cx="4094481" cy="553456"/>
        </a:xfrm>
        <a:prstGeom prst="wedgeEllipse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Developers define all database objects by source file</a:t>
          </a:r>
        </a:p>
      </dsp:txBody>
      <dsp:txXfrm>
        <a:off x="599623" y="81052"/>
        <a:ext cx="2895235" cy="391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Arial" panose="020B0604020202020204" pitchFamily="34" charset="0"/>
              </a:rPr>
              <a:pPr algn="ctr"/>
              <a:t>‹#›</a:t>
            </a:fld>
            <a:endParaRPr lang="de-DE" sz="1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Arial" panose="020B0604020202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800" baseline="0" dirty="0">
              <a:latin typeface="72 Brand" panose="020B05040306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4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51760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72 Brand" panose="020B05040306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5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0913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6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47732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7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83498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8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66397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9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9537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Which problems does HDI solve for me?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72 Brand" panose="020B0504030603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• Simplifies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schema evolution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or life cycle management for schemas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•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72 Brand" panose="020B0504030603020204" pitchFamily="34" charset="0"/>
              </a:rPr>
              <a:t>Isolationby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 default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: The content is by design isolated and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72 Brand" panose="020B0504030603020204" pitchFamily="34" charset="0"/>
              </a:rPr>
              <a:t>onehas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 to explicitly declare access privileges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• Leaves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declaration of privileges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close to the developer (or not, if wanted) in the context of [micro-] service development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• Allows to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develop in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72 Brand" panose="020B0504030603020204" pitchFamily="34" charset="0"/>
              </a:rPr>
              <a:t>parallel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72 Brand" panose="020B0504030603020204" pitchFamily="34" charset="0"/>
              </a:rPr>
              <a:t>with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 many developers without interfering with each other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• Supports the modern development styles via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source code versioning tools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and allows massive acceleration of development cycles on the database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72 Brand" panose="020B0504030603020204" pitchFamily="34" charset="0"/>
              </a:rPr>
              <a:t>• Supports development for SaaS (Software as a Service) to maintain a very large numbers of instances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13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88172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097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bin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415672209" name="LogoBlue-Dynamic" descr="{&quot;templafy&quot;:{&quot;id&quot;:&quot;70e3d8fe-ee69-4bde-ab73-ded3d9ba117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c2b79768-fbd3-401c-bc79-e9762af0acaa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47004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,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206502"/>
            <a:ext cx="55678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39656682" name="LogoWhite-Dynamic" descr="{&quot;templafy&quot;:{&quot;id&quot;:&quot;73e0cfac-2772-48ca-83d2-c8ce80dfed63&quot;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2153138e-d0fd-43f7-9f2c-7e11c09edfa0&quot;}}">
            <a:extLst>
              <a:ext uri="{FF2B5EF4-FFF2-40B4-BE49-F238E27FC236}">
                <a16:creationId xmlns:a16="http://schemas.microsoft.com/office/drawing/2014/main" id="{A6D6797F-FF5B-BE1A-D940-2289CF2968F7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68607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9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69881101" name="LogoWhite-Dynamic" descr="{&quot;templafy&quot;:{&quot;id&quot;:&quot;a2388434-79a5-4b48-8530-9a3095b06a3d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41e24988-4c80-4452-9058-00ac3061e870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78567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688448434" name="LogoWhite-Dynamic" descr="{&quot;templafy&quot;:{&quot;id&quot;:&quot;2a35d754-6f4f-4ad6-b81d-fa5c7ed54a37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78c01814-6a34-4ae4-905e-a3508cceae33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4821" y="1129553"/>
            <a:ext cx="6886462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8454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4f6ecf5f-b4df-46b4-8102-166269e7d967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  <p:pic>
        <p:nvPicPr>
          <p:cNvPr id="352614588" name="LogoBlack-Dynamic" descr="{&quot;templafy&quot;:{&quot;id&quot;:&quot;634d6196-01ca-469f-858a-bba6d2cc99d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206319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73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1019909276" name="LogoBlue-Dynamic" descr="{&quot;templafy&quot;:{&quot;id&quot;:&quot;bc74d1ef-f636-4121-a9f2-da6648e426a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2060168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740062df-570a-4243-994e-e085d8bec0dd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30052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35013073" name="LogoBlue-Dynamic" descr="{&quot;templafy&quot;:{&quot;id&quot;:&quot;6c6cab43-b329-48f1-8ced-fc963ce80e0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4e9d8830-5a48-4a8d-8294-394999bf133e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25368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2289865" y="1275473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60788824" name="LogoBlack-Dynamic" descr="{&quot;templafy&quot;:{&quot;id&quot;:&quot;6cc68836-a346-496a-9215-2a00fa798ec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2063194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7b1b2847-9769-40f6-9137-66bb7905b113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51065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8" name="Anvil" descr="preencoded.png">
            <a:extLst>
              <a:ext uri="{FF2B5EF4-FFF2-40B4-BE49-F238E27FC236}">
                <a16:creationId xmlns:a16="http://schemas.microsoft.com/office/drawing/2014/main" id="{39A9B643-3B5A-F0D7-C3BF-3A81DE80FEB6}"/>
              </a:ext>
            </a:extLst>
          </p:cNvPr>
          <p:cNvSpPr/>
          <p:nvPr/>
        </p:nvSpPr>
        <p:spPr>
          <a:xfrm>
            <a:off x="287339" y="935666"/>
            <a:ext cx="6762048" cy="3333180"/>
          </a:xfrm>
          <a:custGeom>
            <a:avLst/>
            <a:gdLst>
              <a:gd name="connsiteX0" fmla="*/ 0 w 6762048"/>
              <a:gd name="connsiteY0" fmla="*/ 0 h 3333180"/>
              <a:gd name="connsiteX1" fmla="*/ 0 w 6762048"/>
              <a:gd name="connsiteY1" fmla="*/ 3333180 h 3333180"/>
              <a:gd name="connsiteX2" fmla="*/ 3436452 w 6762048"/>
              <a:gd name="connsiteY2" fmla="*/ 3333180 h 3333180"/>
              <a:gd name="connsiteX3" fmla="*/ 6762048 w 6762048"/>
              <a:gd name="connsiteY3" fmla="*/ 0 h 3333180"/>
              <a:gd name="connsiteX4" fmla="*/ 0 w 6762048"/>
              <a:gd name="connsiteY4" fmla="*/ 0 h 3333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048" h="3333180">
                <a:moveTo>
                  <a:pt x="0" y="0"/>
                </a:moveTo>
                <a:lnTo>
                  <a:pt x="0" y="3333180"/>
                </a:lnTo>
                <a:lnTo>
                  <a:pt x="3436452" y="3333180"/>
                </a:lnTo>
                <a:lnTo>
                  <a:pt x="6762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9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55333228" name="LogoWhite-Dynamic" descr="{&quot;templafy&quot;:{&quot;id&quot;:&quot;34c56c30-c3f8-4fed-bae6-675eca41403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94561e7e-1763-43f6-bdbe-c73a92eff150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183380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870433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31484289" name="LogoBlack-Dynamic" descr="{&quot;templafy&quot;:{&quot;id&quot;:&quot;9c524bf9-8695-42e6-a4e9-47a34416332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2063194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3cf83eff-c170-4116-a4cf-38befd2e7da6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424559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52973853" name="LogoBlue-Dynamic" descr="{&quot;templafy&quot;:{&quot;id&quot;:&quot;65292e6a-bf6d-4637-a971-7508062dfcb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12beec0b-1364-4f5d-bd8a-d540c1709a04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36460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206502"/>
            <a:ext cx="552970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1126475" name="LogoWhite-Dynamic" descr="{&quot;templafy&quot;:{&quot;id&quot;:&quot;b683ec89-ed03-4453-aade-c7d4ea64797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2060168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30a96659-3266-4163-9cbe-a45ae17eb1e6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83208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603172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>
          <p15:clr>
            <a:srgbClr val="FBAE40"/>
          </p15:clr>
        </p15:guide>
        <p15:guide id="2" orient="horz" pos="97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9544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7201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00922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4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6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342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1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4">
          <p15:clr>
            <a:srgbClr val="FBAE40"/>
          </p15:clr>
        </p15:guide>
        <p15:guide id="10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181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7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51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54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866850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57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72059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62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972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40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2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687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8d73bf86-ea99-44b6-b807-957f99a43697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2025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804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7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2.xml"/><Relationship Id="rId63" Type="http://schemas.openxmlformats.org/officeDocument/2006/relationships/tags" Target="../tags/tag33.xml"/><Relationship Id="rId84" Type="http://schemas.openxmlformats.org/officeDocument/2006/relationships/tags" Target="../tags/tag54.xml"/><Relationship Id="rId138" Type="http://schemas.openxmlformats.org/officeDocument/2006/relationships/tags" Target="../tags/tag108.xml"/><Relationship Id="rId107" Type="http://schemas.openxmlformats.org/officeDocument/2006/relationships/tags" Target="../tags/tag77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2.xml"/><Relationship Id="rId53" Type="http://schemas.openxmlformats.org/officeDocument/2006/relationships/tags" Target="../tags/tag23.xml"/><Relationship Id="rId74" Type="http://schemas.openxmlformats.org/officeDocument/2006/relationships/tags" Target="../tags/tag44.xml"/><Relationship Id="rId128" Type="http://schemas.openxmlformats.org/officeDocument/2006/relationships/tags" Target="../tags/tag98.xml"/><Relationship Id="rId149" Type="http://schemas.openxmlformats.org/officeDocument/2006/relationships/tags" Target="../tags/tag119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3.xml"/><Relationship Id="rId48" Type="http://schemas.openxmlformats.org/officeDocument/2006/relationships/tags" Target="../tags/tag18.xml"/><Relationship Id="rId64" Type="http://schemas.openxmlformats.org/officeDocument/2006/relationships/tags" Target="../tags/tag34.xml"/><Relationship Id="rId69" Type="http://schemas.openxmlformats.org/officeDocument/2006/relationships/tags" Target="../tags/tag39.xml"/><Relationship Id="rId113" Type="http://schemas.openxmlformats.org/officeDocument/2006/relationships/tags" Target="../tags/tag83.xml"/><Relationship Id="rId118" Type="http://schemas.openxmlformats.org/officeDocument/2006/relationships/tags" Target="../tags/tag88.xml"/><Relationship Id="rId134" Type="http://schemas.openxmlformats.org/officeDocument/2006/relationships/tags" Target="../tags/tag104.xml"/><Relationship Id="rId139" Type="http://schemas.openxmlformats.org/officeDocument/2006/relationships/tags" Target="../tags/tag109.xml"/><Relationship Id="rId80" Type="http://schemas.openxmlformats.org/officeDocument/2006/relationships/tags" Target="../tags/tag50.xml"/><Relationship Id="rId85" Type="http://schemas.openxmlformats.org/officeDocument/2006/relationships/tags" Target="../tags/tag55.xml"/><Relationship Id="rId150" Type="http://schemas.openxmlformats.org/officeDocument/2006/relationships/tags" Target="../tags/tag12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3.xml"/><Relationship Id="rId38" Type="http://schemas.openxmlformats.org/officeDocument/2006/relationships/tags" Target="../tags/tag8.xml"/><Relationship Id="rId59" Type="http://schemas.openxmlformats.org/officeDocument/2006/relationships/tags" Target="../tags/tag29.xml"/><Relationship Id="rId103" Type="http://schemas.openxmlformats.org/officeDocument/2006/relationships/tags" Target="../tags/tag73.xml"/><Relationship Id="rId108" Type="http://schemas.openxmlformats.org/officeDocument/2006/relationships/tags" Target="../tags/tag78.xml"/><Relationship Id="rId124" Type="http://schemas.openxmlformats.org/officeDocument/2006/relationships/tags" Target="../tags/tag94.xml"/><Relationship Id="rId129" Type="http://schemas.openxmlformats.org/officeDocument/2006/relationships/tags" Target="../tags/tag99.xml"/><Relationship Id="rId54" Type="http://schemas.openxmlformats.org/officeDocument/2006/relationships/tags" Target="../tags/tag24.xml"/><Relationship Id="rId70" Type="http://schemas.openxmlformats.org/officeDocument/2006/relationships/tags" Target="../tags/tag40.xml"/><Relationship Id="rId75" Type="http://schemas.openxmlformats.org/officeDocument/2006/relationships/tags" Target="../tags/tag45.xml"/><Relationship Id="rId91" Type="http://schemas.openxmlformats.org/officeDocument/2006/relationships/tags" Target="../tags/tag61.xml"/><Relationship Id="rId96" Type="http://schemas.openxmlformats.org/officeDocument/2006/relationships/tags" Target="../tags/tag66.xml"/><Relationship Id="rId140" Type="http://schemas.openxmlformats.org/officeDocument/2006/relationships/tags" Target="../tags/tag110.xml"/><Relationship Id="rId145" Type="http://schemas.openxmlformats.org/officeDocument/2006/relationships/tags" Target="../tags/tag1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19.xml"/><Relationship Id="rId114" Type="http://schemas.openxmlformats.org/officeDocument/2006/relationships/tags" Target="../tags/tag84.xml"/><Relationship Id="rId119" Type="http://schemas.openxmlformats.org/officeDocument/2006/relationships/tags" Target="../tags/tag89.xml"/><Relationship Id="rId44" Type="http://schemas.openxmlformats.org/officeDocument/2006/relationships/tags" Target="../tags/tag14.xml"/><Relationship Id="rId60" Type="http://schemas.openxmlformats.org/officeDocument/2006/relationships/tags" Target="../tags/tag30.xml"/><Relationship Id="rId65" Type="http://schemas.openxmlformats.org/officeDocument/2006/relationships/tags" Target="../tags/tag35.xml"/><Relationship Id="rId81" Type="http://schemas.openxmlformats.org/officeDocument/2006/relationships/tags" Target="../tags/tag51.xml"/><Relationship Id="rId86" Type="http://schemas.openxmlformats.org/officeDocument/2006/relationships/tags" Target="../tags/tag56.xml"/><Relationship Id="rId130" Type="http://schemas.openxmlformats.org/officeDocument/2006/relationships/tags" Target="../tags/tag100.xml"/><Relationship Id="rId135" Type="http://schemas.openxmlformats.org/officeDocument/2006/relationships/tags" Target="../tags/tag105.xml"/><Relationship Id="rId151" Type="http://schemas.openxmlformats.org/officeDocument/2006/relationships/tags" Target="../tags/tag121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9.xml"/><Relationship Id="rId109" Type="http://schemas.openxmlformats.org/officeDocument/2006/relationships/tags" Target="../tags/tag79.xml"/><Relationship Id="rId34" Type="http://schemas.openxmlformats.org/officeDocument/2006/relationships/tags" Target="../tags/tag4.xml"/><Relationship Id="rId50" Type="http://schemas.openxmlformats.org/officeDocument/2006/relationships/tags" Target="../tags/tag20.xml"/><Relationship Id="rId55" Type="http://schemas.openxmlformats.org/officeDocument/2006/relationships/tags" Target="../tags/tag25.xml"/><Relationship Id="rId76" Type="http://schemas.openxmlformats.org/officeDocument/2006/relationships/tags" Target="../tags/tag46.xml"/><Relationship Id="rId97" Type="http://schemas.openxmlformats.org/officeDocument/2006/relationships/tags" Target="../tags/tag67.xml"/><Relationship Id="rId104" Type="http://schemas.openxmlformats.org/officeDocument/2006/relationships/tags" Target="../tags/tag74.xml"/><Relationship Id="rId120" Type="http://schemas.openxmlformats.org/officeDocument/2006/relationships/tags" Target="../tags/tag90.xml"/><Relationship Id="rId125" Type="http://schemas.openxmlformats.org/officeDocument/2006/relationships/tags" Target="../tags/tag95.xml"/><Relationship Id="rId141" Type="http://schemas.openxmlformats.org/officeDocument/2006/relationships/tags" Target="../tags/tag111.xml"/><Relationship Id="rId146" Type="http://schemas.openxmlformats.org/officeDocument/2006/relationships/tags" Target="../tags/tag116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1.xml"/><Relationship Id="rId92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0.xml"/><Relationship Id="rId45" Type="http://schemas.openxmlformats.org/officeDocument/2006/relationships/tags" Target="../tags/tag15.xml"/><Relationship Id="rId66" Type="http://schemas.openxmlformats.org/officeDocument/2006/relationships/tags" Target="../tags/tag36.xml"/><Relationship Id="rId87" Type="http://schemas.openxmlformats.org/officeDocument/2006/relationships/tags" Target="../tags/tag57.xml"/><Relationship Id="rId110" Type="http://schemas.openxmlformats.org/officeDocument/2006/relationships/tags" Target="../tags/tag80.xml"/><Relationship Id="rId115" Type="http://schemas.openxmlformats.org/officeDocument/2006/relationships/tags" Target="../tags/tag85.xml"/><Relationship Id="rId131" Type="http://schemas.openxmlformats.org/officeDocument/2006/relationships/tags" Target="../tags/tag101.xml"/><Relationship Id="rId136" Type="http://schemas.openxmlformats.org/officeDocument/2006/relationships/tags" Target="../tags/tag106.xml"/><Relationship Id="rId61" Type="http://schemas.openxmlformats.org/officeDocument/2006/relationships/tags" Target="../tags/tag31.xml"/><Relationship Id="rId82" Type="http://schemas.openxmlformats.org/officeDocument/2006/relationships/tags" Target="../tags/tag52.xml"/><Relationship Id="rId152" Type="http://schemas.openxmlformats.org/officeDocument/2006/relationships/tags" Target="../tags/tag12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5.xml"/><Relationship Id="rId56" Type="http://schemas.openxmlformats.org/officeDocument/2006/relationships/tags" Target="../tags/tag26.xml"/><Relationship Id="rId77" Type="http://schemas.openxmlformats.org/officeDocument/2006/relationships/tags" Target="../tags/tag47.xml"/><Relationship Id="rId100" Type="http://schemas.openxmlformats.org/officeDocument/2006/relationships/tags" Target="../tags/tag70.xml"/><Relationship Id="rId105" Type="http://schemas.openxmlformats.org/officeDocument/2006/relationships/tags" Target="../tags/tag75.xml"/><Relationship Id="rId126" Type="http://schemas.openxmlformats.org/officeDocument/2006/relationships/tags" Target="../tags/tag96.xml"/><Relationship Id="rId147" Type="http://schemas.openxmlformats.org/officeDocument/2006/relationships/tags" Target="../tags/tag117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1.xml"/><Relationship Id="rId72" Type="http://schemas.openxmlformats.org/officeDocument/2006/relationships/tags" Target="../tags/tag42.xml"/><Relationship Id="rId93" Type="http://schemas.openxmlformats.org/officeDocument/2006/relationships/tags" Target="../tags/tag63.xml"/><Relationship Id="rId98" Type="http://schemas.openxmlformats.org/officeDocument/2006/relationships/tags" Target="../tags/tag68.xml"/><Relationship Id="rId121" Type="http://schemas.openxmlformats.org/officeDocument/2006/relationships/tags" Target="../tags/tag91.xml"/><Relationship Id="rId142" Type="http://schemas.openxmlformats.org/officeDocument/2006/relationships/tags" Target="../tags/tag112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6.xml"/><Relationship Id="rId67" Type="http://schemas.openxmlformats.org/officeDocument/2006/relationships/tags" Target="../tags/tag37.xml"/><Relationship Id="rId116" Type="http://schemas.openxmlformats.org/officeDocument/2006/relationships/tags" Target="../tags/tag86.xml"/><Relationship Id="rId137" Type="http://schemas.openxmlformats.org/officeDocument/2006/relationships/tags" Target="../tags/tag107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1.xml"/><Relationship Id="rId62" Type="http://schemas.openxmlformats.org/officeDocument/2006/relationships/tags" Target="../tags/tag32.xml"/><Relationship Id="rId83" Type="http://schemas.openxmlformats.org/officeDocument/2006/relationships/tags" Target="../tags/tag53.xml"/><Relationship Id="rId88" Type="http://schemas.openxmlformats.org/officeDocument/2006/relationships/tags" Target="../tags/tag58.xml"/><Relationship Id="rId111" Type="http://schemas.openxmlformats.org/officeDocument/2006/relationships/tags" Target="../tags/tag81.xml"/><Relationship Id="rId132" Type="http://schemas.openxmlformats.org/officeDocument/2006/relationships/tags" Target="../tags/tag102.xml"/><Relationship Id="rId153" Type="http://schemas.openxmlformats.org/officeDocument/2006/relationships/tags" Target="../tags/tag123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6.xml"/><Relationship Id="rId57" Type="http://schemas.openxmlformats.org/officeDocument/2006/relationships/tags" Target="../tags/tag27.xml"/><Relationship Id="rId106" Type="http://schemas.openxmlformats.org/officeDocument/2006/relationships/tags" Target="../tags/tag76.xml"/><Relationship Id="rId127" Type="http://schemas.openxmlformats.org/officeDocument/2006/relationships/tags" Target="../tags/tag97.xml"/><Relationship Id="rId10" Type="http://schemas.openxmlformats.org/officeDocument/2006/relationships/slideLayout" Target="../slideLayouts/slideLayout10.xml"/><Relationship Id="rId31" Type="http://schemas.openxmlformats.org/officeDocument/2006/relationships/theme" Target="../theme/theme1.xml"/><Relationship Id="rId52" Type="http://schemas.openxmlformats.org/officeDocument/2006/relationships/tags" Target="../tags/tag22.xml"/><Relationship Id="rId73" Type="http://schemas.openxmlformats.org/officeDocument/2006/relationships/tags" Target="../tags/tag43.xml"/><Relationship Id="rId78" Type="http://schemas.openxmlformats.org/officeDocument/2006/relationships/tags" Target="../tags/tag48.xml"/><Relationship Id="rId94" Type="http://schemas.openxmlformats.org/officeDocument/2006/relationships/tags" Target="../tags/tag64.xml"/><Relationship Id="rId99" Type="http://schemas.openxmlformats.org/officeDocument/2006/relationships/tags" Target="../tags/tag69.xml"/><Relationship Id="rId101" Type="http://schemas.openxmlformats.org/officeDocument/2006/relationships/tags" Target="../tags/tag71.xml"/><Relationship Id="rId122" Type="http://schemas.openxmlformats.org/officeDocument/2006/relationships/tags" Target="../tags/tag92.xml"/><Relationship Id="rId143" Type="http://schemas.openxmlformats.org/officeDocument/2006/relationships/tags" Target="../tags/tag113.xml"/><Relationship Id="rId148" Type="http://schemas.openxmlformats.org/officeDocument/2006/relationships/tags" Target="../tags/tag11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7.xml"/><Relationship Id="rId68" Type="http://schemas.openxmlformats.org/officeDocument/2006/relationships/tags" Target="../tags/tag38.xml"/><Relationship Id="rId89" Type="http://schemas.openxmlformats.org/officeDocument/2006/relationships/tags" Target="../tags/tag59.xml"/><Relationship Id="rId112" Type="http://schemas.openxmlformats.org/officeDocument/2006/relationships/tags" Target="../tags/tag82.xml"/><Relationship Id="rId133" Type="http://schemas.openxmlformats.org/officeDocument/2006/relationships/tags" Target="../tags/tag103.xml"/><Relationship Id="rId154" Type="http://schemas.openxmlformats.org/officeDocument/2006/relationships/tags" Target="../tags/tag12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7.xml"/><Relationship Id="rId58" Type="http://schemas.openxmlformats.org/officeDocument/2006/relationships/tags" Target="../tags/tag28.xml"/><Relationship Id="rId79" Type="http://schemas.openxmlformats.org/officeDocument/2006/relationships/tags" Target="../tags/tag49.xml"/><Relationship Id="rId102" Type="http://schemas.openxmlformats.org/officeDocument/2006/relationships/tags" Target="../tags/tag72.xml"/><Relationship Id="rId123" Type="http://schemas.openxmlformats.org/officeDocument/2006/relationships/tags" Target="../tags/tag93.xml"/><Relationship Id="rId144" Type="http://schemas.openxmlformats.org/officeDocument/2006/relationships/tags" Target="../tags/tag114.xml"/><Relationship Id="rId90" Type="http://schemas.openxmlformats.org/officeDocument/2006/relationships/tags" Target="../tags/tag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Copyright Placeholder" descr="{&quot;templafy&quot;:{&quot;id&quot;:&quot;529c8e10-3af1-4b50-b052-b19d2fefb2db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Arial" panose="020B0604020202020204" pitchFamily="34" charset="0"/>
              </a:rPr>
              <a:t>Public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5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74" r:id="rId18"/>
    <p:sldLayoutId id="2147483793" r:id="rId19"/>
    <p:sldLayoutId id="2147483794" r:id="rId20"/>
    <p:sldLayoutId id="2147483795" r:id="rId21"/>
    <p:sldLayoutId id="2147483796" r:id="rId22"/>
    <p:sldLayoutId id="2147483797" r:id="rId23"/>
    <p:sldLayoutId id="2147483798" r:id="rId24"/>
    <p:sldLayoutId id="2147483799" r:id="rId25"/>
    <p:sldLayoutId id="2147483800" r:id="rId26"/>
    <p:sldLayoutId id="2147483801" r:id="rId27"/>
    <p:sldLayoutId id="2147483802" r:id="rId28"/>
    <p:sldLayoutId id="2147483803" r:id="rId29"/>
    <p:sldLayoutId id="2147483804" r:id="rId30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100000"/>
        <a:buFont typeface="Roboto" panose="02000000000000000000" pitchFamily="2" charset="0"/>
        <a:buChar char="​"/>
        <a:defRPr sz="20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1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16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6" Type="http://schemas.openxmlformats.org/officeDocument/2006/relationships/hyperlink" Target="https://de.linkedin.com/" TargetMode="External"/><Relationship Id="rId5" Type="http://schemas.openxmlformats.org/officeDocument/2006/relationships/hyperlink" Target="mailto:rebecca.fondermann@sap.com" TargetMode="External"/><Relationship Id="rId4" Type="http://schemas.openxmlformats.org/officeDocument/2006/relationships/notesSlide" Target="../notesSlides/notes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rebecca.fondermann@sap.com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de.linkedi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5769-EF98-48D1-D393-12A6BB70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HDI – The “magic” behind CAP</a:t>
            </a:r>
            <a:br>
              <a:rPr lang="en-US" b="1" dirty="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a CAP entity becomes a database artifact with all its dependencies - 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9E5F284-98A2-2848-7872-2D395413455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28422" b="28422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32E38D-D919-C1BD-8DA5-BFA5C0A6DE62}"/>
              </a:ext>
            </a:extLst>
          </p:cNvPr>
          <p:cNvSpPr txBox="1"/>
          <p:nvPr/>
        </p:nvSpPr>
        <p:spPr>
          <a:xfrm>
            <a:off x="288000" y="5208698"/>
            <a:ext cx="343376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Rebecca Fondermann</a:t>
            </a:r>
          </a:p>
        </p:txBody>
      </p:sp>
    </p:spTree>
    <p:extLst>
      <p:ext uri="{BB962C8B-B14F-4D97-AF65-F5344CB8AC3E}">
        <p14:creationId xmlns:p14="http://schemas.microsoft.com/office/powerpoint/2010/main" val="137045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2">
            <a:extLst>
              <a:ext uri="{FF2B5EF4-FFF2-40B4-BE49-F238E27FC236}">
                <a16:creationId xmlns:a16="http://schemas.microsoft.com/office/drawing/2014/main" id="{D473679D-B965-2323-58C1-3CB6F6B301D8}"/>
              </a:ext>
            </a:extLst>
          </p:cNvPr>
          <p:cNvSpPr txBox="1">
            <a:spLocks/>
          </p:cNvSpPr>
          <p:nvPr/>
        </p:nvSpPr>
        <p:spPr bwMode="black">
          <a:xfrm>
            <a:off x="-862885" y="1249990"/>
            <a:ext cx="11545888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4000" dirty="0" err="1"/>
              <a:t>Dependency-based</a:t>
            </a:r>
            <a:r>
              <a:rPr lang="de-DE" sz="4000" dirty="0"/>
              <a:t> </a:t>
            </a:r>
            <a:r>
              <a:rPr lang="de-DE" sz="4000" dirty="0" err="1"/>
              <a:t>Deployment</a:t>
            </a:r>
            <a:endParaRPr lang="de-DE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F0BEAE-64BD-FD3E-FA1C-2A8EC8603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24921"/>
            <a:ext cx="12195175" cy="34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A15008D7-DDDC-762A-1DBC-A18B291EE2B1}"/>
              </a:ext>
            </a:extLst>
          </p:cNvPr>
          <p:cNvSpPr txBox="1">
            <a:spLocks/>
          </p:cNvSpPr>
          <p:nvPr/>
        </p:nvSpPr>
        <p:spPr bwMode="black">
          <a:xfrm>
            <a:off x="99734" y="303151"/>
            <a:ext cx="11995705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4000" dirty="0"/>
              <a:t>SAP Cloud </a:t>
            </a:r>
            <a:r>
              <a:rPr lang="de-DE" sz="4000" dirty="0" err="1"/>
              <a:t>Application</a:t>
            </a:r>
            <a:r>
              <a:rPr lang="de-DE" sz="4000" dirty="0"/>
              <a:t> </a:t>
            </a:r>
            <a:r>
              <a:rPr lang="de-DE" sz="4000" dirty="0" err="1"/>
              <a:t>Programming</a:t>
            </a:r>
            <a:r>
              <a:rPr lang="de-DE" sz="4000" dirty="0"/>
              <a:t> Model (CAP)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62F2E-2DF6-EE32-36FA-A3BCA09F7E2D}"/>
              </a:ext>
            </a:extLst>
          </p:cNvPr>
          <p:cNvSpPr txBox="1"/>
          <p:nvPr/>
        </p:nvSpPr>
        <p:spPr>
          <a:xfrm>
            <a:off x="571500" y="1008293"/>
            <a:ext cx="1083564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100" b="0" i="0" u="none" strike="noStrike" baseline="0" dirty="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The backbone of CAP is Core Data Services (CDS)</a:t>
            </a:r>
            <a:br>
              <a:rPr lang="en-US" sz="800" b="0" i="0" u="none" strike="noStrike" baseline="0" dirty="0">
                <a:solidFill>
                  <a:srgbClr val="000000"/>
                </a:solidFill>
                <a:latin typeface="+mn-lt"/>
              </a:rPr>
            </a:br>
            <a:endParaRPr lang="en-US" sz="2400" b="0" i="0" u="none" strike="noStrike" baseline="0" dirty="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CDS is used to define the core data layer</a:t>
            </a:r>
            <a:br>
              <a:rPr lang="en-US" sz="800" b="0" i="0" u="none" strike="noStrike" baseline="0" dirty="0">
                <a:solidFill>
                  <a:srgbClr val="000000"/>
                </a:solidFill>
                <a:latin typeface="+mn-lt"/>
              </a:rPr>
            </a:br>
            <a:endParaRPr lang="en-US" sz="2400" b="0" i="0" u="none" strike="noStrike" baseline="0" dirty="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CDS is a semantically rich data definition language</a:t>
            </a:r>
            <a:br>
              <a:rPr lang="en-US" sz="800" b="0" i="0" u="none" strike="noStrike" baseline="0" dirty="0">
                <a:solidFill>
                  <a:srgbClr val="000000"/>
                </a:solidFill>
                <a:latin typeface="+mn-lt"/>
              </a:rPr>
            </a:br>
            <a:endParaRPr lang="en-US" sz="2400" b="0" i="0" u="none" strike="noStrike" baseline="0" dirty="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CDS is used to define the physical data layer (e.g. data types, tables) and also the virtual data layer (e.g. views)</a:t>
            </a:r>
            <a:br>
              <a:rPr lang="en-US" sz="800" b="0" i="0" u="none" strike="noStrike" baseline="0" dirty="0">
                <a:solidFill>
                  <a:srgbClr val="000000"/>
                </a:solidFill>
                <a:latin typeface="+mn-lt"/>
              </a:rPr>
            </a:br>
            <a:endParaRPr lang="en-US" sz="2400" b="0" i="0" u="none" strike="noStrike" baseline="0" dirty="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With CAP you can also create native HANA Cloud database artifacts such as tables, views and functions and mix them with CDS artifacts</a:t>
            </a:r>
            <a:br>
              <a:rPr lang="en-US" sz="800" b="0" i="0" u="none" strike="noStrike" baseline="0" dirty="0">
                <a:solidFill>
                  <a:srgbClr val="000000"/>
                </a:solidFill>
                <a:latin typeface="+mn-lt"/>
              </a:rPr>
            </a:br>
            <a:endParaRPr lang="en-US" sz="2400" b="0" i="0" u="none" strike="noStrike" baseline="0" dirty="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SAP Business Application Studio (BAS) supports the development of CAP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002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6128D01-8869-5E59-08E1-0F1434FDBC50}"/>
              </a:ext>
            </a:extLst>
          </p:cNvPr>
          <p:cNvSpPr txBox="1">
            <a:spLocks/>
          </p:cNvSpPr>
          <p:nvPr/>
        </p:nvSpPr>
        <p:spPr>
          <a:xfrm>
            <a:off x="626829" y="1811068"/>
            <a:ext cx="11186477" cy="4716000"/>
          </a:xfrm>
          <a:prstGeom prst="rect">
            <a:avLst/>
          </a:prstGeom>
        </p:spPr>
        <p:txBody>
          <a:bodyPr/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Declarative HANA Persistence Modeling and Model Deployment</a:t>
            </a:r>
          </a:p>
          <a:p>
            <a:pPr marL="719856" lvl="2" indent="0">
              <a:buFont typeface="Arial" panose="020B0604020202020204" pitchFamily="34" charset="0"/>
              <a:buNone/>
            </a:pPr>
            <a:br>
              <a:rPr lang="en-US" i="1" dirty="0"/>
            </a:br>
            <a:r>
              <a:rPr lang="en-US" sz="1600" i="1" dirty="0"/>
              <a:t>“HANA DI is a </a:t>
            </a:r>
            <a:r>
              <a:rPr lang="en-US" sz="1600" b="1" i="1" dirty="0"/>
              <a:t>service layer of the HANA database </a:t>
            </a:r>
            <a:r>
              <a:rPr lang="en-US" sz="1600" i="1" dirty="0"/>
              <a:t>that simplifies the </a:t>
            </a:r>
            <a:r>
              <a:rPr lang="en-US" sz="1600" b="1" i="1" dirty="0"/>
              <a:t>deployment of </a:t>
            </a:r>
            <a:br>
              <a:rPr lang="en-US" sz="1600" b="1" i="1" dirty="0"/>
            </a:br>
            <a:r>
              <a:rPr lang="en-US" sz="1600" b="1" i="1" dirty="0"/>
              <a:t>HANA database artifacts </a:t>
            </a:r>
            <a:r>
              <a:rPr lang="en-US" sz="1600" i="1" dirty="0"/>
              <a:t>by providing a </a:t>
            </a:r>
            <a:r>
              <a:rPr lang="en-US" sz="1600" b="1" i="1" dirty="0"/>
              <a:t>declarative approach</a:t>
            </a:r>
            <a:r>
              <a:rPr lang="en-US" sz="1600" i="1" dirty="0"/>
              <a:t> for defining database objects</a:t>
            </a:r>
            <a:br>
              <a:rPr lang="en-US" sz="1600" i="1" dirty="0"/>
            </a:br>
            <a:r>
              <a:rPr lang="en-US" sz="1600" i="1" dirty="0"/>
              <a:t>and ensuring a </a:t>
            </a:r>
            <a:r>
              <a:rPr lang="en-US" sz="1600" b="1" i="1" dirty="0"/>
              <a:t>consistent deployment </a:t>
            </a:r>
            <a:r>
              <a:rPr lang="en-US" sz="1600" i="1" dirty="0"/>
              <a:t>into the database,</a:t>
            </a:r>
            <a:br>
              <a:rPr lang="en-US" sz="1600" i="1" dirty="0"/>
            </a:br>
            <a:r>
              <a:rPr lang="en-US" sz="1600" i="1" dirty="0"/>
              <a:t>based on a </a:t>
            </a:r>
            <a:r>
              <a:rPr lang="en-US" sz="1600" b="1" i="1" dirty="0"/>
              <a:t>transactional all-or-nothing deployment model </a:t>
            </a:r>
            <a:r>
              <a:rPr lang="en-US" sz="1600" i="1" dirty="0"/>
              <a:t>and </a:t>
            </a:r>
            <a:r>
              <a:rPr lang="en-US" sz="1600" b="1" i="1" dirty="0"/>
              <a:t>implicit dependency management</a:t>
            </a:r>
            <a:r>
              <a:rPr lang="en-US" sz="1600" i="1" dirty="0"/>
              <a:t>.”</a:t>
            </a:r>
          </a:p>
          <a:p>
            <a:br>
              <a:rPr lang="en-US" dirty="0"/>
            </a:br>
            <a:r>
              <a:rPr lang="en-US" dirty="0"/>
              <a:t>Database-level Container Model, based on Database Schemas</a:t>
            </a:r>
          </a:p>
          <a:p>
            <a:pPr marL="719856" lvl="2" indent="0">
              <a:buFont typeface="Arial" panose="020B0604020202020204" pitchFamily="34" charset="0"/>
              <a:buNone/>
            </a:pPr>
            <a:br>
              <a:rPr lang="en-US" i="1" dirty="0"/>
            </a:br>
            <a:r>
              <a:rPr lang="en-US" sz="1600" i="1" dirty="0"/>
              <a:t>“In addition, deployment of database objects via HANA DI is based on a </a:t>
            </a:r>
            <a:r>
              <a:rPr lang="en-US" sz="1600" b="1" i="1" dirty="0"/>
              <a:t>container model </a:t>
            </a:r>
            <a:br>
              <a:rPr lang="en-US" sz="1600" b="1" i="1" dirty="0"/>
            </a:br>
            <a:r>
              <a:rPr lang="en-US" sz="1600" i="1" dirty="0"/>
              <a:t>where </a:t>
            </a:r>
            <a:r>
              <a:rPr lang="en-US" sz="1600" b="1" i="1" dirty="0"/>
              <a:t>each container corresponds to a database schema</a:t>
            </a:r>
            <a:r>
              <a:rPr lang="en-US" sz="1600" i="1" dirty="0"/>
              <a:t>. Containers are </a:t>
            </a:r>
            <a:r>
              <a:rPr lang="en-US" sz="1600" b="1" i="1" dirty="0"/>
              <a:t>isolated</a:t>
            </a:r>
            <a:r>
              <a:rPr lang="en-US" sz="1600" i="1" dirty="0"/>
              <a:t> against</a:t>
            </a:r>
            <a:br>
              <a:rPr lang="en-US" sz="1600" i="1" dirty="0"/>
            </a:br>
            <a:r>
              <a:rPr lang="en-US" sz="1600" i="1" dirty="0"/>
              <a:t>each other by database means, e.g. </a:t>
            </a:r>
            <a:r>
              <a:rPr lang="en-US" sz="1600" b="1" i="1" dirty="0"/>
              <a:t>each database schema </a:t>
            </a:r>
            <a:r>
              <a:rPr lang="en-US" sz="1600" i="1" dirty="0"/>
              <a:t>with its deployed objects</a:t>
            </a:r>
            <a:br>
              <a:rPr lang="en-US" sz="1600" i="1" dirty="0"/>
            </a:br>
            <a:r>
              <a:rPr lang="en-US" sz="1600" b="1" i="1" dirty="0"/>
              <a:t>is owned by a per-schema technical database user</a:t>
            </a:r>
            <a:r>
              <a:rPr lang="en-US" sz="1600" i="1" dirty="0"/>
              <a:t>.”</a:t>
            </a:r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FC8B0EE-D54F-AA40-25E2-7220B316C493}"/>
              </a:ext>
            </a:extLst>
          </p:cNvPr>
          <p:cNvSpPr txBox="1">
            <a:spLocks/>
          </p:cNvSpPr>
          <p:nvPr/>
        </p:nvSpPr>
        <p:spPr>
          <a:xfrm>
            <a:off x="626829" y="495751"/>
            <a:ext cx="11186476" cy="615553"/>
          </a:xfrm>
          <a:prstGeom prst="rect">
            <a:avLst/>
          </a:prstGeom>
        </p:spPr>
        <p:txBody>
          <a:bodyPr/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HDI – what is it?</a:t>
            </a:r>
          </a:p>
        </p:txBody>
      </p:sp>
    </p:spTree>
    <p:extLst>
      <p:ext uri="{BB962C8B-B14F-4D97-AF65-F5344CB8AC3E}">
        <p14:creationId xmlns:p14="http://schemas.microsoft.com/office/powerpoint/2010/main" val="94555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53A5-22F6-87AE-47D4-9E52D174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 HANA Schemas &amp; HDI Containers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4DB7914C-973A-060F-8B8A-0DD76E24B20B}"/>
              </a:ext>
            </a:extLst>
          </p:cNvPr>
          <p:cNvGraphicFramePr/>
          <p:nvPr/>
        </p:nvGraphicFramePr>
        <p:xfrm>
          <a:off x="-787735" y="3289491"/>
          <a:ext cx="5533650" cy="553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F5D77863-6F32-61CA-B56B-CC5E065DB47F}"/>
              </a:ext>
            </a:extLst>
          </p:cNvPr>
          <p:cNvGraphicFramePr/>
          <p:nvPr/>
        </p:nvGraphicFramePr>
        <p:xfrm>
          <a:off x="6660577" y="3289491"/>
          <a:ext cx="5029900" cy="553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CD1ED2C-0DE1-5D9E-4133-8C9D055A43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 flipV="1">
            <a:off x="2151992" y="1273208"/>
            <a:ext cx="1324852" cy="1390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15081A-03A4-88B9-5473-95061CDE3A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7525" y="1150331"/>
            <a:ext cx="2489200" cy="1968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751A7A-DA87-B853-78D7-6DB268F86C8A}"/>
              </a:ext>
            </a:extLst>
          </p:cNvPr>
          <p:cNvSpPr txBox="1"/>
          <p:nvPr/>
        </p:nvSpPr>
        <p:spPr>
          <a:xfrm>
            <a:off x="1260262" y="2541380"/>
            <a:ext cx="148141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b="1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schema</a:t>
            </a:r>
            <a:r>
              <a:rPr lang="en-US" sz="18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1637E-8333-36DD-E676-BDE2DAAB043C}"/>
              </a:ext>
            </a:extLst>
          </p:cNvPr>
          <p:cNvSpPr txBox="1"/>
          <p:nvPr/>
        </p:nvSpPr>
        <p:spPr>
          <a:xfrm>
            <a:off x="8774996" y="2541380"/>
            <a:ext cx="178345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b="1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hdi</a:t>
            </a:r>
            <a:r>
              <a:rPr lang="en-US" sz="1800" b="1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-shared</a:t>
            </a:r>
            <a:r>
              <a:rPr lang="en-US" sz="18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 plan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95E59A-71E1-C7C6-D0B6-7B0DDEA2CDA3}"/>
              </a:ext>
            </a:extLst>
          </p:cNvPr>
          <p:cNvGrpSpPr/>
          <p:nvPr/>
        </p:nvGrpSpPr>
        <p:grpSpPr>
          <a:xfrm>
            <a:off x="1196992" y="4299048"/>
            <a:ext cx="4109611" cy="553456"/>
            <a:chOff x="1367125" y="0"/>
            <a:chExt cx="4109611" cy="553456"/>
          </a:xfrm>
        </p:grpSpPr>
        <p:sp>
          <p:nvSpPr>
            <p:cNvPr id="24" name="Speech Bubble: Oval 23">
              <a:extLst>
                <a:ext uri="{FF2B5EF4-FFF2-40B4-BE49-F238E27FC236}">
                  <a16:creationId xmlns:a16="http://schemas.microsoft.com/office/drawing/2014/main" id="{4906BA82-7471-60CB-1C54-88013691CF6E}"/>
                </a:ext>
              </a:extLst>
            </p:cNvPr>
            <p:cNvSpPr/>
            <p:nvPr/>
          </p:nvSpPr>
          <p:spPr>
            <a:xfrm>
              <a:off x="1367125" y="0"/>
              <a:ext cx="4109611" cy="553456"/>
            </a:xfrm>
            <a:prstGeom prst="wedgeEllipseCallout">
              <a:avLst/>
            </a:prstGeom>
            <a:solidFill>
              <a:srgbClr val="F0AB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Speech Bubble: Oval 4">
              <a:extLst>
                <a:ext uri="{FF2B5EF4-FFF2-40B4-BE49-F238E27FC236}">
                  <a16:creationId xmlns:a16="http://schemas.microsoft.com/office/drawing/2014/main" id="{B60FB19E-87F7-B67F-8C94-6AE45CC199AC}"/>
                </a:ext>
              </a:extLst>
            </p:cNvPr>
            <p:cNvSpPr txBox="1"/>
            <p:nvPr/>
          </p:nvSpPr>
          <p:spPr>
            <a:xfrm>
              <a:off x="1968964" y="81052"/>
              <a:ext cx="2905933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You have to manage all database objects yourself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794FFE-D192-EE3B-347E-1CE9F4990FEC}"/>
              </a:ext>
            </a:extLst>
          </p:cNvPr>
          <p:cNvGrpSpPr/>
          <p:nvPr/>
        </p:nvGrpSpPr>
        <p:grpSpPr>
          <a:xfrm>
            <a:off x="7249837" y="4299048"/>
            <a:ext cx="4094481" cy="553456"/>
            <a:chOff x="0" y="0"/>
            <a:chExt cx="4094481" cy="553456"/>
          </a:xfrm>
        </p:grpSpPr>
        <p:sp>
          <p:nvSpPr>
            <p:cNvPr id="30" name="Speech Bubble: Oval 29">
              <a:extLst>
                <a:ext uri="{FF2B5EF4-FFF2-40B4-BE49-F238E27FC236}">
                  <a16:creationId xmlns:a16="http://schemas.microsoft.com/office/drawing/2014/main" id="{D8D345C2-19DE-2082-FFBD-27480A434940}"/>
                </a:ext>
              </a:extLst>
            </p:cNvPr>
            <p:cNvSpPr/>
            <p:nvPr/>
          </p:nvSpPr>
          <p:spPr>
            <a:xfrm>
              <a:off x="0" y="0"/>
              <a:ext cx="4094481" cy="553456"/>
            </a:xfrm>
            <a:prstGeom prst="wedgeEllipse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Speech Bubble: Oval 4">
              <a:extLst>
                <a:ext uri="{FF2B5EF4-FFF2-40B4-BE49-F238E27FC236}">
                  <a16:creationId xmlns:a16="http://schemas.microsoft.com/office/drawing/2014/main" id="{BFE68D60-9FE9-ED30-6FC8-67DB42F0E64D}"/>
                </a:ext>
              </a:extLst>
            </p:cNvPr>
            <p:cNvSpPr txBox="1"/>
            <p:nvPr/>
          </p:nvSpPr>
          <p:spPr>
            <a:xfrm>
              <a:off x="599623" y="81052"/>
              <a:ext cx="2895235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HDI manages the objects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6CC9330-9717-7063-9FA6-5EC176FCF832}"/>
              </a:ext>
            </a:extLst>
          </p:cNvPr>
          <p:cNvGrpSpPr/>
          <p:nvPr/>
        </p:nvGrpSpPr>
        <p:grpSpPr>
          <a:xfrm>
            <a:off x="504001" y="5308064"/>
            <a:ext cx="4109611" cy="553456"/>
            <a:chOff x="1367125" y="0"/>
            <a:chExt cx="4109611" cy="553456"/>
          </a:xfrm>
        </p:grpSpPr>
        <p:sp>
          <p:nvSpPr>
            <p:cNvPr id="7" name="Speech Bubble: Oval 6">
              <a:extLst>
                <a:ext uri="{FF2B5EF4-FFF2-40B4-BE49-F238E27FC236}">
                  <a16:creationId xmlns:a16="http://schemas.microsoft.com/office/drawing/2014/main" id="{44AF72B7-496D-E948-379D-AD99C453B124}"/>
                </a:ext>
              </a:extLst>
            </p:cNvPr>
            <p:cNvSpPr/>
            <p:nvPr/>
          </p:nvSpPr>
          <p:spPr>
            <a:xfrm>
              <a:off x="1367125" y="0"/>
              <a:ext cx="4109611" cy="553456"/>
            </a:xfrm>
            <a:prstGeom prst="wedgeEllipseCallout">
              <a:avLst/>
            </a:prstGeom>
            <a:solidFill>
              <a:srgbClr val="F0AB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peech Bubble: Oval 4">
              <a:extLst>
                <a:ext uri="{FF2B5EF4-FFF2-40B4-BE49-F238E27FC236}">
                  <a16:creationId xmlns:a16="http://schemas.microsoft.com/office/drawing/2014/main" id="{54799ACE-31BE-3AF6-DB15-86D42116C5FD}"/>
                </a:ext>
              </a:extLst>
            </p:cNvPr>
            <p:cNvSpPr txBox="1"/>
            <p:nvPr/>
          </p:nvSpPr>
          <p:spPr>
            <a:xfrm>
              <a:off x="1968964" y="81052"/>
              <a:ext cx="2905933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Credentials for one user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44BB19C-170D-1EAC-5EDC-109A64C9EFA3}"/>
              </a:ext>
            </a:extLst>
          </p:cNvPr>
          <p:cNvGrpSpPr/>
          <p:nvPr/>
        </p:nvGrpSpPr>
        <p:grpSpPr>
          <a:xfrm>
            <a:off x="6568729" y="5430941"/>
            <a:ext cx="4094481" cy="553456"/>
            <a:chOff x="0" y="0"/>
            <a:chExt cx="4094481" cy="553456"/>
          </a:xfrm>
        </p:grpSpPr>
        <p:sp>
          <p:nvSpPr>
            <p:cNvPr id="10" name="Speech Bubble: Oval 9">
              <a:extLst>
                <a:ext uri="{FF2B5EF4-FFF2-40B4-BE49-F238E27FC236}">
                  <a16:creationId xmlns:a16="http://schemas.microsoft.com/office/drawing/2014/main" id="{24A179FA-1216-1A22-AC69-D65C843F707A}"/>
                </a:ext>
              </a:extLst>
            </p:cNvPr>
            <p:cNvSpPr/>
            <p:nvPr/>
          </p:nvSpPr>
          <p:spPr>
            <a:xfrm>
              <a:off x="0" y="0"/>
              <a:ext cx="4094481" cy="553456"/>
            </a:xfrm>
            <a:prstGeom prst="wedgeEllipse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peech Bubble: Oval 4">
              <a:extLst>
                <a:ext uri="{FF2B5EF4-FFF2-40B4-BE49-F238E27FC236}">
                  <a16:creationId xmlns:a16="http://schemas.microsoft.com/office/drawing/2014/main" id="{ABF4DACF-A3F3-13F6-E75E-16463EEFC3FE}"/>
                </a:ext>
              </a:extLst>
            </p:cNvPr>
            <p:cNvSpPr txBox="1"/>
            <p:nvPr/>
          </p:nvSpPr>
          <p:spPr>
            <a:xfrm>
              <a:off x="599623" y="81052"/>
              <a:ext cx="2895235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dirty="0"/>
                <a:t>Provides two users</a:t>
              </a:r>
              <a:endParaRPr lang="en-US" sz="1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408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  <p:bldGraphic spid="1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53A5-22F6-87AE-47D4-9E52D174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choose Schema or HDI Container?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4DB7914C-973A-060F-8B8A-0DD76E24B20B}"/>
              </a:ext>
            </a:extLst>
          </p:cNvPr>
          <p:cNvGraphicFramePr/>
          <p:nvPr/>
        </p:nvGraphicFramePr>
        <p:xfrm>
          <a:off x="-904724" y="3227907"/>
          <a:ext cx="5533650" cy="553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F5D77863-6F32-61CA-B56B-CC5E065DB47F}"/>
              </a:ext>
            </a:extLst>
          </p:cNvPr>
          <p:cNvGraphicFramePr/>
          <p:nvPr/>
        </p:nvGraphicFramePr>
        <p:xfrm>
          <a:off x="6846684" y="3230746"/>
          <a:ext cx="5029900" cy="553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CD1ED2C-0DE1-5D9E-4133-8C9D055A43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 flipV="1">
            <a:off x="2151992" y="1273208"/>
            <a:ext cx="1324852" cy="1390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15081A-03A4-88B9-5473-95061CDE3A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7525" y="1150331"/>
            <a:ext cx="2489200" cy="1968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751A7A-DA87-B853-78D7-6DB268F86C8A}"/>
              </a:ext>
            </a:extLst>
          </p:cNvPr>
          <p:cNvSpPr txBox="1"/>
          <p:nvPr/>
        </p:nvSpPr>
        <p:spPr>
          <a:xfrm>
            <a:off x="1260262" y="2541380"/>
            <a:ext cx="148141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b="1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schema</a:t>
            </a:r>
            <a:r>
              <a:rPr lang="en-US" sz="18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1637E-8333-36DD-E676-BDE2DAAB043C}"/>
              </a:ext>
            </a:extLst>
          </p:cNvPr>
          <p:cNvSpPr txBox="1"/>
          <p:nvPr/>
        </p:nvSpPr>
        <p:spPr>
          <a:xfrm>
            <a:off x="8774996" y="2541380"/>
            <a:ext cx="178345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b="1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hdi</a:t>
            </a:r>
            <a:r>
              <a:rPr lang="en-US" sz="1800" b="1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-shared</a:t>
            </a:r>
            <a:r>
              <a:rPr lang="en-US" sz="18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 plan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95E59A-71E1-C7C6-D0B6-7B0DDEA2CDA3}"/>
              </a:ext>
            </a:extLst>
          </p:cNvPr>
          <p:cNvGrpSpPr/>
          <p:nvPr/>
        </p:nvGrpSpPr>
        <p:grpSpPr>
          <a:xfrm>
            <a:off x="1987628" y="5982919"/>
            <a:ext cx="4109611" cy="553456"/>
            <a:chOff x="1367125" y="0"/>
            <a:chExt cx="4109611" cy="553456"/>
          </a:xfrm>
        </p:grpSpPr>
        <p:sp>
          <p:nvSpPr>
            <p:cNvPr id="24" name="Speech Bubble: Oval 23">
              <a:extLst>
                <a:ext uri="{FF2B5EF4-FFF2-40B4-BE49-F238E27FC236}">
                  <a16:creationId xmlns:a16="http://schemas.microsoft.com/office/drawing/2014/main" id="{4906BA82-7471-60CB-1C54-88013691CF6E}"/>
                </a:ext>
              </a:extLst>
            </p:cNvPr>
            <p:cNvSpPr/>
            <p:nvPr/>
          </p:nvSpPr>
          <p:spPr>
            <a:xfrm>
              <a:off x="1367125" y="0"/>
              <a:ext cx="4109611" cy="553456"/>
            </a:xfrm>
            <a:prstGeom prst="wedgeEllipseCallout">
              <a:avLst/>
            </a:prstGeom>
            <a:solidFill>
              <a:srgbClr val="F0AB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Speech Bubble: Oval 4">
              <a:extLst>
                <a:ext uri="{FF2B5EF4-FFF2-40B4-BE49-F238E27FC236}">
                  <a16:creationId xmlns:a16="http://schemas.microsoft.com/office/drawing/2014/main" id="{B60FB19E-87F7-B67F-8C94-6AE45CC199AC}"/>
                </a:ext>
              </a:extLst>
            </p:cNvPr>
            <p:cNvSpPr txBox="1"/>
            <p:nvPr/>
          </p:nvSpPr>
          <p:spPr>
            <a:xfrm>
              <a:off x="1968964" y="81052"/>
              <a:ext cx="2905933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Endpoint for external </a:t>
              </a:r>
              <a:r>
                <a:rPr lang="en-US" sz="1200" dirty="0" err="1"/>
                <a:t>db</a:t>
              </a:r>
              <a:r>
                <a:rPr lang="en-US" sz="1200" dirty="0"/>
                <a:t> </a:t>
              </a:r>
              <a:r>
                <a:rPr lang="en-US" sz="1200" kern="1200" dirty="0"/>
                <a:t>schema change management solutions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794FFE-D192-EE3B-347E-1CE9F4990FEC}"/>
              </a:ext>
            </a:extLst>
          </p:cNvPr>
          <p:cNvGrpSpPr/>
          <p:nvPr/>
        </p:nvGrpSpPr>
        <p:grpSpPr>
          <a:xfrm>
            <a:off x="7849896" y="5980364"/>
            <a:ext cx="4094481" cy="553456"/>
            <a:chOff x="0" y="0"/>
            <a:chExt cx="4094481" cy="553456"/>
          </a:xfrm>
        </p:grpSpPr>
        <p:sp>
          <p:nvSpPr>
            <p:cNvPr id="30" name="Speech Bubble: Oval 29">
              <a:extLst>
                <a:ext uri="{FF2B5EF4-FFF2-40B4-BE49-F238E27FC236}">
                  <a16:creationId xmlns:a16="http://schemas.microsoft.com/office/drawing/2014/main" id="{D8D345C2-19DE-2082-FFBD-27480A434940}"/>
                </a:ext>
              </a:extLst>
            </p:cNvPr>
            <p:cNvSpPr/>
            <p:nvPr/>
          </p:nvSpPr>
          <p:spPr>
            <a:xfrm>
              <a:off x="0" y="0"/>
              <a:ext cx="4094481" cy="553456"/>
            </a:xfrm>
            <a:prstGeom prst="wedgeEllipse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Speech Bubble: Oval 4">
              <a:extLst>
                <a:ext uri="{FF2B5EF4-FFF2-40B4-BE49-F238E27FC236}">
                  <a16:creationId xmlns:a16="http://schemas.microsoft.com/office/drawing/2014/main" id="{BFE68D60-9FE9-ED30-6FC8-67DB42F0E64D}"/>
                </a:ext>
              </a:extLst>
            </p:cNvPr>
            <p:cNvSpPr txBox="1"/>
            <p:nvPr/>
          </p:nvSpPr>
          <p:spPr>
            <a:xfrm>
              <a:off x="599623" y="81052"/>
              <a:ext cx="2895235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Can be generated from higher-level language like CAP CDS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6CC9330-9717-7063-9FA6-5EC176FCF832}"/>
              </a:ext>
            </a:extLst>
          </p:cNvPr>
          <p:cNvGrpSpPr/>
          <p:nvPr/>
        </p:nvGrpSpPr>
        <p:grpSpPr>
          <a:xfrm>
            <a:off x="1075112" y="4185044"/>
            <a:ext cx="4109611" cy="553456"/>
            <a:chOff x="1367125" y="0"/>
            <a:chExt cx="4109611" cy="553456"/>
          </a:xfrm>
        </p:grpSpPr>
        <p:sp>
          <p:nvSpPr>
            <p:cNvPr id="7" name="Speech Bubble: Oval 6">
              <a:extLst>
                <a:ext uri="{FF2B5EF4-FFF2-40B4-BE49-F238E27FC236}">
                  <a16:creationId xmlns:a16="http://schemas.microsoft.com/office/drawing/2014/main" id="{44AF72B7-496D-E948-379D-AD99C453B124}"/>
                </a:ext>
              </a:extLst>
            </p:cNvPr>
            <p:cNvSpPr/>
            <p:nvPr/>
          </p:nvSpPr>
          <p:spPr>
            <a:xfrm>
              <a:off x="1367125" y="0"/>
              <a:ext cx="4109611" cy="553456"/>
            </a:xfrm>
            <a:prstGeom prst="wedgeEllipseCallout">
              <a:avLst/>
            </a:prstGeom>
            <a:solidFill>
              <a:srgbClr val="F0AB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Speech Bubble: Oval 4">
              <a:extLst>
                <a:ext uri="{FF2B5EF4-FFF2-40B4-BE49-F238E27FC236}">
                  <a16:creationId xmlns:a16="http://schemas.microsoft.com/office/drawing/2014/main" id="{54799ACE-31BE-3AF6-DB15-86D42116C5FD}"/>
                </a:ext>
              </a:extLst>
            </p:cNvPr>
            <p:cNvSpPr txBox="1"/>
            <p:nvPr/>
          </p:nvSpPr>
          <p:spPr>
            <a:xfrm>
              <a:off x="1968964" y="81052"/>
              <a:ext cx="2905933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Supports standard </a:t>
              </a:r>
              <a:r>
                <a:rPr lang="en-US" sz="1200" kern="1200" dirty="0" err="1"/>
                <a:t>db</a:t>
              </a:r>
              <a:r>
                <a:rPr lang="en-US" sz="1200" kern="1200" dirty="0"/>
                <a:t> artifacts, but no advanced ones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44BB19C-170D-1EAC-5EDC-109A64C9EFA3}"/>
              </a:ext>
            </a:extLst>
          </p:cNvPr>
          <p:cNvGrpSpPr/>
          <p:nvPr/>
        </p:nvGrpSpPr>
        <p:grpSpPr>
          <a:xfrm>
            <a:off x="7491824" y="4185044"/>
            <a:ext cx="4094481" cy="553456"/>
            <a:chOff x="0" y="0"/>
            <a:chExt cx="4094481" cy="553456"/>
          </a:xfrm>
        </p:grpSpPr>
        <p:sp>
          <p:nvSpPr>
            <p:cNvPr id="10" name="Speech Bubble: Oval 9">
              <a:extLst>
                <a:ext uri="{FF2B5EF4-FFF2-40B4-BE49-F238E27FC236}">
                  <a16:creationId xmlns:a16="http://schemas.microsoft.com/office/drawing/2014/main" id="{24A179FA-1216-1A22-AC69-D65C843F707A}"/>
                </a:ext>
              </a:extLst>
            </p:cNvPr>
            <p:cNvSpPr/>
            <p:nvPr/>
          </p:nvSpPr>
          <p:spPr>
            <a:xfrm>
              <a:off x="0" y="0"/>
              <a:ext cx="4094481" cy="553456"/>
            </a:xfrm>
            <a:prstGeom prst="wedgeEllipse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Speech Bubble: Oval 4">
              <a:extLst>
                <a:ext uri="{FF2B5EF4-FFF2-40B4-BE49-F238E27FC236}">
                  <a16:creationId xmlns:a16="http://schemas.microsoft.com/office/drawing/2014/main" id="{ABF4DACF-A3F3-13F6-E75E-16463EEFC3FE}"/>
                </a:ext>
              </a:extLst>
            </p:cNvPr>
            <p:cNvSpPr txBox="1"/>
            <p:nvPr/>
          </p:nvSpPr>
          <p:spPr>
            <a:xfrm>
              <a:off x="599623" y="81052"/>
              <a:ext cx="2895235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Supports standard </a:t>
              </a:r>
              <a:r>
                <a:rPr lang="en-US" sz="1200" kern="1200" dirty="0" err="1"/>
                <a:t>db</a:t>
              </a:r>
              <a:r>
                <a:rPr lang="en-US" sz="1200" kern="1200" dirty="0"/>
                <a:t> artifacts AND also advanced ones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772FA9-A0FA-95DD-4578-DA60101D68A2}"/>
              </a:ext>
            </a:extLst>
          </p:cNvPr>
          <p:cNvGrpSpPr/>
          <p:nvPr/>
        </p:nvGrpSpPr>
        <p:grpSpPr>
          <a:xfrm>
            <a:off x="97185" y="5190606"/>
            <a:ext cx="4109611" cy="553456"/>
            <a:chOff x="1367125" y="0"/>
            <a:chExt cx="4109611" cy="553456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3E88AD03-ADD7-7835-65AF-C4BC10FD9564}"/>
                </a:ext>
              </a:extLst>
            </p:cNvPr>
            <p:cNvSpPr/>
            <p:nvPr/>
          </p:nvSpPr>
          <p:spPr>
            <a:xfrm>
              <a:off x="1367125" y="0"/>
              <a:ext cx="4109611" cy="553456"/>
            </a:xfrm>
            <a:prstGeom prst="wedgeEllipseCallout">
              <a:avLst/>
            </a:prstGeom>
            <a:solidFill>
              <a:srgbClr val="F0AB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Speech Bubble: Oval 4">
              <a:extLst>
                <a:ext uri="{FF2B5EF4-FFF2-40B4-BE49-F238E27FC236}">
                  <a16:creationId xmlns:a16="http://schemas.microsoft.com/office/drawing/2014/main" id="{BF76E23D-6480-4CA9-E3B6-58F7E0FF7C4A}"/>
                </a:ext>
              </a:extLst>
            </p:cNvPr>
            <p:cNvSpPr txBox="1"/>
            <p:nvPr/>
          </p:nvSpPr>
          <p:spPr>
            <a:xfrm>
              <a:off x="1968964" y="81052"/>
              <a:ext cx="2905933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The user must manage important steps himself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0B64C47-A7EC-9C9F-ED93-F3CE61DFED6E}"/>
              </a:ext>
            </a:extLst>
          </p:cNvPr>
          <p:cNvGrpSpPr/>
          <p:nvPr/>
        </p:nvGrpSpPr>
        <p:grpSpPr>
          <a:xfrm>
            <a:off x="6892201" y="5190606"/>
            <a:ext cx="4094481" cy="553456"/>
            <a:chOff x="0" y="0"/>
            <a:chExt cx="4094481" cy="553456"/>
          </a:xfrm>
        </p:grpSpPr>
        <p:sp>
          <p:nvSpPr>
            <p:cNvPr id="37" name="Speech Bubble: Oval 36">
              <a:extLst>
                <a:ext uri="{FF2B5EF4-FFF2-40B4-BE49-F238E27FC236}">
                  <a16:creationId xmlns:a16="http://schemas.microsoft.com/office/drawing/2014/main" id="{63D80797-4D50-AC83-F873-83275572F8CD}"/>
                </a:ext>
              </a:extLst>
            </p:cNvPr>
            <p:cNvSpPr/>
            <p:nvPr/>
          </p:nvSpPr>
          <p:spPr>
            <a:xfrm>
              <a:off x="0" y="0"/>
              <a:ext cx="4094481" cy="553456"/>
            </a:xfrm>
            <a:prstGeom prst="wedgeEllipse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Speech Bubble: Oval 4">
              <a:extLst>
                <a:ext uri="{FF2B5EF4-FFF2-40B4-BE49-F238E27FC236}">
                  <a16:creationId xmlns:a16="http://schemas.microsoft.com/office/drawing/2014/main" id="{E0DFFC0F-C0F8-4D00-76FE-915BCFC8FDB2}"/>
                </a:ext>
              </a:extLst>
            </p:cNvPr>
            <p:cNvSpPr txBox="1"/>
            <p:nvPr/>
          </p:nvSpPr>
          <p:spPr>
            <a:xfrm>
              <a:off x="599623" y="81052"/>
              <a:ext cx="2895235" cy="3913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22860" rIns="45720" bIns="2286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The user does not have to worry about schema 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84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  <p:bldGraphic spid="19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6A1A82-2CEA-D878-EDA0-8D89A0DB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39" y="741410"/>
            <a:ext cx="11186476" cy="615553"/>
          </a:xfrm>
        </p:spPr>
        <p:txBody>
          <a:bodyPr/>
          <a:lstStyle/>
          <a:p>
            <a:r>
              <a:rPr lang="en-US" sz="4000" dirty="0"/>
              <a:t>HDI object dependencies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6166F1-DC66-6940-19E8-932450A9A7D1}"/>
              </a:ext>
            </a:extLst>
          </p:cNvPr>
          <p:cNvSpPr txBox="1">
            <a:spLocks/>
          </p:cNvSpPr>
          <p:nvPr/>
        </p:nvSpPr>
        <p:spPr bwMode="black">
          <a:xfrm>
            <a:off x="7701181" y="2007396"/>
            <a:ext cx="3832851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2000" dirty="0"/>
              <a:t>File-</a:t>
            </a:r>
            <a:r>
              <a:rPr lang="de-DE" sz="2000" dirty="0" err="1"/>
              <a:t>based</a:t>
            </a:r>
            <a:r>
              <a:rPr lang="de-DE" sz="2000" dirty="0"/>
              <a:t> Storage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FA11DD-CAC2-0074-8B55-B53B8E68B8E0}"/>
              </a:ext>
            </a:extLst>
          </p:cNvPr>
          <p:cNvSpPr/>
          <p:nvPr/>
        </p:nvSpPr>
        <p:spPr>
          <a:xfrm>
            <a:off x="7992541" y="3386957"/>
            <a:ext cx="49192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400" kern="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com.sap.hana.example</a:t>
            </a:r>
            <a: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/</a:t>
            </a:r>
            <a:b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</a:br>
            <a: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|- </a:t>
            </a:r>
            <a:r>
              <a:rPr lang="de-DE" sz="2400" kern="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src</a:t>
            </a:r>
            <a: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/</a:t>
            </a:r>
          </a:p>
          <a:p>
            <a: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|  |- </a:t>
            </a:r>
            <a:r>
              <a:rPr lang="de-DE" sz="2400" kern="0" dirty="0" err="1">
                <a:solidFill>
                  <a:schemeClr val="tx2"/>
                </a:solidFill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A.hdbview</a:t>
            </a:r>
            <a:endParaRPr lang="de-DE" sz="2400" kern="0" dirty="0">
              <a:solidFill>
                <a:schemeClr val="tx2"/>
              </a:solidFill>
              <a:latin typeface="Consolas" panose="020B0609020204030204" pitchFamily="49" charset="0"/>
              <a:ea typeface="Arial Unicode MS" pitchFamily="34" charset="-128"/>
              <a:cs typeface="Consolas" panose="020B0609020204030204" pitchFamily="49" charset="0"/>
            </a:endParaRPr>
          </a:p>
          <a:p>
            <a: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|  |- </a:t>
            </a:r>
            <a:r>
              <a:rPr lang="de-DE" sz="2400" kern="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B.hdbtable</a:t>
            </a:r>
            <a:endParaRPr lang="de-DE" sz="2400" kern="0" dirty="0">
              <a:latin typeface="Consolas" panose="020B0609020204030204" pitchFamily="49" charset="0"/>
              <a:ea typeface="Arial Unicode MS" pitchFamily="34" charset="-128"/>
              <a:cs typeface="Consolas" panose="020B0609020204030204" pitchFamily="49" charset="0"/>
            </a:endParaRPr>
          </a:p>
          <a:p>
            <a: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|  |- </a:t>
            </a:r>
            <a:r>
              <a:rPr lang="de-DE" sz="2400" kern="0" dirty="0" err="1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C.hdbprocedure</a:t>
            </a:r>
            <a:endParaRPr lang="de-DE" sz="2400" kern="0" dirty="0">
              <a:latin typeface="Consolas" panose="020B0609020204030204" pitchFamily="49" charset="0"/>
              <a:ea typeface="Arial Unicode MS" pitchFamily="34" charset="-128"/>
              <a:cs typeface="Consolas" panose="020B0609020204030204" pitchFamily="49" charset="0"/>
            </a:endParaRPr>
          </a:p>
          <a:p>
            <a:r>
              <a:rPr lang="de-DE" sz="2400" kern="0" dirty="0">
                <a:latin typeface="Consolas" panose="020B0609020204030204" pitchFamily="49" charset="0"/>
                <a:ea typeface="Arial Unicode MS" pitchFamily="34" charset="-128"/>
                <a:cs typeface="Consolas" panose="020B0609020204030204" pitchFamily="49" charset="0"/>
              </a:rPr>
              <a:t>…  …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08C48607-442A-AFEB-E672-EC3EE95D2DC1}"/>
              </a:ext>
            </a:extLst>
          </p:cNvPr>
          <p:cNvSpPr txBox="1">
            <a:spLocks/>
          </p:cNvSpPr>
          <p:nvPr/>
        </p:nvSpPr>
        <p:spPr bwMode="black">
          <a:xfrm>
            <a:off x="1199992" y="2021528"/>
            <a:ext cx="4578418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2000" dirty="0"/>
              <a:t>Database </a:t>
            </a:r>
            <a:r>
              <a:rPr lang="de-DE" sz="2000" dirty="0" err="1"/>
              <a:t>Persistence</a:t>
            </a:r>
            <a:r>
              <a:rPr lang="de-DE" sz="2000" dirty="0"/>
              <a:t> Model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4E877A-2B89-4DEA-2E14-A8B14BA6ABF6}"/>
              </a:ext>
            </a:extLst>
          </p:cNvPr>
          <p:cNvGrpSpPr/>
          <p:nvPr/>
        </p:nvGrpSpPr>
        <p:grpSpPr>
          <a:xfrm>
            <a:off x="347826" y="3311896"/>
            <a:ext cx="6036651" cy="2458449"/>
            <a:chOff x="5653826" y="3098899"/>
            <a:chExt cx="6036651" cy="245844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F630D85-D345-27A7-B0F0-469DE74A03A4}"/>
                </a:ext>
              </a:extLst>
            </p:cNvPr>
            <p:cNvGrpSpPr/>
            <p:nvPr/>
          </p:nvGrpSpPr>
          <p:grpSpPr>
            <a:xfrm>
              <a:off x="5653826" y="3098899"/>
              <a:ext cx="6036651" cy="2458449"/>
              <a:chOff x="5802361" y="2546863"/>
              <a:chExt cx="4153415" cy="2123600"/>
            </a:xfrm>
          </p:grpSpPr>
          <p:sp>
            <p:nvSpPr>
              <p:cNvPr id="29" name="Cube 28">
                <a:extLst>
                  <a:ext uri="{FF2B5EF4-FFF2-40B4-BE49-F238E27FC236}">
                    <a16:creationId xmlns:a16="http://schemas.microsoft.com/office/drawing/2014/main" id="{3846BEB9-CDDB-163F-31B5-188F3D1860EC}"/>
                  </a:ext>
                </a:extLst>
              </p:cNvPr>
              <p:cNvSpPr/>
              <p:nvPr/>
            </p:nvSpPr>
            <p:spPr bwMode="gray">
              <a:xfrm>
                <a:off x="5802361" y="2546864"/>
                <a:ext cx="4153415" cy="2123599"/>
              </a:xfrm>
              <a:prstGeom prst="cube">
                <a:avLst/>
              </a:prstGeom>
              <a:noFill/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72 Brand" pitchFamily="34" charset="-128"/>
                  <a:cs typeface="72 Brand" pitchFamily="34" charset="-128"/>
                </a:endParaRPr>
              </a:p>
            </p:txBody>
          </p:sp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70F699E4-06D5-BAE6-283A-41B8338183C3}"/>
                  </a:ext>
                </a:extLst>
              </p:cNvPr>
              <p:cNvSpPr/>
              <p:nvPr/>
            </p:nvSpPr>
            <p:spPr bwMode="gray">
              <a:xfrm flipH="1" flipV="1">
                <a:off x="5802361" y="2546863"/>
                <a:ext cx="4153415" cy="2123599"/>
              </a:xfrm>
              <a:prstGeom prst="cube">
                <a:avLst/>
              </a:prstGeom>
              <a:noFill/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72 Brand" pitchFamily="34" charset="-128"/>
                  <a:cs typeface="72 Brand" pitchFamily="34" charset="-128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D69C30D-B58A-4BB4-0F76-7827CD3374AD}"/>
                </a:ext>
              </a:extLst>
            </p:cNvPr>
            <p:cNvSpPr txBox="1"/>
            <p:nvPr/>
          </p:nvSpPr>
          <p:spPr>
            <a:xfrm>
              <a:off x="6384477" y="5138058"/>
              <a:ext cx="199622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HDI Container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1996E59-590C-2A83-65CE-99842C05C3C2}"/>
                </a:ext>
              </a:extLst>
            </p:cNvPr>
            <p:cNvGrpSpPr/>
            <p:nvPr/>
          </p:nvGrpSpPr>
          <p:grpSpPr>
            <a:xfrm>
              <a:off x="6505992" y="3917354"/>
              <a:ext cx="4265871" cy="821537"/>
              <a:chOff x="6505992" y="3879373"/>
              <a:chExt cx="4265871" cy="82153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5E22345-E1D5-C3A2-18A3-46048906B3A9}"/>
                  </a:ext>
                </a:extLst>
              </p:cNvPr>
              <p:cNvSpPr/>
              <p:nvPr/>
            </p:nvSpPr>
            <p:spPr bwMode="gray">
              <a:xfrm>
                <a:off x="6505992" y="3879373"/>
                <a:ext cx="989512" cy="821536"/>
              </a:xfrm>
              <a:prstGeom prst="rect">
                <a:avLst/>
              </a:prstGeom>
              <a:solidFill>
                <a:srgbClr val="FFF3B8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72 Brand" pitchFamily="34" charset="-128"/>
                  <a:cs typeface="72 Brand" pitchFamily="34" charset="-128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3E0C1F-BDEF-758A-5784-B756125F240B}"/>
                  </a:ext>
                </a:extLst>
              </p:cNvPr>
              <p:cNvSpPr txBox="1"/>
              <p:nvPr/>
            </p:nvSpPr>
            <p:spPr>
              <a:xfrm>
                <a:off x="6618906" y="4072108"/>
                <a:ext cx="763684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table T</a:t>
                </a: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(…)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4CF53EB-FC24-33F3-874E-4D43E32CE31F}"/>
                  </a:ext>
                </a:extLst>
              </p:cNvPr>
              <p:cNvSpPr/>
              <p:nvPr/>
            </p:nvSpPr>
            <p:spPr bwMode="gray">
              <a:xfrm>
                <a:off x="8144167" y="3879374"/>
                <a:ext cx="989512" cy="821536"/>
              </a:xfrm>
              <a:prstGeom prst="rect">
                <a:avLst/>
              </a:prstGeom>
              <a:solidFill>
                <a:srgbClr val="D1EFFF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72 Brand" pitchFamily="34" charset="-128"/>
                  <a:cs typeface="72 Brand" pitchFamily="34" charset="-128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D4EB988-D60C-70F2-0661-CD41B7FBF14E}"/>
                  </a:ext>
                </a:extLst>
              </p:cNvPr>
              <p:cNvSpPr/>
              <p:nvPr/>
            </p:nvSpPr>
            <p:spPr bwMode="gray">
              <a:xfrm>
                <a:off x="9782351" y="3879374"/>
                <a:ext cx="989512" cy="821536"/>
              </a:xfrm>
              <a:prstGeom prst="rect">
                <a:avLst/>
              </a:prstGeom>
              <a:solidFill>
                <a:srgbClr val="C2FCEE"/>
              </a:soli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72 Brand" pitchFamily="34" charset="-128"/>
                  <a:cs typeface="72 Brand" pitchFamily="34" charset="-128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9581B9-703C-62F9-4656-092E97E41457}"/>
                  </a:ext>
                </a:extLst>
              </p:cNvPr>
              <p:cNvSpPr txBox="1"/>
              <p:nvPr/>
            </p:nvSpPr>
            <p:spPr>
              <a:xfrm>
                <a:off x="8257081" y="3982365"/>
                <a:ext cx="76368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view V</a:t>
                </a: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as …</a:t>
                </a: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from 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16145A-E3F9-15D0-3F9C-D42234BD48AF}"/>
                  </a:ext>
                </a:extLst>
              </p:cNvPr>
              <p:cNvSpPr txBox="1"/>
              <p:nvPr/>
            </p:nvSpPr>
            <p:spPr>
              <a:xfrm>
                <a:off x="9895265" y="3968715"/>
                <a:ext cx="76368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proc P</a:t>
                </a: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as …</a:t>
                </a: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</a:pPr>
                <a:r>
                  <a:rPr lang="en-US" sz="1000" kern="0" dirty="0">
                    <a:latin typeface="72 Brand" panose="020B0504030603020204" pitchFamily="34" charset="0"/>
                    <a:ea typeface="72 Brand" pitchFamily="34" charset="-128"/>
                    <a:cs typeface="72 Brand" pitchFamily="34" charset="-128"/>
                  </a:rPr>
                  <a:t>from V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0E12486-C821-3092-311D-860B3FBBBA40}"/>
                  </a:ext>
                </a:extLst>
              </p:cNvPr>
              <p:cNvCxnSpPr>
                <a:stCxn id="36" idx="1"/>
                <a:endCxn id="32" idx="3"/>
              </p:cNvCxnSpPr>
              <p:nvPr/>
            </p:nvCxnSpPr>
            <p:spPr>
              <a:xfrm flipH="1" flipV="1">
                <a:off x="7495504" y="4290141"/>
                <a:ext cx="648663" cy="1"/>
              </a:xfrm>
              <a:prstGeom prst="straightConnector1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prstDash val="sysDash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5BBB2A4-A7EC-6DA1-A582-78E8EC7C7CB9}"/>
                  </a:ext>
                </a:extLst>
              </p:cNvPr>
              <p:cNvCxnSpPr/>
              <p:nvPr/>
            </p:nvCxnSpPr>
            <p:spPr>
              <a:xfrm flipH="1" flipV="1">
                <a:off x="9133679" y="4290141"/>
                <a:ext cx="648663" cy="1"/>
              </a:xfrm>
              <a:prstGeom prst="straightConnector1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prstDash val="sysDash"/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0008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2">
            <a:extLst>
              <a:ext uri="{FF2B5EF4-FFF2-40B4-BE49-F238E27FC236}">
                <a16:creationId xmlns:a16="http://schemas.microsoft.com/office/drawing/2014/main" id="{D473679D-B965-2323-58C1-3CB6F6B301D8}"/>
              </a:ext>
            </a:extLst>
          </p:cNvPr>
          <p:cNvSpPr txBox="1">
            <a:spLocks/>
          </p:cNvSpPr>
          <p:nvPr/>
        </p:nvSpPr>
        <p:spPr bwMode="black">
          <a:xfrm>
            <a:off x="-862885" y="1249990"/>
            <a:ext cx="11545888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4000" dirty="0" err="1"/>
              <a:t>Dependency-based</a:t>
            </a:r>
            <a:r>
              <a:rPr lang="de-DE" sz="4000" dirty="0"/>
              <a:t> </a:t>
            </a:r>
            <a:r>
              <a:rPr lang="de-DE" sz="4000" dirty="0" err="1"/>
              <a:t>Deployment</a:t>
            </a:r>
            <a:endParaRPr lang="de-DE" sz="4000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994DD1B-A602-3BD3-DB20-C5D7D0D0C7DB}"/>
              </a:ext>
            </a:extLst>
          </p:cNvPr>
          <p:cNvGrpSpPr/>
          <p:nvPr/>
        </p:nvGrpSpPr>
        <p:grpSpPr>
          <a:xfrm>
            <a:off x="4007497" y="2889125"/>
            <a:ext cx="3760246" cy="1079750"/>
            <a:chOff x="5365630" y="1738854"/>
            <a:chExt cx="3761116" cy="1080000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9337767-0A29-9C86-FAC9-554ED32D62EC}"/>
                </a:ext>
              </a:extLst>
            </p:cNvPr>
            <p:cNvGrpSpPr/>
            <p:nvPr/>
          </p:nvGrpSpPr>
          <p:grpSpPr>
            <a:xfrm>
              <a:off x="6425112" y="1738854"/>
              <a:ext cx="1838996" cy="1080000"/>
              <a:chOff x="8581716" y="1609208"/>
              <a:chExt cx="1838996" cy="108000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C2FB8A0-EEF5-8FC8-CCD1-A5DFE373BE26}"/>
                  </a:ext>
                </a:extLst>
              </p:cNvPr>
              <p:cNvSpPr/>
              <p:nvPr/>
            </p:nvSpPr>
            <p:spPr bwMode="gray">
              <a:xfrm>
                <a:off x="8982780" y="1609208"/>
                <a:ext cx="1080000" cy="1080000"/>
              </a:xfrm>
              <a:prstGeom prst="rect">
                <a:avLst/>
              </a:prstGeom>
              <a:ln>
                <a:solidFill>
                  <a:schemeClr val="tx2"/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de-DE" sz="2000" kern="0" dirty="0" err="1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  <a:t>A.view</a:t>
                </a:r>
                <a:endPara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AB0E532D-9C05-60CE-D8EA-1110A2773245}"/>
                  </a:ext>
                </a:extLst>
              </p:cNvPr>
              <p:cNvGrpSpPr/>
              <p:nvPr/>
            </p:nvGrpSpPr>
            <p:grpSpPr>
              <a:xfrm>
                <a:off x="10062780" y="2061212"/>
                <a:ext cx="357932" cy="158739"/>
                <a:chOff x="10062780" y="2069838"/>
                <a:chExt cx="357932" cy="158739"/>
              </a:xfrm>
            </p:grpSpPr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43AF13A8-F657-A0BD-A9EB-D9B72B761E39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solidFill>
                    <a:schemeClr val="tx2"/>
                  </a:solidFill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ACBBFF0-7CCD-C04C-AC04-CA487D75FFD8}"/>
                    </a:ext>
                  </a:extLst>
                </p:cNvPr>
                <p:cNvCxnSpPr>
                  <a:stCxn id="97" idx="2"/>
                  <a:endCxn id="90" idx="3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0301E5B6-1FBA-9862-BA22-E2C78A18853B}"/>
                  </a:ext>
                </a:extLst>
              </p:cNvPr>
              <p:cNvGrpSpPr/>
              <p:nvPr/>
            </p:nvGrpSpPr>
            <p:grpSpPr>
              <a:xfrm>
                <a:off x="8581716" y="2002308"/>
                <a:ext cx="401064" cy="276546"/>
                <a:chOff x="8581716" y="2002308"/>
                <a:chExt cx="401064" cy="276546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2C9E79CA-D1D4-3EDB-83E9-35FBF1A0B131}"/>
                    </a:ext>
                  </a:extLst>
                </p:cNvPr>
                <p:cNvGrpSpPr/>
                <p:nvPr/>
              </p:nvGrpSpPr>
              <p:grpSpPr>
                <a:xfrm flipH="1">
                  <a:off x="8624848" y="2062442"/>
                  <a:ext cx="357932" cy="158739"/>
                  <a:chOff x="10062780" y="2069838"/>
                  <a:chExt cx="357932" cy="158739"/>
                </a:xfrm>
              </p:grpSpPr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50A51D2C-50A8-7E3E-C17B-CB4DF783D4F2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10248183" y="2069838"/>
                    <a:ext cx="172529" cy="158739"/>
                  </a:xfrm>
                  <a:prstGeom prst="ellipse">
                    <a:avLst/>
                  </a:prstGeom>
                  <a:ln w="19050">
                    <a:solidFill>
                      <a:schemeClr val="tx2"/>
                    </a:solidFill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lIns="89979" tIns="71983" rIns="89979" bIns="71983" rtlCol="0" anchor="ctr"/>
                  <a:lstStyle/>
                  <a:p>
                    <a:pPr algn="ctr" defTabSz="914217" fontAlgn="base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rgbClr val="F0AB00"/>
                      </a:buClr>
                      <a:buSzPct val="80000"/>
                    </a:pPr>
                    <a:endParaRPr lang="de-DE" sz="2000" kern="0" dirty="0" err="1"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ADAFA286-1021-EAD8-35CF-2FF51B962435}"/>
                      </a:ext>
                    </a:extLst>
                  </p:cNvPr>
                  <p:cNvCxnSpPr>
                    <a:stCxn id="95" idx="2"/>
                  </p:cNvCxnSpPr>
                  <p:nvPr/>
                </p:nvCxnSpPr>
                <p:spPr>
                  <a:xfrm flipH="1">
                    <a:off x="10062780" y="2149208"/>
                    <a:ext cx="185403" cy="0"/>
                  </a:xfrm>
                  <a:prstGeom prst="line">
                    <a:avLst/>
                  </a:prstGeom>
                  <a:ln w="19050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EF4833D1-6C36-6E44-CD45-47B7E14B8228}"/>
                    </a:ext>
                  </a:extLst>
                </p:cNvPr>
                <p:cNvSpPr/>
                <p:nvPr/>
              </p:nvSpPr>
              <p:spPr bwMode="gray">
                <a:xfrm>
                  <a:off x="8581716" y="2002308"/>
                  <a:ext cx="129396" cy="276546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E5BAB8-8230-99B7-F6A9-2AC490D69B99}"/>
                </a:ext>
              </a:extLst>
            </p:cNvPr>
            <p:cNvSpPr/>
            <p:nvPr/>
          </p:nvSpPr>
          <p:spPr>
            <a:xfrm>
              <a:off x="8264108" y="2039395"/>
              <a:ext cx="8626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solidFill>
                    <a:schemeClr val="tx2"/>
                  </a:solidFill>
                  <a:latin typeface="+mn-lt"/>
                  <a:ea typeface="Arial Unicode MS" pitchFamily="34" charset="-128"/>
                  <a:cs typeface="Arial Unicode MS" pitchFamily="34" charset="-128"/>
                </a:rPr>
                <a:t>?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402F623-262E-F1AD-71B3-A8E1AF3165D1}"/>
                </a:ext>
              </a:extLst>
            </p:cNvPr>
            <p:cNvSpPr/>
            <p:nvPr/>
          </p:nvSpPr>
          <p:spPr>
            <a:xfrm>
              <a:off x="5365630" y="2039394"/>
              <a:ext cx="11888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solidFill>
                    <a:schemeClr val="tx2"/>
                  </a:solidFill>
                  <a:latin typeface="+mn-lt"/>
                  <a:ea typeface="Arial Unicode MS" pitchFamily="34" charset="-128"/>
                  <a:cs typeface="Arial Unicode MS" pitchFamily="34" charset="-128"/>
                </a:rPr>
                <a:t>?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ABEF3E2-3EC1-C135-2B18-F4FAC2BCBD4E}"/>
              </a:ext>
            </a:extLst>
          </p:cNvPr>
          <p:cNvGrpSpPr/>
          <p:nvPr/>
        </p:nvGrpSpPr>
        <p:grpSpPr>
          <a:xfrm>
            <a:off x="1286404" y="3794849"/>
            <a:ext cx="3760246" cy="1079750"/>
            <a:chOff x="5365630" y="1738854"/>
            <a:chExt cx="3761116" cy="108000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4ED5B22-CD37-FC7F-086F-CFC33D6365B2}"/>
                </a:ext>
              </a:extLst>
            </p:cNvPr>
            <p:cNvGrpSpPr/>
            <p:nvPr/>
          </p:nvGrpSpPr>
          <p:grpSpPr>
            <a:xfrm>
              <a:off x="6142901" y="1738854"/>
              <a:ext cx="2121207" cy="1080000"/>
              <a:chOff x="8299505" y="1609208"/>
              <a:chExt cx="2121207" cy="108000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299EE6F-A606-3258-2E53-D9DA8EF1BF23}"/>
                  </a:ext>
                </a:extLst>
              </p:cNvPr>
              <p:cNvSpPr/>
              <p:nvPr/>
            </p:nvSpPr>
            <p:spPr bwMode="gray">
              <a:xfrm>
                <a:off x="8982780" y="1609208"/>
                <a:ext cx="1080000" cy="1080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de-DE" sz="2000" kern="0" dirty="0" err="1">
                    <a:ea typeface="Arial Unicode MS" pitchFamily="34" charset="-128"/>
                    <a:cs typeface="Arial Unicode MS" pitchFamily="34" charset="-128"/>
                  </a:rPr>
                  <a:t>B.table</a:t>
                </a:r>
                <a:endParaRPr lang="de-DE" sz="2000" kern="0" dirty="0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7AECBC3F-A071-5344-9399-A880B25D8940}"/>
                  </a:ext>
                </a:extLst>
              </p:cNvPr>
              <p:cNvGrpSpPr/>
              <p:nvPr/>
            </p:nvGrpSpPr>
            <p:grpSpPr>
              <a:xfrm>
                <a:off x="10062780" y="2061212"/>
                <a:ext cx="357932" cy="158739"/>
                <a:chOff x="10062780" y="2069838"/>
                <a:chExt cx="357932" cy="158739"/>
              </a:xfrm>
            </p:grpSpPr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899D7CBD-5375-E6AA-8DCA-0EA9CF551D5A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6B986146-DAB5-65E1-296B-5DAC613AFF51}"/>
                    </a:ext>
                  </a:extLst>
                </p:cNvPr>
                <p:cNvCxnSpPr>
                  <a:stCxn id="110" idx="2"/>
                  <a:endCxn id="103" idx="3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05B04B45-5BA4-5E35-80CE-4F0974579E42}"/>
                  </a:ext>
                </a:extLst>
              </p:cNvPr>
              <p:cNvGrpSpPr/>
              <p:nvPr/>
            </p:nvGrpSpPr>
            <p:grpSpPr>
              <a:xfrm>
                <a:off x="8299505" y="2002307"/>
                <a:ext cx="683275" cy="438813"/>
                <a:chOff x="8299505" y="2002307"/>
                <a:chExt cx="683275" cy="438813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DC24839-6CF5-9300-E0D1-7BE0A662DA9E}"/>
                    </a:ext>
                  </a:extLst>
                </p:cNvPr>
                <p:cNvGrpSpPr/>
                <p:nvPr/>
              </p:nvGrpSpPr>
              <p:grpSpPr>
                <a:xfrm flipH="1">
                  <a:off x="8624848" y="2062442"/>
                  <a:ext cx="357932" cy="158739"/>
                  <a:chOff x="10062780" y="2069838"/>
                  <a:chExt cx="357932" cy="158739"/>
                </a:xfrm>
              </p:grpSpPr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F93C54B3-DFEE-1CB7-7242-B382862CA5B9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10248183" y="2069838"/>
                    <a:ext cx="172529" cy="158739"/>
                  </a:xfrm>
                  <a:prstGeom prst="ellipse">
                    <a:avLst/>
                  </a:prstGeom>
                  <a:ln w="19050"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lIns="89979" tIns="71983" rIns="89979" bIns="71983" rtlCol="0" anchor="ctr"/>
                  <a:lstStyle/>
                  <a:p>
                    <a:pPr algn="ctr" defTabSz="914217" fontAlgn="base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rgbClr val="F0AB00"/>
                      </a:buClr>
                      <a:buSzPct val="80000"/>
                    </a:pPr>
                    <a:endParaRPr lang="de-DE" sz="2000" kern="0" dirty="0" err="1"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E4D043C6-DAD6-C8ED-CA85-AF320FBEE1E1}"/>
                      </a:ext>
                    </a:extLst>
                  </p:cNvPr>
                  <p:cNvCxnSpPr>
                    <a:stCxn id="108" idx="2"/>
                  </p:cNvCxnSpPr>
                  <p:nvPr/>
                </p:nvCxnSpPr>
                <p:spPr>
                  <a:xfrm flipH="1">
                    <a:off x="10062780" y="2149208"/>
                    <a:ext cx="185403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BA416B09-8785-36A4-85E9-D7B2FD1C81A2}"/>
                    </a:ext>
                  </a:extLst>
                </p:cNvPr>
                <p:cNvSpPr/>
                <p:nvPr/>
              </p:nvSpPr>
              <p:spPr bwMode="gray">
                <a:xfrm>
                  <a:off x="8299505" y="2002307"/>
                  <a:ext cx="411607" cy="438813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CF7D914-35F9-6383-FE84-5D97F6D3EA3C}"/>
                </a:ext>
              </a:extLst>
            </p:cNvPr>
            <p:cNvSpPr/>
            <p:nvPr/>
          </p:nvSpPr>
          <p:spPr>
            <a:xfrm>
              <a:off x="8264108" y="2039395"/>
              <a:ext cx="8626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?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66802D7-CCBC-2B74-0FA8-4AE0EB4219F4}"/>
                </a:ext>
              </a:extLst>
            </p:cNvPr>
            <p:cNvSpPr/>
            <p:nvPr/>
          </p:nvSpPr>
          <p:spPr>
            <a:xfrm>
              <a:off x="5365630" y="2039394"/>
              <a:ext cx="11888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?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0B5BD41-5046-74F6-DD7F-0D4893C993B0}"/>
              </a:ext>
            </a:extLst>
          </p:cNvPr>
          <p:cNvGrpSpPr/>
          <p:nvPr/>
        </p:nvGrpSpPr>
        <p:grpSpPr>
          <a:xfrm>
            <a:off x="6809518" y="4095319"/>
            <a:ext cx="3760246" cy="1079750"/>
            <a:chOff x="5365630" y="1738854"/>
            <a:chExt cx="3761116" cy="1080000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E288C63-45DB-F364-AC70-CB01764807F4}"/>
                </a:ext>
              </a:extLst>
            </p:cNvPr>
            <p:cNvGrpSpPr/>
            <p:nvPr/>
          </p:nvGrpSpPr>
          <p:grpSpPr>
            <a:xfrm>
              <a:off x="6425112" y="1738854"/>
              <a:ext cx="1838996" cy="1080000"/>
              <a:chOff x="8581716" y="1609208"/>
              <a:chExt cx="1838996" cy="108000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639B966-2E3F-C56A-AA1A-F48ED60608B4}"/>
                  </a:ext>
                </a:extLst>
              </p:cNvPr>
              <p:cNvSpPr/>
              <p:nvPr/>
            </p:nvSpPr>
            <p:spPr bwMode="gray">
              <a:xfrm>
                <a:off x="8982780" y="1609208"/>
                <a:ext cx="1080000" cy="1080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de-DE" sz="2000" kern="0" dirty="0" err="1">
                    <a:ea typeface="Arial Unicode MS" pitchFamily="34" charset="-128"/>
                    <a:cs typeface="Arial Unicode MS" pitchFamily="34" charset="-128"/>
                  </a:rPr>
                  <a:t>C.proc</a:t>
                </a:r>
                <a:endParaRPr lang="de-DE" sz="2000" kern="0" dirty="0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D480927-3D42-4ECD-24B0-4BC3FFAE8337}"/>
                  </a:ext>
                </a:extLst>
              </p:cNvPr>
              <p:cNvGrpSpPr/>
              <p:nvPr/>
            </p:nvGrpSpPr>
            <p:grpSpPr>
              <a:xfrm>
                <a:off x="10062780" y="2061212"/>
                <a:ext cx="357932" cy="158739"/>
                <a:chOff x="10062780" y="2069838"/>
                <a:chExt cx="357932" cy="158739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C8FB9520-0A91-2C5C-F2BB-9C06E6D18438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0A6A9C26-BD4D-3E15-80E4-FB12F5168805}"/>
                    </a:ext>
                  </a:extLst>
                </p:cNvPr>
                <p:cNvCxnSpPr>
                  <a:stCxn id="123" idx="2"/>
                  <a:endCxn id="116" idx="3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C916C5D4-8559-4C47-A7A1-1228ACED801D}"/>
                  </a:ext>
                </a:extLst>
              </p:cNvPr>
              <p:cNvGrpSpPr/>
              <p:nvPr/>
            </p:nvGrpSpPr>
            <p:grpSpPr>
              <a:xfrm>
                <a:off x="8581716" y="2002308"/>
                <a:ext cx="401064" cy="276546"/>
                <a:chOff x="8581716" y="2002308"/>
                <a:chExt cx="401064" cy="276546"/>
              </a:xfrm>
            </p:grpSpPr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B6B18B03-3803-2405-161B-429E5083AA67}"/>
                    </a:ext>
                  </a:extLst>
                </p:cNvPr>
                <p:cNvGrpSpPr/>
                <p:nvPr/>
              </p:nvGrpSpPr>
              <p:grpSpPr>
                <a:xfrm flipH="1">
                  <a:off x="8624848" y="2062442"/>
                  <a:ext cx="357932" cy="158739"/>
                  <a:chOff x="10062780" y="2069838"/>
                  <a:chExt cx="357932" cy="158739"/>
                </a:xfrm>
              </p:grpSpPr>
              <p:sp>
                <p:nvSpPr>
                  <p:cNvPr id="121" name="Oval 120">
                    <a:extLst>
                      <a:ext uri="{FF2B5EF4-FFF2-40B4-BE49-F238E27FC236}">
                        <a16:creationId xmlns:a16="http://schemas.microsoft.com/office/drawing/2014/main" id="{4B8F0AA4-EEAF-1EB2-30FF-2F9E9359159D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10248183" y="2069838"/>
                    <a:ext cx="172529" cy="158739"/>
                  </a:xfrm>
                  <a:prstGeom prst="ellipse">
                    <a:avLst/>
                  </a:prstGeom>
                  <a:ln w="19050"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lIns="89979" tIns="71983" rIns="89979" bIns="71983" rtlCol="0" anchor="ctr"/>
                  <a:lstStyle/>
                  <a:p>
                    <a:pPr algn="ctr" defTabSz="914217" fontAlgn="base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rgbClr val="F0AB00"/>
                      </a:buClr>
                      <a:buSzPct val="80000"/>
                    </a:pPr>
                    <a:endParaRPr lang="de-DE" sz="2000" kern="0" dirty="0" err="1"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8EF6E105-48F3-E5AE-3CC1-8F7996E4A919}"/>
                      </a:ext>
                    </a:extLst>
                  </p:cNvPr>
                  <p:cNvCxnSpPr>
                    <a:stCxn id="121" idx="2"/>
                  </p:cNvCxnSpPr>
                  <p:nvPr/>
                </p:nvCxnSpPr>
                <p:spPr>
                  <a:xfrm flipH="1">
                    <a:off x="10062780" y="2149208"/>
                    <a:ext cx="185403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7043838-C5DE-5B71-D532-21A1EED926AF}"/>
                    </a:ext>
                  </a:extLst>
                </p:cNvPr>
                <p:cNvSpPr/>
                <p:nvPr/>
              </p:nvSpPr>
              <p:spPr bwMode="gray">
                <a:xfrm>
                  <a:off x="8581716" y="2002308"/>
                  <a:ext cx="129396" cy="276546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7C80500-EB46-96B8-3D2F-16BDA3CE1F37}"/>
                </a:ext>
              </a:extLst>
            </p:cNvPr>
            <p:cNvSpPr/>
            <p:nvPr/>
          </p:nvSpPr>
          <p:spPr>
            <a:xfrm>
              <a:off x="8264108" y="2039395"/>
              <a:ext cx="8626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?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3D9D3F0-088E-52B8-4B94-2D7DF5162932}"/>
                </a:ext>
              </a:extLst>
            </p:cNvPr>
            <p:cNvSpPr/>
            <p:nvPr/>
          </p:nvSpPr>
          <p:spPr>
            <a:xfrm>
              <a:off x="5365630" y="2039394"/>
              <a:ext cx="11888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901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2">
            <a:extLst>
              <a:ext uri="{FF2B5EF4-FFF2-40B4-BE49-F238E27FC236}">
                <a16:creationId xmlns:a16="http://schemas.microsoft.com/office/drawing/2014/main" id="{D473679D-B965-2323-58C1-3CB6F6B301D8}"/>
              </a:ext>
            </a:extLst>
          </p:cNvPr>
          <p:cNvSpPr txBox="1">
            <a:spLocks/>
          </p:cNvSpPr>
          <p:nvPr/>
        </p:nvSpPr>
        <p:spPr bwMode="black">
          <a:xfrm>
            <a:off x="-862885" y="1249990"/>
            <a:ext cx="11545888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4000" dirty="0" err="1"/>
              <a:t>Dependency-based</a:t>
            </a:r>
            <a:r>
              <a:rPr lang="de-DE" sz="4000" dirty="0"/>
              <a:t> </a:t>
            </a:r>
            <a:r>
              <a:rPr lang="de-DE" sz="4000" dirty="0" err="1"/>
              <a:t>Deployment</a:t>
            </a:r>
            <a:endParaRPr lang="de-DE" sz="4000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994DD1B-A602-3BD3-DB20-C5D7D0D0C7DB}"/>
              </a:ext>
            </a:extLst>
          </p:cNvPr>
          <p:cNvGrpSpPr/>
          <p:nvPr/>
        </p:nvGrpSpPr>
        <p:grpSpPr>
          <a:xfrm>
            <a:off x="4011723" y="2892420"/>
            <a:ext cx="3760246" cy="1079750"/>
            <a:chOff x="5365630" y="1738854"/>
            <a:chExt cx="3761116" cy="1080000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9337767-0A29-9C86-FAC9-554ED32D62EC}"/>
                </a:ext>
              </a:extLst>
            </p:cNvPr>
            <p:cNvGrpSpPr/>
            <p:nvPr/>
          </p:nvGrpSpPr>
          <p:grpSpPr>
            <a:xfrm>
              <a:off x="6110313" y="1738854"/>
              <a:ext cx="2153795" cy="1080000"/>
              <a:chOff x="8266917" y="1609208"/>
              <a:chExt cx="2153795" cy="108000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C2FB8A0-EEF5-8FC8-CCD1-A5DFE373BE26}"/>
                  </a:ext>
                </a:extLst>
              </p:cNvPr>
              <p:cNvSpPr/>
              <p:nvPr/>
            </p:nvSpPr>
            <p:spPr bwMode="gray">
              <a:xfrm>
                <a:off x="8982780" y="1609208"/>
                <a:ext cx="1080000" cy="1080000"/>
              </a:xfrm>
              <a:prstGeom prst="rect">
                <a:avLst/>
              </a:prstGeom>
              <a:ln>
                <a:solidFill>
                  <a:schemeClr val="tx2"/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de-DE" sz="2000" kern="0" dirty="0" err="1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  <a:t>view</a:t>
                </a:r>
                <a:r>
                  <a:rPr lang="de-DE" sz="2000" kern="0" dirty="0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  <a:t> X</a:t>
                </a:r>
                <a:br>
                  <a:rPr lang="de-DE" sz="2000" kern="0" dirty="0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</a:br>
                <a:r>
                  <a:rPr lang="de-DE" sz="2000" kern="0" dirty="0" err="1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  <a:t>as</a:t>
                </a:r>
                <a:r>
                  <a:rPr lang="de-DE" sz="2000" kern="0" dirty="0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  <a:t> …</a:t>
                </a:r>
                <a:br>
                  <a:rPr lang="de-DE" sz="2000" kern="0" dirty="0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</a:br>
                <a:r>
                  <a:rPr lang="de-DE" sz="2000" kern="0" dirty="0" err="1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  <a:t>from</a:t>
                </a:r>
                <a:r>
                  <a:rPr lang="de-DE" sz="2000" kern="0" dirty="0">
                    <a:solidFill>
                      <a:schemeClr val="tx2"/>
                    </a:solidFill>
                    <a:ea typeface="Arial Unicode MS" pitchFamily="34" charset="-128"/>
                    <a:cs typeface="Arial Unicode MS" pitchFamily="34" charset="-128"/>
                  </a:rPr>
                  <a:t> Y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AB0E532D-9C05-60CE-D8EA-1110A2773245}"/>
                  </a:ext>
                </a:extLst>
              </p:cNvPr>
              <p:cNvGrpSpPr/>
              <p:nvPr/>
            </p:nvGrpSpPr>
            <p:grpSpPr>
              <a:xfrm>
                <a:off x="10062780" y="2061212"/>
                <a:ext cx="357932" cy="158739"/>
                <a:chOff x="10062780" y="2069838"/>
                <a:chExt cx="357932" cy="158739"/>
              </a:xfrm>
            </p:grpSpPr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43AF13A8-F657-A0BD-A9EB-D9B72B761E39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solidFill>
                    <a:schemeClr val="tx2"/>
                  </a:solidFill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ACBBFF0-7CCD-C04C-AC04-CA487D75FFD8}"/>
                    </a:ext>
                  </a:extLst>
                </p:cNvPr>
                <p:cNvCxnSpPr>
                  <a:stCxn id="97" idx="2"/>
                  <a:endCxn id="90" idx="3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0301E5B6-1FBA-9862-BA22-E2C78A18853B}"/>
                  </a:ext>
                </a:extLst>
              </p:cNvPr>
              <p:cNvGrpSpPr/>
              <p:nvPr/>
            </p:nvGrpSpPr>
            <p:grpSpPr>
              <a:xfrm>
                <a:off x="8266917" y="2002308"/>
                <a:ext cx="715863" cy="218873"/>
                <a:chOff x="8266917" y="2002308"/>
                <a:chExt cx="715863" cy="218873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2C9E79CA-D1D4-3EDB-83E9-35FBF1A0B131}"/>
                    </a:ext>
                  </a:extLst>
                </p:cNvPr>
                <p:cNvGrpSpPr/>
                <p:nvPr/>
              </p:nvGrpSpPr>
              <p:grpSpPr>
                <a:xfrm flipH="1">
                  <a:off x="8624848" y="2062442"/>
                  <a:ext cx="357932" cy="158739"/>
                  <a:chOff x="10062780" y="2069838"/>
                  <a:chExt cx="357932" cy="158739"/>
                </a:xfrm>
              </p:grpSpPr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50A51D2C-50A8-7E3E-C17B-CB4DF783D4F2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10248183" y="2069838"/>
                    <a:ext cx="172529" cy="158739"/>
                  </a:xfrm>
                  <a:prstGeom prst="ellipse">
                    <a:avLst/>
                  </a:prstGeom>
                  <a:ln w="19050">
                    <a:solidFill>
                      <a:schemeClr val="tx2"/>
                    </a:solidFill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lIns="89979" tIns="71983" rIns="89979" bIns="71983" rtlCol="0" anchor="ctr"/>
                  <a:lstStyle/>
                  <a:p>
                    <a:pPr algn="ctr" defTabSz="914217" fontAlgn="base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rgbClr val="F0AB00"/>
                      </a:buClr>
                      <a:buSzPct val="80000"/>
                    </a:pPr>
                    <a:endParaRPr lang="de-DE" sz="2000" kern="0" dirty="0" err="1"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ADAFA286-1021-EAD8-35CF-2FF51B962435}"/>
                      </a:ext>
                    </a:extLst>
                  </p:cNvPr>
                  <p:cNvCxnSpPr>
                    <a:stCxn id="95" idx="2"/>
                  </p:cNvCxnSpPr>
                  <p:nvPr/>
                </p:nvCxnSpPr>
                <p:spPr>
                  <a:xfrm flipH="1">
                    <a:off x="10062780" y="2149208"/>
                    <a:ext cx="185403" cy="0"/>
                  </a:xfrm>
                  <a:prstGeom prst="line">
                    <a:avLst/>
                  </a:prstGeom>
                  <a:ln w="19050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EF4833D1-6C36-6E44-CD45-47B7E14B8228}"/>
                    </a:ext>
                  </a:extLst>
                </p:cNvPr>
                <p:cNvSpPr/>
                <p:nvPr/>
              </p:nvSpPr>
              <p:spPr bwMode="gray">
                <a:xfrm>
                  <a:off x="8266917" y="2002308"/>
                  <a:ext cx="444196" cy="217643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5E5BAB8-8230-99B7-F6A9-2AC490D69B99}"/>
                </a:ext>
              </a:extLst>
            </p:cNvPr>
            <p:cNvSpPr/>
            <p:nvPr/>
          </p:nvSpPr>
          <p:spPr>
            <a:xfrm>
              <a:off x="8264108" y="2039395"/>
              <a:ext cx="8626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solidFill>
                    <a:schemeClr val="tx2"/>
                  </a:solidFill>
                  <a:latin typeface="+mn-lt"/>
                  <a:ea typeface="Arial Unicode MS" pitchFamily="34" charset="-128"/>
                  <a:cs typeface="Arial Unicode MS" pitchFamily="34" charset="-128"/>
                </a:rPr>
                <a:t>X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402F623-262E-F1AD-71B3-A8E1AF3165D1}"/>
                </a:ext>
              </a:extLst>
            </p:cNvPr>
            <p:cNvSpPr/>
            <p:nvPr/>
          </p:nvSpPr>
          <p:spPr>
            <a:xfrm>
              <a:off x="5365630" y="2039394"/>
              <a:ext cx="11888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solidFill>
                    <a:schemeClr val="tx2"/>
                  </a:solidFill>
                  <a:latin typeface="+mn-lt"/>
                  <a:ea typeface="Arial Unicode MS" pitchFamily="34" charset="-128"/>
                  <a:cs typeface="Arial Unicode MS" pitchFamily="34" charset="-128"/>
                </a:rPr>
                <a:t>Y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ABEF3E2-3EC1-C135-2B18-F4FAC2BCBD4E}"/>
              </a:ext>
            </a:extLst>
          </p:cNvPr>
          <p:cNvGrpSpPr/>
          <p:nvPr/>
        </p:nvGrpSpPr>
        <p:grpSpPr>
          <a:xfrm>
            <a:off x="1286404" y="3794849"/>
            <a:ext cx="3760246" cy="1079750"/>
            <a:chOff x="5365630" y="1738854"/>
            <a:chExt cx="3761116" cy="108000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4ED5B22-CD37-FC7F-086F-CFC33D6365B2}"/>
                </a:ext>
              </a:extLst>
            </p:cNvPr>
            <p:cNvGrpSpPr/>
            <p:nvPr/>
          </p:nvGrpSpPr>
          <p:grpSpPr>
            <a:xfrm>
              <a:off x="6425112" y="1738854"/>
              <a:ext cx="1838996" cy="1080000"/>
              <a:chOff x="8581716" y="1609208"/>
              <a:chExt cx="1838996" cy="108000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299EE6F-A606-3258-2E53-D9DA8EF1BF23}"/>
                  </a:ext>
                </a:extLst>
              </p:cNvPr>
              <p:cNvSpPr/>
              <p:nvPr/>
            </p:nvSpPr>
            <p:spPr bwMode="gray">
              <a:xfrm>
                <a:off x="8982780" y="1609208"/>
                <a:ext cx="1080000" cy="1080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de-DE" sz="2000" kern="0" dirty="0" err="1">
                    <a:ea typeface="Arial Unicode MS" pitchFamily="34" charset="-128"/>
                    <a:cs typeface="Arial Unicode MS" pitchFamily="34" charset="-128"/>
                  </a:rPr>
                  <a:t>table</a:t>
                </a:r>
                <a: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  <a:t> Y</a:t>
                </a:r>
                <a:b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</a:br>
                <a: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  <a:t>( … )</a:t>
                </a:r>
              </a:p>
            </p:txBody>
          </p: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7AECBC3F-A071-5344-9399-A880B25D8940}"/>
                  </a:ext>
                </a:extLst>
              </p:cNvPr>
              <p:cNvGrpSpPr/>
              <p:nvPr/>
            </p:nvGrpSpPr>
            <p:grpSpPr>
              <a:xfrm>
                <a:off x="10062780" y="2061212"/>
                <a:ext cx="357932" cy="158739"/>
                <a:chOff x="10062780" y="2069838"/>
                <a:chExt cx="357932" cy="158739"/>
              </a:xfrm>
            </p:grpSpPr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899D7CBD-5375-E6AA-8DCA-0EA9CF551D5A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6B986146-DAB5-65E1-296B-5DAC613AFF51}"/>
                    </a:ext>
                  </a:extLst>
                </p:cNvPr>
                <p:cNvCxnSpPr>
                  <a:stCxn id="110" idx="2"/>
                  <a:endCxn id="103" idx="3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05B04B45-5BA4-5E35-80CE-4F0974579E42}"/>
                  </a:ext>
                </a:extLst>
              </p:cNvPr>
              <p:cNvGrpSpPr/>
              <p:nvPr/>
            </p:nvGrpSpPr>
            <p:grpSpPr>
              <a:xfrm>
                <a:off x="8581716" y="2002308"/>
                <a:ext cx="401064" cy="276546"/>
                <a:chOff x="8581716" y="2002308"/>
                <a:chExt cx="401064" cy="276546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DC24839-6CF5-9300-E0D1-7BE0A662DA9E}"/>
                    </a:ext>
                  </a:extLst>
                </p:cNvPr>
                <p:cNvGrpSpPr/>
                <p:nvPr/>
              </p:nvGrpSpPr>
              <p:grpSpPr>
                <a:xfrm flipH="1">
                  <a:off x="8624848" y="2062442"/>
                  <a:ext cx="357932" cy="158739"/>
                  <a:chOff x="10062780" y="2069838"/>
                  <a:chExt cx="357932" cy="158739"/>
                </a:xfrm>
              </p:grpSpPr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F93C54B3-DFEE-1CB7-7242-B382862CA5B9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10248183" y="2069838"/>
                    <a:ext cx="172529" cy="158739"/>
                  </a:xfrm>
                  <a:prstGeom prst="ellipse">
                    <a:avLst/>
                  </a:prstGeom>
                  <a:ln w="19050"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lIns="89979" tIns="71983" rIns="89979" bIns="71983" rtlCol="0" anchor="ctr"/>
                  <a:lstStyle/>
                  <a:p>
                    <a:pPr algn="ctr" defTabSz="914217" fontAlgn="base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rgbClr val="F0AB00"/>
                      </a:buClr>
                      <a:buSzPct val="80000"/>
                    </a:pPr>
                    <a:endParaRPr lang="de-DE" sz="2000" kern="0" dirty="0" err="1"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E4D043C6-DAD6-C8ED-CA85-AF320FBEE1E1}"/>
                      </a:ext>
                    </a:extLst>
                  </p:cNvPr>
                  <p:cNvCxnSpPr>
                    <a:stCxn id="108" idx="2"/>
                  </p:cNvCxnSpPr>
                  <p:nvPr/>
                </p:nvCxnSpPr>
                <p:spPr>
                  <a:xfrm flipH="1">
                    <a:off x="10062780" y="2149208"/>
                    <a:ext cx="185403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BA416B09-8785-36A4-85E9-D7B2FD1C81A2}"/>
                    </a:ext>
                  </a:extLst>
                </p:cNvPr>
                <p:cNvSpPr/>
                <p:nvPr/>
              </p:nvSpPr>
              <p:spPr bwMode="gray">
                <a:xfrm>
                  <a:off x="8581716" y="2002308"/>
                  <a:ext cx="129396" cy="276546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CF7D914-35F9-6383-FE84-5D97F6D3EA3C}"/>
                </a:ext>
              </a:extLst>
            </p:cNvPr>
            <p:cNvSpPr/>
            <p:nvPr/>
          </p:nvSpPr>
          <p:spPr>
            <a:xfrm>
              <a:off x="8264108" y="2039395"/>
              <a:ext cx="8626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Y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66802D7-CCBC-2B74-0FA8-4AE0EB4219F4}"/>
                </a:ext>
              </a:extLst>
            </p:cNvPr>
            <p:cNvSpPr/>
            <p:nvPr/>
          </p:nvSpPr>
          <p:spPr>
            <a:xfrm>
              <a:off x="5365630" y="2039394"/>
              <a:ext cx="11888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-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0B5BD41-5046-74F6-DD7F-0D4893C993B0}"/>
              </a:ext>
            </a:extLst>
          </p:cNvPr>
          <p:cNvGrpSpPr/>
          <p:nvPr/>
        </p:nvGrpSpPr>
        <p:grpSpPr>
          <a:xfrm>
            <a:off x="6809518" y="4095319"/>
            <a:ext cx="3760246" cy="1079750"/>
            <a:chOff x="5365630" y="1738854"/>
            <a:chExt cx="3761116" cy="1080000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E288C63-45DB-F364-AC70-CB01764807F4}"/>
                </a:ext>
              </a:extLst>
            </p:cNvPr>
            <p:cNvGrpSpPr/>
            <p:nvPr/>
          </p:nvGrpSpPr>
          <p:grpSpPr>
            <a:xfrm>
              <a:off x="6425112" y="1738854"/>
              <a:ext cx="1838996" cy="1080000"/>
              <a:chOff x="8581716" y="1609208"/>
              <a:chExt cx="1838996" cy="108000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639B966-2E3F-C56A-AA1A-F48ED60608B4}"/>
                  </a:ext>
                </a:extLst>
              </p:cNvPr>
              <p:cNvSpPr/>
              <p:nvPr/>
            </p:nvSpPr>
            <p:spPr bwMode="gray">
              <a:xfrm>
                <a:off x="8982780" y="1609208"/>
                <a:ext cx="1080000" cy="1080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de-DE" sz="2000" kern="0" dirty="0" err="1">
                    <a:ea typeface="Arial Unicode MS" pitchFamily="34" charset="-128"/>
                    <a:cs typeface="Arial Unicode MS" pitchFamily="34" charset="-128"/>
                  </a:rPr>
                  <a:t>proc</a:t>
                </a:r>
                <a: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  <a:t> Z</a:t>
                </a:r>
                <a:b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</a:br>
                <a:r>
                  <a:rPr lang="de-DE" sz="2000" kern="0" dirty="0" err="1">
                    <a:ea typeface="Arial Unicode MS" pitchFamily="34" charset="-128"/>
                    <a:cs typeface="Arial Unicode MS" pitchFamily="34" charset="-128"/>
                  </a:rPr>
                  <a:t>as</a:t>
                </a:r>
                <a: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  <a:t> …</a:t>
                </a:r>
                <a:b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</a:br>
                <a:r>
                  <a:rPr lang="de-DE" sz="2000" kern="0" dirty="0" err="1">
                    <a:ea typeface="Arial Unicode MS" pitchFamily="34" charset="-128"/>
                    <a:cs typeface="Arial Unicode MS" pitchFamily="34" charset="-128"/>
                  </a:rPr>
                  <a:t>from</a:t>
                </a:r>
                <a:r>
                  <a:rPr lang="de-DE" sz="2000" kern="0" dirty="0">
                    <a:ea typeface="Arial Unicode MS" pitchFamily="34" charset="-128"/>
                    <a:cs typeface="Arial Unicode MS" pitchFamily="34" charset="-128"/>
                  </a:rPr>
                  <a:t> X</a:t>
                </a:r>
              </a:p>
            </p:txBody>
          </p: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D480927-3D42-4ECD-24B0-4BC3FFAE8337}"/>
                  </a:ext>
                </a:extLst>
              </p:cNvPr>
              <p:cNvGrpSpPr/>
              <p:nvPr/>
            </p:nvGrpSpPr>
            <p:grpSpPr>
              <a:xfrm>
                <a:off x="10062780" y="2061212"/>
                <a:ext cx="357932" cy="158739"/>
                <a:chOff x="10062780" y="2069838"/>
                <a:chExt cx="357932" cy="158739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C8FB9520-0A91-2C5C-F2BB-9C06E6D18438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0A6A9C26-BD4D-3E15-80E4-FB12F5168805}"/>
                    </a:ext>
                  </a:extLst>
                </p:cNvPr>
                <p:cNvCxnSpPr>
                  <a:stCxn id="123" idx="2"/>
                  <a:endCxn id="116" idx="3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C916C5D4-8559-4C47-A7A1-1228ACED801D}"/>
                  </a:ext>
                </a:extLst>
              </p:cNvPr>
              <p:cNvGrpSpPr/>
              <p:nvPr/>
            </p:nvGrpSpPr>
            <p:grpSpPr>
              <a:xfrm>
                <a:off x="8581716" y="2002308"/>
                <a:ext cx="401064" cy="276546"/>
                <a:chOff x="8581716" y="2002308"/>
                <a:chExt cx="401064" cy="276546"/>
              </a:xfrm>
            </p:grpSpPr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B6B18B03-3803-2405-161B-429E5083AA67}"/>
                    </a:ext>
                  </a:extLst>
                </p:cNvPr>
                <p:cNvGrpSpPr/>
                <p:nvPr/>
              </p:nvGrpSpPr>
              <p:grpSpPr>
                <a:xfrm flipH="1">
                  <a:off x="8624848" y="2062442"/>
                  <a:ext cx="357932" cy="158739"/>
                  <a:chOff x="10062780" y="2069838"/>
                  <a:chExt cx="357932" cy="158739"/>
                </a:xfrm>
              </p:grpSpPr>
              <p:sp>
                <p:nvSpPr>
                  <p:cNvPr id="121" name="Oval 120">
                    <a:extLst>
                      <a:ext uri="{FF2B5EF4-FFF2-40B4-BE49-F238E27FC236}">
                        <a16:creationId xmlns:a16="http://schemas.microsoft.com/office/drawing/2014/main" id="{4B8F0AA4-EEAF-1EB2-30FF-2F9E9359159D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10248183" y="2069838"/>
                    <a:ext cx="172529" cy="158739"/>
                  </a:xfrm>
                  <a:prstGeom prst="ellipse">
                    <a:avLst/>
                  </a:prstGeom>
                  <a:ln w="19050"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lIns="89979" tIns="71983" rIns="89979" bIns="71983" rtlCol="0" anchor="ctr"/>
                  <a:lstStyle/>
                  <a:p>
                    <a:pPr algn="ctr" defTabSz="914217" fontAlgn="base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rgbClr val="F0AB00"/>
                      </a:buClr>
                      <a:buSzPct val="80000"/>
                    </a:pPr>
                    <a:endParaRPr lang="de-DE" sz="2000" kern="0" dirty="0" err="1"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8EF6E105-48F3-E5AE-3CC1-8F7996E4A919}"/>
                      </a:ext>
                    </a:extLst>
                  </p:cNvPr>
                  <p:cNvCxnSpPr>
                    <a:stCxn id="121" idx="2"/>
                  </p:cNvCxnSpPr>
                  <p:nvPr/>
                </p:nvCxnSpPr>
                <p:spPr>
                  <a:xfrm flipH="1">
                    <a:off x="10062780" y="2149208"/>
                    <a:ext cx="185403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7043838-C5DE-5B71-D532-21A1EED926AF}"/>
                    </a:ext>
                  </a:extLst>
                </p:cNvPr>
                <p:cNvSpPr/>
                <p:nvPr/>
              </p:nvSpPr>
              <p:spPr bwMode="gray">
                <a:xfrm>
                  <a:off x="8581716" y="2002308"/>
                  <a:ext cx="129396" cy="276546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noFill/>
                  <a:miter lim="800000"/>
                  <a:headEnd/>
                  <a:tailEnd/>
                </a:ln>
              </p:spPr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7C80500-EB46-96B8-3D2F-16BDA3CE1F37}"/>
                </a:ext>
              </a:extLst>
            </p:cNvPr>
            <p:cNvSpPr/>
            <p:nvPr/>
          </p:nvSpPr>
          <p:spPr>
            <a:xfrm>
              <a:off x="8264108" y="2039395"/>
              <a:ext cx="8626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Z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3D9D3F0-088E-52B8-4B94-2D7DF5162932}"/>
                </a:ext>
              </a:extLst>
            </p:cNvPr>
            <p:cNvSpPr/>
            <p:nvPr/>
          </p:nvSpPr>
          <p:spPr>
            <a:xfrm>
              <a:off x="5365630" y="2039394"/>
              <a:ext cx="11888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400" kern="0" dirty="0">
                  <a:latin typeface="+mn-lt"/>
                  <a:ea typeface="Arial Unicode MS" pitchFamily="34" charset="-128"/>
                  <a:cs typeface="Arial Unicode MS" pitchFamily="34" charset="-128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5138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2">
            <a:extLst>
              <a:ext uri="{FF2B5EF4-FFF2-40B4-BE49-F238E27FC236}">
                <a16:creationId xmlns:a16="http://schemas.microsoft.com/office/drawing/2014/main" id="{D473679D-B965-2323-58C1-3CB6F6B301D8}"/>
              </a:ext>
            </a:extLst>
          </p:cNvPr>
          <p:cNvSpPr txBox="1">
            <a:spLocks/>
          </p:cNvSpPr>
          <p:nvPr/>
        </p:nvSpPr>
        <p:spPr bwMode="black">
          <a:xfrm>
            <a:off x="-862885" y="1249990"/>
            <a:ext cx="11545888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4000" dirty="0" err="1"/>
              <a:t>Dependency-based</a:t>
            </a:r>
            <a:r>
              <a:rPr lang="de-DE" sz="4000" dirty="0"/>
              <a:t> </a:t>
            </a:r>
            <a:r>
              <a:rPr lang="de-DE" sz="4000" dirty="0" err="1"/>
              <a:t>Deployment</a:t>
            </a:r>
            <a:endParaRPr lang="de-DE" sz="40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9337767-0A29-9C86-FAC9-554ED32D62EC}"/>
              </a:ext>
            </a:extLst>
          </p:cNvPr>
          <p:cNvGrpSpPr/>
          <p:nvPr/>
        </p:nvGrpSpPr>
        <p:grpSpPr>
          <a:xfrm>
            <a:off x="5070960" y="2892420"/>
            <a:ext cx="1838571" cy="1079750"/>
            <a:chOff x="8581716" y="1609208"/>
            <a:chExt cx="1838996" cy="1080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C2FB8A0-EEF5-8FC8-CCD1-A5DFE373BE26}"/>
                </a:ext>
              </a:extLst>
            </p:cNvPr>
            <p:cNvSpPr/>
            <p:nvPr/>
          </p:nvSpPr>
          <p:spPr bwMode="gray">
            <a:xfrm>
              <a:off x="8982780" y="1609208"/>
              <a:ext cx="1080000" cy="1080000"/>
            </a:xfrm>
            <a:prstGeom prst="rect">
              <a:avLst/>
            </a:prstGeom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89979" tIns="71983" rIns="89979" bIns="71983" rtlCol="0" anchor="ctr"/>
            <a:lstStyle/>
            <a:p>
              <a:pPr algn="ct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000" kern="0" dirty="0" err="1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view</a:t>
              </a:r>
              <a: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 X</a:t>
              </a:r>
              <a:b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as</a:t>
              </a:r>
              <a: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 …</a:t>
              </a:r>
              <a:b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from</a:t>
              </a:r>
              <a: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 Y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B0E532D-9C05-60CE-D8EA-1110A2773245}"/>
                </a:ext>
              </a:extLst>
            </p:cNvPr>
            <p:cNvGrpSpPr/>
            <p:nvPr/>
          </p:nvGrpSpPr>
          <p:grpSpPr>
            <a:xfrm>
              <a:off x="10062780" y="2061212"/>
              <a:ext cx="357932" cy="158739"/>
              <a:chOff x="10062780" y="2069838"/>
              <a:chExt cx="357932" cy="158739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43AF13A8-F657-A0BD-A9EB-D9B72B761E39}"/>
                  </a:ext>
                </a:extLst>
              </p:cNvPr>
              <p:cNvSpPr/>
              <p:nvPr/>
            </p:nvSpPr>
            <p:spPr bwMode="gray">
              <a:xfrm>
                <a:off x="10248183" y="2069838"/>
                <a:ext cx="172529" cy="158739"/>
              </a:xfrm>
              <a:prstGeom prst="ellipse">
                <a:avLst/>
              </a:prstGeom>
              <a:ln w="19050">
                <a:solidFill>
                  <a:schemeClr val="tx2"/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DACBBFF0-7CCD-C04C-AC04-CA487D75FFD8}"/>
                  </a:ext>
                </a:extLst>
              </p:cNvPr>
              <p:cNvCxnSpPr>
                <a:stCxn id="97" idx="2"/>
                <a:endCxn id="90" idx="3"/>
              </p:cNvCxnSpPr>
              <p:nvPr/>
            </p:nvCxnSpPr>
            <p:spPr>
              <a:xfrm flipH="1">
                <a:off x="10062780" y="2149208"/>
                <a:ext cx="185403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301E5B6-1FBA-9862-BA22-E2C78A18853B}"/>
                </a:ext>
              </a:extLst>
            </p:cNvPr>
            <p:cNvGrpSpPr/>
            <p:nvPr/>
          </p:nvGrpSpPr>
          <p:grpSpPr>
            <a:xfrm>
              <a:off x="8581716" y="2002308"/>
              <a:ext cx="401064" cy="276546"/>
              <a:chOff x="8581716" y="2002308"/>
              <a:chExt cx="401064" cy="276546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2C9E79CA-D1D4-3EDB-83E9-35FBF1A0B131}"/>
                  </a:ext>
                </a:extLst>
              </p:cNvPr>
              <p:cNvGrpSpPr/>
              <p:nvPr/>
            </p:nvGrpSpPr>
            <p:grpSpPr>
              <a:xfrm flipH="1">
                <a:off x="8624848" y="2062442"/>
                <a:ext cx="357932" cy="158739"/>
                <a:chOff x="10062780" y="2069838"/>
                <a:chExt cx="357932" cy="158739"/>
              </a:xfrm>
            </p:grpSpPr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50A51D2C-50A8-7E3E-C17B-CB4DF783D4F2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solidFill>
                    <a:schemeClr val="tx2"/>
                  </a:solidFill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ADAFA286-1021-EAD8-35CF-2FF51B962435}"/>
                    </a:ext>
                  </a:extLst>
                </p:cNvPr>
                <p:cNvCxnSpPr>
                  <a:stCxn id="95" idx="2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F4833D1-6C36-6E44-CD45-47B7E14B8228}"/>
                  </a:ext>
                </a:extLst>
              </p:cNvPr>
              <p:cNvSpPr/>
              <p:nvPr/>
            </p:nvSpPr>
            <p:spPr bwMode="gray">
              <a:xfrm>
                <a:off x="8581716" y="2002308"/>
                <a:ext cx="129396" cy="276546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4ED5B22-CD37-FC7F-086F-CFC33D6365B2}"/>
              </a:ext>
            </a:extLst>
          </p:cNvPr>
          <p:cNvGrpSpPr/>
          <p:nvPr/>
        </p:nvGrpSpPr>
        <p:grpSpPr>
          <a:xfrm>
            <a:off x="2345642" y="3794849"/>
            <a:ext cx="1838571" cy="1079750"/>
            <a:chOff x="8581716" y="1609208"/>
            <a:chExt cx="1838996" cy="108000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299EE6F-A606-3258-2E53-D9DA8EF1BF23}"/>
                </a:ext>
              </a:extLst>
            </p:cNvPr>
            <p:cNvSpPr/>
            <p:nvPr/>
          </p:nvSpPr>
          <p:spPr bwMode="gray">
            <a:xfrm>
              <a:off x="8982780" y="1609208"/>
              <a:ext cx="1080000" cy="10800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89979" tIns="71983" rIns="89979" bIns="71983" rtlCol="0" anchor="ctr"/>
            <a:lstStyle/>
            <a:p>
              <a:pPr algn="ct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000" kern="0" dirty="0" err="1">
                  <a:ea typeface="Arial Unicode MS" pitchFamily="34" charset="-128"/>
                  <a:cs typeface="Arial Unicode MS" pitchFamily="34" charset="-128"/>
                </a:rPr>
                <a:t>table</a:t>
              </a:r>
              <a: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  <a:t> Y</a:t>
              </a:r>
              <a:b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  <a:t>( … )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AECBC3F-A071-5344-9399-A880B25D8940}"/>
                </a:ext>
              </a:extLst>
            </p:cNvPr>
            <p:cNvGrpSpPr/>
            <p:nvPr/>
          </p:nvGrpSpPr>
          <p:grpSpPr>
            <a:xfrm>
              <a:off x="10062780" y="2061212"/>
              <a:ext cx="357932" cy="158739"/>
              <a:chOff x="10062780" y="2069838"/>
              <a:chExt cx="357932" cy="158739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899D7CBD-5375-E6AA-8DCA-0EA9CF551D5A}"/>
                  </a:ext>
                </a:extLst>
              </p:cNvPr>
              <p:cNvSpPr/>
              <p:nvPr/>
            </p:nvSpPr>
            <p:spPr bwMode="gray">
              <a:xfrm>
                <a:off x="10248183" y="2069838"/>
                <a:ext cx="172529" cy="158739"/>
              </a:xfrm>
              <a:prstGeom prst="ellipse">
                <a:avLst/>
              </a:prstGeom>
              <a:ln w="19050"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B986146-DAB5-65E1-296B-5DAC613AFF51}"/>
                  </a:ext>
                </a:extLst>
              </p:cNvPr>
              <p:cNvCxnSpPr>
                <a:stCxn id="110" idx="2"/>
                <a:endCxn id="103" idx="3"/>
              </p:cNvCxnSpPr>
              <p:nvPr/>
            </p:nvCxnSpPr>
            <p:spPr>
              <a:xfrm flipH="1">
                <a:off x="10062780" y="2149208"/>
                <a:ext cx="1854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05B04B45-5BA4-5E35-80CE-4F0974579E42}"/>
                </a:ext>
              </a:extLst>
            </p:cNvPr>
            <p:cNvGrpSpPr/>
            <p:nvPr/>
          </p:nvGrpSpPr>
          <p:grpSpPr>
            <a:xfrm>
              <a:off x="8581716" y="2002308"/>
              <a:ext cx="401064" cy="276546"/>
              <a:chOff x="8581716" y="2002308"/>
              <a:chExt cx="401064" cy="276546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1DC24839-6CF5-9300-E0D1-7BE0A662DA9E}"/>
                  </a:ext>
                </a:extLst>
              </p:cNvPr>
              <p:cNvGrpSpPr/>
              <p:nvPr/>
            </p:nvGrpSpPr>
            <p:grpSpPr>
              <a:xfrm flipH="1">
                <a:off x="8624848" y="2062442"/>
                <a:ext cx="357932" cy="158739"/>
                <a:chOff x="10062780" y="2069838"/>
                <a:chExt cx="357932" cy="158739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F93C54B3-DFEE-1CB7-7242-B382862CA5B9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E4D043C6-DAD6-C8ED-CA85-AF320FBEE1E1}"/>
                    </a:ext>
                  </a:extLst>
                </p:cNvPr>
                <p:cNvCxnSpPr>
                  <a:stCxn id="108" idx="2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BA416B09-8785-36A4-85E9-D7B2FD1C81A2}"/>
                  </a:ext>
                </a:extLst>
              </p:cNvPr>
              <p:cNvSpPr/>
              <p:nvPr/>
            </p:nvSpPr>
            <p:spPr bwMode="gray">
              <a:xfrm>
                <a:off x="8581716" y="2002308"/>
                <a:ext cx="129396" cy="276546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E288C63-45DB-F364-AC70-CB01764807F4}"/>
              </a:ext>
            </a:extLst>
          </p:cNvPr>
          <p:cNvGrpSpPr/>
          <p:nvPr/>
        </p:nvGrpSpPr>
        <p:grpSpPr>
          <a:xfrm>
            <a:off x="7868755" y="4095319"/>
            <a:ext cx="1838571" cy="1079750"/>
            <a:chOff x="8581716" y="1609208"/>
            <a:chExt cx="1838996" cy="108000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639B966-2E3F-C56A-AA1A-F48ED60608B4}"/>
                </a:ext>
              </a:extLst>
            </p:cNvPr>
            <p:cNvSpPr/>
            <p:nvPr/>
          </p:nvSpPr>
          <p:spPr bwMode="gray">
            <a:xfrm>
              <a:off x="8982780" y="1609208"/>
              <a:ext cx="1080000" cy="10800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89979" tIns="71983" rIns="89979" bIns="71983" rtlCol="0" anchor="ctr"/>
            <a:lstStyle/>
            <a:p>
              <a:pPr algn="ct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000" kern="0" dirty="0" err="1">
                  <a:ea typeface="Arial Unicode MS" pitchFamily="34" charset="-128"/>
                  <a:cs typeface="Arial Unicode MS" pitchFamily="34" charset="-128"/>
                </a:rPr>
                <a:t>proc</a:t>
              </a:r>
              <a: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  <a:t> Z</a:t>
              </a:r>
              <a:b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ea typeface="Arial Unicode MS" pitchFamily="34" charset="-128"/>
                  <a:cs typeface="Arial Unicode MS" pitchFamily="34" charset="-128"/>
                </a:rPr>
                <a:t>as</a:t>
              </a:r>
              <a: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  <a:t> …</a:t>
              </a:r>
              <a:b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ea typeface="Arial Unicode MS" pitchFamily="34" charset="-128"/>
                  <a:cs typeface="Arial Unicode MS" pitchFamily="34" charset="-128"/>
                </a:rPr>
                <a:t>from</a:t>
              </a:r>
              <a:r>
                <a:rPr lang="de-DE" sz="2000" kern="0" dirty="0">
                  <a:ea typeface="Arial Unicode MS" pitchFamily="34" charset="-128"/>
                  <a:cs typeface="Arial Unicode MS" pitchFamily="34" charset="-128"/>
                </a:rPr>
                <a:t> X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D480927-3D42-4ECD-24B0-4BC3FFAE8337}"/>
                </a:ext>
              </a:extLst>
            </p:cNvPr>
            <p:cNvGrpSpPr/>
            <p:nvPr/>
          </p:nvGrpSpPr>
          <p:grpSpPr>
            <a:xfrm>
              <a:off x="10062780" y="2061212"/>
              <a:ext cx="357932" cy="158739"/>
              <a:chOff x="10062780" y="2069838"/>
              <a:chExt cx="357932" cy="158739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8FB9520-0A91-2C5C-F2BB-9C06E6D18438}"/>
                  </a:ext>
                </a:extLst>
              </p:cNvPr>
              <p:cNvSpPr/>
              <p:nvPr/>
            </p:nvSpPr>
            <p:spPr bwMode="gray">
              <a:xfrm>
                <a:off x="10248183" y="2069838"/>
                <a:ext cx="172529" cy="158739"/>
              </a:xfrm>
              <a:prstGeom prst="ellipse">
                <a:avLst/>
              </a:prstGeom>
              <a:ln w="19050"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A6A9C26-BD4D-3E15-80E4-FB12F5168805}"/>
                  </a:ext>
                </a:extLst>
              </p:cNvPr>
              <p:cNvCxnSpPr>
                <a:stCxn id="123" idx="2"/>
                <a:endCxn id="116" idx="3"/>
              </p:cNvCxnSpPr>
              <p:nvPr/>
            </p:nvCxnSpPr>
            <p:spPr>
              <a:xfrm flipH="1">
                <a:off x="10062780" y="2149208"/>
                <a:ext cx="1854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C916C5D4-8559-4C47-A7A1-1228ACED801D}"/>
                </a:ext>
              </a:extLst>
            </p:cNvPr>
            <p:cNvGrpSpPr/>
            <p:nvPr/>
          </p:nvGrpSpPr>
          <p:grpSpPr>
            <a:xfrm>
              <a:off x="8581716" y="2002308"/>
              <a:ext cx="401064" cy="276546"/>
              <a:chOff x="8581716" y="2002308"/>
              <a:chExt cx="401064" cy="276546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6B18B03-3803-2405-161B-429E5083AA67}"/>
                  </a:ext>
                </a:extLst>
              </p:cNvPr>
              <p:cNvGrpSpPr/>
              <p:nvPr/>
            </p:nvGrpSpPr>
            <p:grpSpPr>
              <a:xfrm flipH="1">
                <a:off x="8624848" y="2062442"/>
                <a:ext cx="357932" cy="158739"/>
                <a:chOff x="10062780" y="2069838"/>
                <a:chExt cx="357932" cy="158739"/>
              </a:xfrm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4B8F0AA4-EEAF-1EB2-30FF-2F9E9359159D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8EF6E105-48F3-E5AE-3CC1-8F7996E4A919}"/>
                    </a:ext>
                  </a:extLst>
                </p:cNvPr>
                <p:cNvCxnSpPr>
                  <a:stCxn id="121" idx="2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7043838-C5DE-5B71-D532-21A1EED926AF}"/>
                  </a:ext>
                </a:extLst>
              </p:cNvPr>
              <p:cNvSpPr/>
              <p:nvPr/>
            </p:nvSpPr>
            <p:spPr bwMode="gray">
              <a:xfrm>
                <a:off x="8581716" y="2002308"/>
                <a:ext cx="129396" cy="276546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</p:grpSp>
      </p:grpSp>
      <p:cxnSp>
        <p:nvCxnSpPr>
          <p:cNvPr id="2" name="Elbow Connector 83">
            <a:extLst>
              <a:ext uri="{FF2B5EF4-FFF2-40B4-BE49-F238E27FC236}">
                <a16:creationId xmlns:a16="http://schemas.microsoft.com/office/drawing/2014/main" id="{193778BE-AF2A-5BAF-B3E4-918D2DB79323}"/>
              </a:ext>
            </a:extLst>
          </p:cNvPr>
          <p:cNvCxnSpPr/>
          <p:nvPr/>
        </p:nvCxnSpPr>
        <p:spPr>
          <a:xfrm flipH="1">
            <a:off x="4197084" y="3423670"/>
            <a:ext cx="1016114" cy="902430"/>
          </a:xfrm>
          <a:prstGeom prst="bentConnector3">
            <a:avLst>
              <a:gd name="adj1" fmla="val 53419"/>
            </a:avLst>
          </a:prstGeom>
          <a:ln w="63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lbow Connector 82">
            <a:extLst>
              <a:ext uri="{FF2B5EF4-FFF2-40B4-BE49-F238E27FC236}">
                <a16:creationId xmlns:a16="http://schemas.microsoft.com/office/drawing/2014/main" id="{90640702-6E60-D1F4-F156-B5B66B6939B1}"/>
              </a:ext>
            </a:extLst>
          </p:cNvPr>
          <p:cNvCxnSpPr/>
          <p:nvPr/>
        </p:nvCxnSpPr>
        <p:spPr>
          <a:xfrm flipH="1" flipV="1">
            <a:off x="6922372" y="3423670"/>
            <a:ext cx="1088591" cy="1203795"/>
          </a:xfrm>
          <a:prstGeom prst="bentConnector3">
            <a:avLst>
              <a:gd name="adj1" fmla="val 55111"/>
            </a:avLst>
          </a:prstGeom>
          <a:ln w="63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08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2">
            <a:extLst>
              <a:ext uri="{FF2B5EF4-FFF2-40B4-BE49-F238E27FC236}">
                <a16:creationId xmlns:a16="http://schemas.microsoft.com/office/drawing/2014/main" id="{D473679D-B965-2323-58C1-3CB6F6B301D8}"/>
              </a:ext>
            </a:extLst>
          </p:cNvPr>
          <p:cNvSpPr txBox="1">
            <a:spLocks/>
          </p:cNvSpPr>
          <p:nvPr/>
        </p:nvSpPr>
        <p:spPr bwMode="black">
          <a:xfrm>
            <a:off x="-862885" y="1249990"/>
            <a:ext cx="11545888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de-DE" sz="4000" dirty="0" err="1"/>
              <a:t>Dependency-based</a:t>
            </a:r>
            <a:r>
              <a:rPr lang="de-DE" sz="4000" dirty="0"/>
              <a:t> </a:t>
            </a:r>
            <a:r>
              <a:rPr lang="de-DE" sz="4000" dirty="0">
                <a:solidFill>
                  <a:srgbClr val="C35500"/>
                </a:solidFill>
              </a:rPr>
              <a:t>Re-</a:t>
            </a:r>
            <a:r>
              <a:rPr lang="de-DE" sz="4000" dirty="0" err="1"/>
              <a:t>Deployment</a:t>
            </a:r>
            <a:endParaRPr lang="de-DE" sz="40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9337767-0A29-9C86-FAC9-554ED32D62EC}"/>
              </a:ext>
            </a:extLst>
          </p:cNvPr>
          <p:cNvGrpSpPr/>
          <p:nvPr/>
        </p:nvGrpSpPr>
        <p:grpSpPr>
          <a:xfrm>
            <a:off x="5070960" y="2892420"/>
            <a:ext cx="1838571" cy="1079750"/>
            <a:chOff x="8581716" y="1609208"/>
            <a:chExt cx="1838996" cy="1080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C2FB8A0-EEF5-8FC8-CCD1-A5DFE373BE26}"/>
                </a:ext>
              </a:extLst>
            </p:cNvPr>
            <p:cNvSpPr/>
            <p:nvPr/>
          </p:nvSpPr>
          <p:spPr bwMode="gray">
            <a:xfrm>
              <a:off x="8982780" y="1609208"/>
              <a:ext cx="1080000" cy="1080000"/>
            </a:xfrm>
            <a:prstGeom prst="rect">
              <a:avLst/>
            </a:prstGeom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89979" tIns="71983" rIns="89979" bIns="71983" rtlCol="0" anchor="ctr"/>
            <a:lstStyle/>
            <a:p>
              <a:pPr algn="ct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000" kern="0" dirty="0" err="1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view</a:t>
              </a:r>
              <a: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 X</a:t>
              </a:r>
              <a:b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as</a:t>
              </a:r>
              <a: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 …</a:t>
              </a:r>
              <a:b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from</a:t>
              </a:r>
              <a:r>
                <a:rPr lang="de-DE" sz="2000" kern="0" dirty="0">
                  <a:solidFill>
                    <a:schemeClr val="tx2"/>
                  </a:solidFill>
                  <a:ea typeface="Arial Unicode MS" pitchFamily="34" charset="-128"/>
                  <a:cs typeface="Arial Unicode MS" pitchFamily="34" charset="-128"/>
                </a:rPr>
                <a:t> Y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B0E532D-9C05-60CE-D8EA-1110A2773245}"/>
                </a:ext>
              </a:extLst>
            </p:cNvPr>
            <p:cNvGrpSpPr/>
            <p:nvPr/>
          </p:nvGrpSpPr>
          <p:grpSpPr>
            <a:xfrm>
              <a:off x="10062780" y="2061212"/>
              <a:ext cx="357932" cy="158739"/>
              <a:chOff x="10062780" y="2069838"/>
              <a:chExt cx="357932" cy="158739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43AF13A8-F657-A0BD-A9EB-D9B72B761E39}"/>
                  </a:ext>
                </a:extLst>
              </p:cNvPr>
              <p:cNvSpPr/>
              <p:nvPr/>
            </p:nvSpPr>
            <p:spPr bwMode="gray">
              <a:xfrm>
                <a:off x="10248183" y="2069838"/>
                <a:ext cx="172529" cy="158739"/>
              </a:xfrm>
              <a:prstGeom prst="ellipse">
                <a:avLst/>
              </a:prstGeom>
              <a:ln w="19050">
                <a:solidFill>
                  <a:schemeClr val="tx2"/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DACBBFF0-7CCD-C04C-AC04-CA487D75FFD8}"/>
                  </a:ext>
                </a:extLst>
              </p:cNvPr>
              <p:cNvCxnSpPr>
                <a:stCxn id="97" idx="2"/>
                <a:endCxn id="90" idx="3"/>
              </p:cNvCxnSpPr>
              <p:nvPr/>
            </p:nvCxnSpPr>
            <p:spPr>
              <a:xfrm flipH="1">
                <a:off x="10062780" y="2149208"/>
                <a:ext cx="185403" cy="0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301E5B6-1FBA-9862-BA22-E2C78A18853B}"/>
                </a:ext>
              </a:extLst>
            </p:cNvPr>
            <p:cNvGrpSpPr/>
            <p:nvPr/>
          </p:nvGrpSpPr>
          <p:grpSpPr>
            <a:xfrm>
              <a:off x="8581716" y="2002308"/>
              <a:ext cx="401064" cy="276546"/>
              <a:chOff x="8581716" y="2002308"/>
              <a:chExt cx="401064" cy="276546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2C9E79CA-D1D4-3EDB-83E9-35FBF1A0B131}"/>
                  </a:ext>
                </a:extLst>
              </p:cNvPr>
              <p:cNvGrpSpPr/>
              <p:nvPr/>
            </p:nvGrpSpPr>
            <p:grpSpPr>
              <a:xfrm flipH="1">
                <a:off x="8624848" y="2062442"/>
                <a:ext cx="357932" cy="158739"/>
                <a:chOff x="10062780" y="2069838"/>
                <a:chExt cx="357932" cy="158739"/>
              </a:xfrm>
            </p:grpSpPr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50A51D2C-50A8-7E3E-C17B-CB4DF783D4F2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solidFill>
                    <a:schemeClr val="tx2"/>
                  </a:solidFill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ADAFA286-1021-EAD8-35CF-2FF51B962435}"/>
                    </a:ext>
                  </a:extLst>
                </p:cNvPr>
                <p:cNvCxnSpPr>
                  <a:stCxn id="95" idx="2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F4833D1-6C36-6E44-CD45-47B7E14B8228}"/>
                  </a:ext>
                </a:extLst>
              </p:cNvPr>
              <p:cNvSpPr/>
              <p:nvPr/>
            </p:nvSpPr>
            <p:spPr bwMode="gray">
              <a:xfrm>
                <a:off x="8581716" y="2002308"/>
                <a:ext cx="129396" cy="276546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E288C63-45DB-F364-AC70-CB01764807F4}"/>
              </a:ext>
            </a:extLst>
          </p:cNvPr>
          <p:cNvGrpSpPr/>
          <p:nvPr/>
        </p:nvGrpSpPr>
        <p:grpSpPr>
          <a:xfrm>
            <a:off x="7868755" y="4095319"/>
            <a:ext cx="1838571" cy="1079750"/>
            <a:chOff x="8581716" y="1609208"/>
            <a:chExt cx="1838996" cy="108000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639B966-2E3F-C56A-AA1A-F48ED60608B4}"/>
                </a:ext>
              </a:extLst>
            </p:cNvPr>
            <p:cNvSpPr/>
            <p:nvPr/>
          </p:nvSpPr>
          <p:spPr bwMode="gray">
            <a:xfrm>
              <a:off x="8982780" y="1609208"/>
              <a:ext cx="1080000" cy="1080000"/>
            </a:xfrm>
            <a:prstGeom prst="rect">
              <a:avLst/>
            </a:prstGeom>
            <a:ln>
              <a:solidFill>
                <a:srgbClr val="C35500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89979" tIns="71983" rIns="89979" bIns="71983" rtlCol="0" anchor="ctr"/>
            <a:lstStyle/>
            <a:p>
              <a:pPr algn="ctr" defTabSz="914217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de-DE" sz="2000" kern="0" dirty="0" err="1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  <a:t>proc</a:t>
              </a:r>
              <a:r>
                <a:rPr lang="de-DE" sz="2000" kern="0" dirty="0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  <a:t> Z</a:t>
              </a:r>
              <a:br>
                <a:rPr lang="de-DE" sz="2000" kern="0" dirty="0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  <a:t>as</a:t>
              </a:r>
              <a:r>
                <a:rPr lang="de-DE" sz="2000" kern="0" dirty="0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  <a:t> …</a:t>
              </a:r>
              <a:br>
                <a:rPr lang="de-DE" sz="2000" kern="0" dirty="0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</a:br>
              <a:r>
                <a:rPr lang="de-DE" sz="2000" kern="0" dirty="0" err="1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  <a:t>from</a:t>
              </a:r>
              <a:r>
                <a:rPr lang="de-DE" sz="2000" kern="0" dirty="0">
                  <a:solidFill>
                    <a:srgbClr val="C35500"/>
                  </a:solidFill>
                  <a:ea typeface="Arial Unicode MS" pitchFamily="34" charset="-128"/>
                  <a:cs typeface="Arial Unicode MS" pitchFamily="34" charset="-128"/>
                </a:rPr>
                <a:t> X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D480927-3D42-4ECD-24B0-4BC3FFAE8337}"/>
                </a:ext>
              </a:extLst>
            </p:cNvPr>
            <p:cNvGrpSpPr/>
            <p:nvPr/>
          </p:nvGrpSpPr>
          <p:grpSpPr>
            <a:xfrm>
              <a:off x="10062780" y="2061212"/>
              <a:ext cx="357932" cy="158739"/>
              <a:chOff x="10062780" y="2069838"/>
              <a:chExt cx="357932" cy="158739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8FB9520-0A91-2C5C-F2BB-9C06E6D18438}"/>
                  </a:ext>
                </a:extLst>
              </p:cNvPr>
              <p:cNvSpPr/>
              <p:nvPr/>
            </p:nvSpPr>
            <p:spPr bwMode="gray">
              <a:xfrm>
                <a:off x="10248183" y="2069838"/>
                <a:ext cx="172529" cy="158739"/>
              </a:xfrm>
              <a:prstGeom prst="ellipse">
                <a:avLst/>
              </a:prstGeom>
              <a:ln w="19050">
                <a:solidFill>
                  <a:srgbClr val="C35500"/>
                </a:solidFill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A6A9C26-BD4D-3E15-80E4-FB12F5168805}"/>
                  </a:ext>
                </a:extLst>
              </p:cNvPr>
              <p:cNvCxnSpPr>
                <a:stCxn id="123" idx="2"/>
                <a:endCxn id="116" idx="3"/>
              </p:cNvCxnSpPr>
              <p:nvPr/>
            </p:nvCxnSpPr>
            <p:spPr>
              <a:xfrm flipH="1">
                <a:off x="10062780" y="2149208"/>
                <a:ext cx="185403" cy="0"/>
              </a:xfrm>
              <a:prstGeom prst="line">
                <a:avLst/>
              </a:prstGeom>
              <a:ln w="19050">
                <a:solidFill>
                  <a:srgbClr val="C355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C916C5D4-8559-4C47-A7A1-1228ACED801D}"/>
                </a:ext>
              </a:extLst>
            </p:cNvPr>
            <p:cNvGrpSpPr/>
            <p:nvPr/>
          </p:nvGrpSpPr>
          <p:grpSpPr>
            <a:xfrm>
              <a:off x="8581716" y="2002308"/>
              <a:ext cx="401064" cy="276546"/>
              <a:chOff x="8581716" y="2002308"/>
              <a:chExt cx="401064" cy="276546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6B18B03-3803-2405-161B-429E5083AA67}"/>
                  </a:ext>
                </a:extLst>
              </p:cNvPr>
              <p:cNvGrpSpPr/>
              <p:nvPr/>
            </p:nvGrpSpPr>
            <p:grpSpPr>
              <a:xfrm flipH="1">
                <a:off x="8624848" y="2062442"/>
                <a:ext cx="357932" cy="158739"/>
                <a:chOff x="10062780" y="2069838"/>
                <a:chExt cx="357932" cy="158739"/>
              </a:xfrm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4B8F0AA4-EEAF-1EB2-30FF-2F9E9359159D}"/>
                    </a:ext>
                  </a:extLst>
                </p:cNvPr>
                <p:cNvSpPr/>
                <p:nvPr/>
              </p:nvSpPr>
              <p:spPr bwMode="gray">
                <a:xfrm>
                  <a:off x="10248183" y="2069838"/>
                  <a:ext cx="172529" cy="158739"/>
                </a:xfrm>
                <a:prstGeom prst="ellipse">
                  <a:avLst/>
                </a:prstGeom>
                <a:ln w="19050">
                  <a:solidFill>
                    <a:srgbClr val="C35500"/>
                  </a:solidFill>
                  <a:headEnd/>
                  <a:tailEnd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89979" tIns="71983" rIns="89979" bIns="71983" rtlCol="0" anchor="ctr"/>
                <a:lstStyle/>
                <a:p>
                  <a:pPr algn="ctr" defTabSz="914217"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endParaRPr lang="de-DE" sz="2000" kern="0" dirty="0" err="1"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8EF6E105-48F3-E5AE-3CC1-8F7996E4A919}"/>
                    </a:ext>
                  </a:extLst>
                </p:cNvPr>
                <p:cNvCxnSpPr>
                  <a:stCxn id="121" idx="2"/>
                </p:cNvCxnSpPr>
                <p:nvPr/>
              </p:nvCxnSpPr>
              <p:spPr>
                <a:xfrm flipH="1">
                  <a:off x="10062780" y="2149208"/>
                  <a:ext cx="185403" cy="0"/>
                </a:xfrm>
                <a:prstGeom prst="line">
                  <a:avLst/>
                </a:prstGeom>
                <a:ln w="19050">
                  <a:solidFill>
                    <a:srgbClr val="C355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7043838-C5DE-5B71-D532-21A1EED926AF}"/>
                  </a:ext>
                </a:extLst>
              </p:cNvPr>
              <p:cNvSpPr/>
              <p:nvPr/>
            </p:nvSpPr>
            <p:spPr bwMode="gray">
              <a:xfrm>
                <a:off x="8581716" y="2002308"/>
                <a:ext cx="129396" cy="276546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35500"/>
                </a:solidFill>
                <a:miter lim="800000"/>
                <a:headEnd/>
                <a:tailEnd/>
              </a:ln>
            </p:spPr>
            <p:txBody>
              <a:bodyPr lIns="89979" tIns="71983" rIns="89979" bIns="71983" rtlCol="0" anchor="ctr"/>
              <a:lstStyle/>
              <a:p>
                <a:pPr algn="ctr" defTabSz="914217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de-DE" sz="2000" kern="0" dirty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</p:grpSp>
      </p:grpSp>
      <p:cxnSp>
        <p:nvCxnSpPr>
          <p:cNvPr id="3" name="Elbow Connector 82">
            <a:extLst>
              <a:ext uri="{FF2B5EF4-FFF2-40B4-BE49-F238E27FC236}">
                <a16:creationId xmlns:a16="http://schemas.microsoft.com/office/drawing/2014/main" id="{90640702-6E60-D1F4-F156-B5B66B6939B1}"/>
              </a:ext>
            </a:extLst>
          </p:cNvPr>
          <p:cNvCxnSpPr/>
          <p:nvPr/>
        </p:nvCxnSpPr>
        <p:spPr>
          <a:xfrm flipH="1" flipV="1">
            <a:off x="6922372" y="3423670"/>
            <a:ext cx="1088591" cy="1203795"/>
          </a:xfrm>
          <a:prstGeom prst="bentConnector3">
            <a:avLst>
              <a:gd name="adj1" fmla="val 55111"/>
            </a:avLst>
          </a:prstGeom>
          <a:ln w="6350">
            <a:solidFill>
              <a:srgbClr val="C355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665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3189-2CE4-4453-E3F1-3279668B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49" y="612899"/>
            <a:ext cx="11186476" cy="369332"/>
          </a:xfrm>
        </p:spPr>
        <p:txBody>
          <a:bodyPr/>
          <a:lstStyle/>
          <a:p>
            <a:r>
              <a:rPr lang="en-US" dirty="0"/>
              <a:t>HDI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271F56-9F00-42D6-B40A-A2509A7DA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390" y="1992190"/>
            <a:ext cx="2963775" cy="4504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F03CB1-7718-46A4-A3CF-3D980236B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685" y="2981955"/>
            <a:ext cx="2370375" cy="798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713029-13BC-4A53-816B-F2F2B261E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601" y="3908233"/>
            <a:ext cx="2347800" cy="131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EA85F9-97F7-460A-B408-3F570A671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543" y="2142485"/>
            <a:ext cx="3770025" cy="759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486E76-74B3-4FDC-9B6D-F07E21184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851" y="1661779"/>
            <a:ext cx="1251300" cy="1597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EF7787-0513-469B-8228-9119A02C6C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025" y="1992190"/>
            <a:ext cx="3412050" cy="291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0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5FC8B0EE-D54F-AA40-25E2-7220B316C493}"/>
              </a:ext>
            </a:extLst>
          </p:cNvPr>
          <p:cNvSpPr txBox="1">
            <a:spLocks/>
          </p:cNvSpPr>
          <p:nvPr/>
        </p:nvSpPr>
        <p:spPr>
          <a:xfrm>
            <a:off x="731520" y="374318"/>
            <a:ext cx="11186476" cy="615553"/>
          </a:xfrm>
          <a:prstGeom prst="rect">
            <a:avLst/>
          </a:prstGeom>
        </p:spPr>
        <p:txBody>
          <a:bodyPr/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Why choose HDI Container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ED66A-0FF4-D9B1-B16C-A5F1169C4D1B}"/>
              </a:ext>
            </a:extLst>
          </p:cNvPr>
          <p:cNvSpPr txBox="1"/>
          <p:nvPr/>
        </p:nvSpPr>
        <p:spPr>
          <a:xfrm>
            <a:off x="731520" y="989871"/>
            <a:ext cx="1069848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Developers define all database objects by </a:t>
            </a:r>
            <a:r>
              <a:rPr lang="en-US" sz="2000" b="1" i="0" u="none" strike="noStrike" baseline="0" dirty="0">
                <a:solidFill>
                  <a:srgbClr val="0D0032"/>
                </a:solidFill>
                <a:latin typeface="+mn-lt"/>
              </a:rPr>
              <a:t>source files</a:t>
            </a:r>
            <a:br>
              <a:rPr lang="en-US" sz="800" b="1" i="0" u="none" strike="noStrike" baseline="0" dirty="0">
                <a:solidFill>
                  <a:srgbClr val="0D0032"/>
                </a:solidFill>
                <a:latin typeface="+mn-lt"/>
              </a:rPr>
            </a:br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The source files are used to </a:t>
            </a:r>
            <a:r>
              <a:rPr lang="en-US" sz="2000" b="1" i="0" u="none" strike="noStrike" baseline="0" dirty="0">
                <a:solidFill>
                  <a:srgbClr val="0D0032"/>
                </a:solidFill>
                <a:latin typeface="+mn-lt"/>
              </a:rPr>
              <a:t>generate and deploy </a:t>
            </a: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the run-time object to the container</a:t>
            </a:r>
            <a:br>
              <a:rPr lang="en-US" sz="800" b="0" i="0" u="none" strike="noStrike" baseline="0" dirty="0">
                <a:solidFill>
                  <a:srgbClr val="0D0032"/>
                </a:solidFill>
                <a:latin typeface="+mn-lt"/>
              </a:rPr>
            </a:br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Supports most </a:t>
            </a:r>
            <a:r>
              <a:rPr lang="en-US" sz="2000" b="1" i="0" u="none" strike="noStrike" baseline="0" dirty="0">
                <a:solidFill>
                  <a:srgbClr val="0D0032"/>
                </a:solidFill>
                <a:latin typeface="+mn-lt"/>
              </a:rPr>
              <a:t>standard database artifacts</a:t>
            </a: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, like Tables, Procedures, Views, Roles</a:t>
            </a:r>
            <a:br>
              <a:rPr lang="en-US" sz="800" b="0" i="0" u="none" strike="noStrike" baseline="0" dirty="0">
                <a:solidFill>
                  <a:srgbClr val="0D0032"/>
                </a:solidFill>
                <a:latin typeface="+mn-lt"/>
              </a:rPr>
            </a:br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Support for </a:t>
            </a:r>
            <a:r>
              <a:rPr lang="en-US" sz="2000" b="1" i="0" u="none" strike="noStrike" baseline="0" dirty="0">
                <a:solidFill>
                  <a:srgbClr val="0D0032"/>
                </a:solidFill>
                <a:latin typeface="+mn-lt"/>
              </a:rPr>
              <a:t>advanced HANA artifacts</a:t>
            </a: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, like Calculation Views, Flowgraphs, etc.</a:t>
            </a:r>
            <a:br>
              <a:rPr lang="en-US" sz="800" b="0" i="0" u="none" strike="noStrike" baseline="0" dirty="0">
                <a:solidFill>
                  <a:srgbClr val="0D0032"/>
                </a:solidFill>
                <a:latin typeface="+mn-lt"/>
              </a:rPr>
            </a:br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Determines </a:t>
            </a:r>
            <a:r>
              <a:rPr lang="en-US" sz="2000" b="1" i="0" u="none" strike="noStrike" baseline="0" dirty="0">
                <a:solidFill>
                  <a:srgbClr val="0D0032"/>
                </a:solidFill>
                <a:latin typeface="+mn-lt"/>
              </a:rPr>
              <a:t>correct deployment order</a:t>
            </a:r>
            <a:br>
              <a:rPr lang="en-US" sz="800" b="1" i="0" u="none" strike="noStrike" baseline="0" dirty="0">
                <a:solidFill>
                  <a:srgbClr val="0D0032"/>
                </a:solidFill>
                <a:latin typeface="+mn-lt"/>
              </a:rPr>
            </a:br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u="none" strike="noStrike" baseline="0" dirty="0">
                <a:solidFill>
                  <a:srgbClr val="0D0032"/>
                </a:solidFill>
                <a:latin typeface="+mn-lt"/>
              </a:rPr>
              <a:t>Re-deployment </a:t>
            </a: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of dependent artifacts</a:t>
            </a:r>
            <a:br>
              <a:rPr lang="en-US" sz="800" b="0" i="0" u="none" strike="noStrike" baseline="0" dirty="0">
                <a:solidFill>
                  <a:srgbClr val="0D0032"/>
                </a:solidFill>
                <a:latin typeface="+mn-lt"/>
              </a:rPr>
            </a:br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u="none" strike="noStrike" baseline="0" dirty="0">
                <a:solidFill>
                  <a:srgbClr val="0D0032"/>
                </a:solidFill>
                <a:latin typeface="+mn-lt"/>
              </a:rPr>
              <a:t>Transactional </a:t>
            </a: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all-or-nothing principle / Strong</a:t>
            </a:r>
            <a:r>
              <a:rPr lang="en-US" sz="2000" dirty="0">
                <a:solidFill>
                  <a:srgbClr val="0D0032"/>
                </a:solidFill>
                <a:latin typeface="+mn-lt"/>
              </a:rPr>
              <a:t> guarantee of </a:t>
            </a:r>
            <a:r>
              <a:rPr lang="en-US" sz="2000" b="1" dirty="0">
                <a:solidFill>
                  <a:srgbClr val="0D0032"/>
                </a:solidFill>
                <a:latin typeface="+mn-lt"/>
              </a:rPr>
              <a:t>consistency</a:t>
            </a:r>
            <a:b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</a:br>
            <a:endParaRPr lang="en-US" sz="2000" b="0" i="0" u="none" strike="noStrike" baseline="0" dirty="0">
              <a:solidFill>
                <a:srgbClr val="0D003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D0032"/>
                </a:solidFill>
                <a:latin typeface="+mn-lt"/>
              </a:rPr>
              <a:t>Can be generated from higher-level language like CAP CDS</a:t>
            </a:r>
          </a:p>
        </p:txBody>
      </p:sp>
    </p:spTree>
    <p:extLst>
      <p:ext uri="{BB962C8B-B14F-4D97-AF65-F5344CB8AC3E}">
        <p14:creationId xmlns:p14="http://schemas.microsoft.com/office/powerpoint/2010/main" val="322838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BA41-FDC3-667D-8499-309253EEE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There is still more to this (HDI) world</a:t>
            </a:r>
          </a:p>
        </p:txBody>
      </p:sp>
    </p:spTree>
    <p:extLst>
      <p:ext uri="{BB962C8B-B14F-4D97-AF65-F5344CB8AC3E}">
        <p14:creationId xmlns:p14="http://schemas.microsoft.com/office/powerpoint/2010/main" val="2989041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63E134-7B61-3A0A-1564-7680C6B7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this is the end of my Talk …</a:t>
            </a:r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B07A210F-3A83-6C9C-B38D-4AD1DD037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8422" b="28422"/>
          <a:stretch>
            <a:fillRect/>
          </a:stretch>
        </p:blipFill>
        <p:spPr>
          <a:xfrm>
            <a:off x="504001" y="1558231"/>
            <a:ext cx="11185525" cy="3146608"/>
          </a:xfr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AC1E425A-E183-023E-BFC2-A0A470FA771C}"/>
              </a:ext>
            </a:extLst>
          </p:cNvPr>
          <p:cNvSpPr txBox="1">
            <a:spLocks/>
          </p:cNvSpPr>
          <p:nvPr/>
        </p:nvSpPr>
        <p:spPr bwMode="black">
          <a:xfrm>
            <a:off x="503050" y="5340253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… and perhaps also the beginning of your HDI journey.</a:t>
            </a:r>
          </a:p>
        </p:txBody>
      </p:sp>
    </p:spTree>
    <p:extLst>
      <p:ext uri="{BB962C8B-B14F-4D97-AF65-F5344CB8AC3E}">
        <p14:creationId xmlns:p14="http://schemas.microsoft.com/office/powerpoint/2010/main" val="77680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F7117E-15CD-54C6-0889-3BD67DE0E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" y="1539875"/>
            <a:ext cx="5413477" cy="846386"/>
          </a:xfrm>
        </p:spPr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4" name="Spaker email - Dynamic" descr="{&quot;templafy&quot;:{&quot;id&quot;:&quot;4d0d8233-44ac-4138-a545-950a9078df43&quot;}}">
            <a:extLst>
              <a:ext uri="{FF2B5EF4-FFF2-40B4-BE49-F238E27FC236}">
                <a16:creationId xmlns:a16="http://schemas.microsoft.com/office/drawing/2014/main" id="{E8CBF4DD-15EB-47C8-94C8-492FB092CB97}"/>
              </a:ext>
            </a:extLst>
          </p:cNvPr>
          <p:cNvSpPr txBox="1"/>
          <p:nvPr/>
        </p:nvSpPr>
        <p:spPr>
          <a:xfrm>
            <a:off x="498475" y="3429000"/>
            <a:ext cx="5402236" cy="11637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endParaRPr lang="en-US" sz="8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endParaRPr lang="en-US" sz="8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endParaRPr lang="en-US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</a:rPr>
              <a:t>Rebecca Fondermann</a:t>
            </a:r>
            <a:br>
              <a:rPr lang="en-US" sz="800" dirty="0">
                <a:solidFill>
                  <a:schemeClr val="tx1"/>
                </a:solidFill>
                <a:latin typeface="72 Brand" panose="020B0504030603020204" pitchFamily="34" charset="0"/>
              </a:rPr>
            </a:br>
            <a:endParaRPr lang="en-US" sz="800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72 Brand" panose="020B0504030603020204" pitchFamily="34" charset="0"/>
              </a:rPr>
              <a:t>mail: </a:t>
            </a:r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  <a:hlinkClick r:id="rId5"/>
              </a:rPr>
              <a:t>rebecca.fondermann@sap.com</a:t>
            </a:r>
            <a:endParaRPr lang="en-US" sz="1400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br>
              <a:rPr lang="en-US" sz="800" b="1" i="0" u="none" strike="noStrike" dirty="0">
                <a:effectLst/>
                <a:latin typeface="+mn-lt"/>
              </a:rPr>
            </a:br>
            <a:r>
              <a:rPr lang="en-US" sz="1400" b="1" i="0" u="none" strike="noStrike" dirty="0">
                <a:effectLst/>
                <a:latin typeface="+mn-lt"/>
              </a:rPr>
              <a:t>LinkedIn: </a:t>
            </a:r>
            <a:r>
              <a:rPr lang="en-US" sz="1400" i="0" u="none" strike="noStrike" dirty="0">
                <a:effectLst/>
                <a:latin typeface="+mn-lt"/>
              </a:rPr>
              <a:t>rebecca-fondermann-42859a154</a:t>
            </a:r>
            <a:endParaRPr lang="en-US" sz="1400" i="0" u="none" strike="noStrike" dirty="0">
              <a:effectLst/>
              <a:latin typeface="+mn-lt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endParaRPr lang="en-US" sz="1400" dirty="0">
              <a:solidFill>
                <a:schemeClr val="tx1"/>
              </a:solidFill>
              <a:latin typeface="72 Brand" panose="020B0504030603020204" pitchFamily="34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60872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327696-ACA2-2A1F-AF78-8A37A531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640" y="634629"/>
            <a:ext cx="3189225" cy="1107996"/>
          </a:xfrm>
        </p:spPr>
        <p:txBody>
          <a:bodyPr/>
          <a:lstStyle/>
          <a:p>
            <a:r>
              <a:rPr lang="en-US" sz="7200" dirty="0"/>
              <a:t>Q&amp;A</a:t>
            </a:r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8EC69617-95B5-0B12-508B-CBBCA1DC8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4710" y="755778"/>
            <a:ext cx="4873201" cy="4873201"/>
          </a:xfrm>
        </p:spPr>
      </p:pic>
      <p:sp>
        <p:nvSpPr>
          <p:cNvPr id="6" name="Spaker email - Dynamic" descr="{&quot;templafy&quot;:{&quot;id&quot;:&quot;4d0d8233-44ac-4138-a545-950a9078df43&quot;}}">
            <a:extLst>
              <a:ext uri="{FF2B5EF4-FFF2-40B4-BE49-F238E27FC236}">
                <a16:creationId xmlns:a16="http://schemas.microsoft.com/office/drawing/2014/main" id="{1322C8D1-D7FD-7186-8293-429569ED9D57}"/>
              </a:ext>
            </a:extLst>
          </p:cNvPr>
          <p:cNvSpPr txBox="1"/>
          <p:nvPr/>
        </p:nvSpPr>
        <p:spPr>
          <a:xfrm>
            <a:off x="1014640" y="3192378"/>
            <a:ext cx="5402236" cy="22542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endParaRPr lang="en-US" sz="8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endParaRPr lang="en-US" sz="8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endParaRPr lang="en-US" sz="1400" b="1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endParaRPr lang="en-US" sz="1400" dirty="0">
              <a:solidFill>
                <a:schemeClr val="tx1"/>
              </a:solidFill>
              <a:latin typeface="72 Brand" panose="020B0504030603020204" pitchFamily="34" charset="0"/>
            </a:endParaRPr>
          </a:p>
          <a:p>
            <a:pPr algn="l"/>
            <a:r>
              <a:rPr lang="en-US" sz="1800" dirty="0">
                <a:latin typeface="+mn-lt"/>
              </a:rPr>
              <a:t>Contact information: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Rebecca Fondermann</a:t>
            </a: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+mn-lt"/>
              </a:rPr>
              <a:t>mail: </a:t>
            </a:r>
            <a:r>
              <a:rPr lang="en-US" sz="1800" dirty="0">
                <a:solidFill>
                  <a:schemeClr val="tx1"/>
                </a:solidFill>
                <a:latin typeface="+mn-lt"/>
                <a:hlinkClick r:id="rId3"/>
              </a:rPr>
              <a:t>rebecca.fondermann@sap.com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algn="l"/>
            <a:br>
              <a:rPr lang="en-US" sz="1800" b="1" i="0" u="none" strike="noStrike" dirty="0">
                <a:effectLst/>
                <a:latin typeface="+mn-lt"/>
              </a:rPr>
            </a:br>
            <a:r>
              <a:rPr lang="en-US" sz="1800" b="1" i="0" u="none" strike="noStrike" dirty="0">
                <a:effectLst/>
                <a:latin typeface="+mn-lt"/>
              </a:rPr>
              <a:t>LinkedIn: </a:t>
            </a:r>
            <a:r>
              <a:rPr lang="en-US" sz="1800" i="0" u="none" strike="noStrike" dirty="0">
                <a:effectLst/>
                <a:latin typeface="+mn-lt"/>
              </a:rPr>
              <a:t>rebecca-fondermann-42859a154</a:t>
            </a:r>
            <a:endParaRPr lang="en-US" sz="1800" i="0" u="none" strike="noStrike" dirty="0">
              <a:effectLst/>
              <a:latin typeface="+mn-lt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endParaRPr lang="en-US" sz="1400" dirty="0">
              <a:solidFill>
                <a:schemeClr val="tx1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919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 2024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TemplateConfiguration><![CDATA[{"elementsMetadata":[{"type":"shape","id":"529c8e10-3af1-4b50-b052-b19d2fefb2db","elementConfiguration":{"binding":"{{ DataSources.Classification[Form.Classification.Name].Display}}","type":"text","disableUpdates":false}},{"type":"shape","id":"65292e6a-bf6d-4637-a971-7508062dfcb2","elementConfiguration":{"inheritDimensions":"{{InheritDimensions.InheritNone}}","width":"","height":"1 cm","image":"{{Form.SAPLogo.SubbrandBlue}}","visibility":"","type":"image","disableUpdates":false}},{"type":"shape","id":"12beec0b-1364-4f5d-bd8a-d540c1709a04","elementConfiguration":{"binding":"{{Form.Classification.Display}}","visibility":"","type":"text","disableUpdates":false}},{"type":"shape","id":"4f6ecf5f-b4df-46b4-8102-166269e7d967","elementConfiguration":{"binding":"{{Form.Classification.Display}}","visibility":"","type":"text","disableUpdates":false}},{"type":"shape","id":"634d6196-01ca-469f-858a-bba6d2cc99d8","elementConfiguration":{"inheritDimensions":"{{InheritDimensions.InheritNone}}","width":"","height":"1 cm","image":"{{Form.SAPLogo.SubbrandBlack}}","visibility":"","type":"image","disableUpdates":false}},{"type":"shape","id":"b683ec89-ed03-4453-aade-c7d4ea64797b","elementConfiguration":{"inheritDimensions":"{{InheritDimensions.InheritNone}}","width":"","height":"1 cm","image":"{{Form.SAPLogo.SubbrandWhite}}","visibility":"","type":"image","disableUpdates":false}},{"type":"shape","id":"30a96659-3266-4163-9cbe-a45ae17eb1e6","elementConfiguration":{"binding":"{{Form.Classification.Display}}","visibility":"","type":"text","disableUpdates":false}},{"type":"shape","id":"70e3d8fe-ee69-4bde-ab73-ded3d9ba117a","elementConfiguration":{"inheritDimensions":"{{InheritDimensions.InheritNone}}","width":"","height":"1 cm","image":"{{Form.SAPLogo.SubbrandBlue}}","visibility":"","type":"image","disableUpdates":false}},{"type":"shape","id":"c2b79768-fbd3-401c-bc79-e9762af0acaa","elementConfiguration":{"binding":"{{Form.Classification.Display}}","visibility":"","type":"text","disableUpdates":false}},{"type":"shape","id":"bc74d1ef-f636-4121-a9f2-da6648e426ac","elementConfiguration":{"inheritDimensions":"{{InheritDimensions.InheritNone}}","width":"","height":"1 cm","image":"{{Form.SAPLogo.SubbrandBlue}}","visibility":"","type":"image","disableUpdates":false}},{"type":"shape","id":"740062df-570a-4243-994e-e085d8bec0dd","elementConfiguration":{"binding":"{{Form.Classification.Display}}","visibility":"","type":"text","disableUpdates":false}},{"type":"shape","id":"6c6cab43-b329-48f1-8ced-fc963ce80e09","elementConfiguration":{"inheritDimensions":"{{InheritDimensions.InheritNone}}","width":"","height":"1 cm","image":"{{Form.SAPLogo.SubbrandBlue}}","visibility":"","type":"image","disableUpdates":false}},{"type":"shape","id":"4e9d8830-5a48-4a8d-8294-394999bf133e","elementConfiguration":{"binding":"{{Form.Classification.Display}}","visibility":"","type":"text","disableUpdates":false}},{"type":"shape","id":"73e0cfac-2772-48ca-83d2-c8ce80dfed63","elementConfiguration":{"inheritDimensions":"{{InheritDimensions.InheritNone}}","width":"","height":"1 cm","image":"{{Form.SAPLogo.SubbrandWhite}}","visibility":"","type":"image","disableUpdates":false}},{"type":"shape","id":"2153138e-d0fd-43f7-9f2c-7e11c09edfa0","elementConfiguration":{"binding":"{{Form.Classification.Display}}","visibility":"","type":"text","disableUpdates":false}},{"type":"shape","id":"8d73bf86-ea99-44b6-b807-957f99a43697","elementConfiguration":{"binding":"{{DataSources.PPTCopyRight[\"Slide 5 copyright\"].CopyrightMessage}}","visibility":"","type":"text","disableUpdates":false}},{"type":"shape","id":"6cc68836-a346-496a-9215-2a00fa798ecf","elementConfiguration":{"inheritDimensions":"{{InheritDimensions.InheritNone}}","width":"","height":"1 cm","image":"{{Form.SAPLogo.SubbrandBlack}}","visibility":"","type":"image","disableUpdates":false}},{"type":"shape","id":"7b1b2847-9769-40f6-9137-66bb7905b113","elementConfiguration":{"binding":"{{Form.Classification.Display}}","visibility":"","type":"text","disableUpdates":false}},{"type":"shape","id":"a2388434-79a5-4b48-8530-9a3095b06a3d","elementConfiguration":{"inheritDimensions":"{{InheritDimensions.InheritNone}}","width":"","height":"1 cm","image":"{{Form.SAPLogo.SubbrandWhite}}","visibility":"","type":"image","disableUpdates":false}},{"type":"shape","id":"41e24988-4c80-4452-9058-00ac3061e870","elementConfiguration":{"binding":"{{Form.Classification.Display}}","visibility":"","type":"text","disableUpdates":false}},{"type":"shape","id":"9c524bf9-8695-42e6-a4e9-47a34416332c","elementConfiguration":{"inheritDimensions":"{{InheritDimensions.InheritNone}}","width":"","height":"1 cm","image":"{{Form.SAPLogo.SubbrandBlack}}","visibility":"","type":"image","disableUpdates":false}},{"type":"shape","id":"3cf83eff-c170-4116-a4cf-38befd2e7da6","elementConfiguration":{"binding":"{{Form.Classification.Display}}","visibility":"","type":"text","disableUpdates":false}},{"type":"shape","id":"2a35d754-6f4f-4ad6-b81d-fa5c7ed54a37","elementConfiguration":{"inheritDimensions":"{{InheritDimensions.InheritNone}}","width":"","height":"1 cm","image":"{{Form.SAPLogo.SubbrandWhite}}","visibility":"","type":"image","disableUpdates":false}},{"type":"shape","id":"78c01814-6a34-4ae4-905e-a3508cceae33","elementConfiguration":{"binding":"{{Form.Classification.Display}}","visibility":"","type":"text","disableUpdates":false}},{"type":"shape","id":"34c56c30-c3f8-4fed-bae6-675eca41403b","elementConfiguration":{"inheritDimensions":"{{InheritDimensions.InheritNone}}","width":"","height":"1 cm","image":"{{Form.SAPLogo.SubbrandWhite}}","visibility":"","type":"image","disableUpdates":false}},{"type":"shape","id":"94561e7e-1763-43f6-bdbe-c73a92eff150","elementConfiguration":{"binding":"{{Form.Classification.Display}}","visibility":"","type":"text","disableUpdates":false}}],"transformationConfigurations":[],"templateName":"Blank - PowerPoint_20240709","templateDescription":"","enableDocumentContentUpdater":true,"version":"2.0"}]]></Templafy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sponsibleContact xmlns="47fc58d8-9f4b-4bc8-b278-c3cb6f298023">
      <UserInfo>
        <DisplayName/>
        <AccountId xsi:nil="true"/>
        <AccountType/>
      </UserInfo>
    </ResponsibleContact>
  </documentManagement>
</p:properties>
</file>

<file path=customXml/item4.xml><?xml version="1.0" encoding="utf-8"?>
<TemplafySlideTemplateConfiguration><![CDATA[{"slideVersion":1,"isValidatorEnabled":false,"isLocked":false,"elementsMetadata":[],"slideId":"953956199819640832","enableDocumentContentUpdater":false,"version":"2.0"}]]></TemplafySlideTemplateConfiguration>
</file>

<file path=customXml/item5.xml><?xml version="1.0" encoding="utf-8"?>
<TemplafyFormConfiguration><![CDATA[{"formFields":[{"distinct":false,"hideIfNoUserInteractionRequired":false,"required":false,"defaultValue":" SAP Corporate","autoSelectFirstOption":false,"shareValue":false,"type":"dropDown","dataSourceName":"PPTSubBrandLogos2023","dataSourceFieldName":"Name","name":"SAPLogo","label":"Select Template"},{"distinct":false,"hideIfNoUserInteractionRequired":false,"required":false,"defaultValue":"INTERNAL - SAP Only","autoSelectFirstOption":false,"shareValue":false,"type":"dropDown","dataSourceName":"Classification","dataSourceFieldName":"Name","name":"Classification","label":"Select Classification"}],"formDataEntries":[{"name":"SAPLogo","value":"sAcrb+sLn2F3uLNpSQUKo+H3+8qi677Fl4P3QTR/kpw="},{"name":"Classification","value":"bNSU3Pw4Gyc4shCtJaykrx0wvtlxo5J8zr5MhVcSZRA="}]}]]></Templafy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5F0F9DCBF1E94796646FCF98A7C072" ma:contentTypeVersion="13" ma:contentTypeDescription="Create a new document." ma:contentTypeScope="" ma:versionID="5b306df2387467d165757eb5a8cdddaa">
  <xsd:schema xmlns:xsd="http://www.w3.org/2001/XMLSchema" xmlns:xs="http://www.w3.org/2001/XMLSchema" xmlns:p="http://schemas.microsoft.com/office/2006/metadata/properties" xmlns:ns2="0e00d59e-b0d2-4e67-be34-67e465b0fbed" xmlns:ns3="47fc58d8-9f4b-4bc8-b278-c3cb6f298023" targetNamespace="http://schemas.microsoft.com/office/2006/metadata/properties" ma:root="true" ma:fieldsID="eebd9c38828bcd412c0ba6e1c1867684" ns2:_="" ns3:_="">
    <xsd:import namespace="0e00d59e-b0d2-4e67-be34-67e465b0fbed"/>
    <xsd:import namespace="47fc58d8-9f4b-4bc8-b278-c3cb6f2980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ResponsibleContact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c58d8-9f4b-4bc8-b278-c3cb6f2980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ResponsibleContact" ma:index="17" nillable="true" ma:displayName="Responsible Contact" ma:format="Dropdown" ma:list="UserInfo" ma:SharePointGroup="0" ma:internalName="ResponsibleContac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]}]]></TemplafySlideFormConfiguration>
</file>

<file path=customXml/item9.xml><?xml version="1.0" encoding="utf-8"?>
<TemplafySlideTemplateConfiguration><![CDATA[{"slideVersion":18,"isValidatorEnabled":false,"isLocked":false,"elementsMetadata":[{"type":"shape","elementConfiguration":{"binding":"{{Form.SpeakerName}}","type":"text","disableUpdates":false}},{"type":"shape","elementConfiguration":{"binding":"{{Form.Email}}","type":"text","disableUpdates":false}},{"type":"shape","elementConfiguration":{"binding":"{{DataSources.PPTCopyRight[\"Slide 5 copyright\"].CopyrightMessage}}","visibility":"","type":"text","disableUpdates":false}}],"slideId":"638331234103056874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26BBCBB-1894-4E66-BA48-9E91CE3ACBA0}">
  <ds:schemaRefs/>
</ds:datastoreItem>
</file>

<file path=customXml/itemProps2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0e00d59e-b0d2-4e67-be34-67e465b0fbed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47fc58d8-9f4b-4bc8-b278-c3cb6f298023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2E566E46-38D1-4FF6-AC12-AFCFCA15E440}">
  <ds:schemaRefs/>
</ds:datastoreItem>
</file>

<file path=customXml/itemProps5.xml><?xml version="1.0" encoding="utf-8"?>
<ds:datastoreItem xmlns:ds="http://schemas.openxmlformats.org/officeDocument/2006/customXml" ds:itemID="{CC49FFC8-2FF3-4057-96F0-3BCD1A4F0351}">
  <ds:schemaRefs/>
</ds:datastoreItem>
</file>

<file path=customXml/itemProps6.xml><?xml version="1.0" encoding="utf-8"?>
<ds:datastoreItem xmlns:ds="http://schemas.openxmlformats.org/officeDocument/2006/customXml" ds:itemID="{91D4C477-4CBF-4833-A763-167B6759CA65}">
  <ds:schemaRefs/>
</ds:datastoreItem>
</file>

<file path=customXml/itemProps7.xml><?xml version="1.0" encoding="utf-8"?>
<ds:datastoreItem xmlns:ds="http://schemas.openxmlformats.org/officeDocument/2006/customXml" ds:itemID="{B3812128-B7DF-461F-A8F2-831754A1D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47869D81-24A3-1649-A7BC-E604AE89024C}">
  <ds:schemaRefs/>
</ds:datastoreItem>
</file>

<file path=customXml/itemProps9.xml><?xml version="1.0" encoding="utf-8"?>
<ds:datastoreItem xmlns:ds="http://schemas.openxmlformats.org/officeDocument/2006/customXml" ds:itemID="{3E4381A6-8E2C-574D-B48E-536A53B18F6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20969</TotalTime>
  <Words>823</Words>
  <Application>Microsoft Office PowerPoint</Application>
  <PresentationFormat>Custom</PresentationFormat>
  <Paragraphs>129</Paragraphs>
  <Slides>17</Slides>
  <Notes>8</Notes>
  <HiddenSlides>6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72 Brand</vt:lpstr>
      <vt:lpstr>Roboto</vt:lpstr>
      <vt:lpstr>Arial Unicode MS</vt:lpstr>
      <vt:lpstr>Wingdings</vt:lpstr>
      <vt:lpstr>Symbol</vt:lpstr>
      <vt:lpstr>Calibri</vt:lpstr>
      <vt:lpstr>Wingdings</vt:lpstr>
      <vt:lpstr>72 Brand Medium</vt:lpstr>
      <vt:lpstr>Arial</vt:lpstr>
      <vt:lpstr>Courier New</vt:lpstr>
      <vt:lpstr>Consolas</vt:lpstr>
      <vt:lpstr>SAP Template 2024</vt:lpstr>
      <vt:lpstr>HDI – The “magic” behind CAP - How a CAP entity becomes a database artifact with all its dependencies - </vt:lpstr>
      <vt:lpstr>PowerPoint Presentation</vt:lpstr>
      <vt:lpstr>PowerPoint Presentation</vt:lpstr>
      <vt:lpstr>PowerPoint Presentation</vt:lpstr>
      <vt:lpstr>SAP HANA Schemas &amp; HDI Containers</vt:lpstr>
      <vt:lpstr>When to choose Schema or HDI Container?</vt:lpstr>
      <vt:lpstr>HDI object dependencies</vt:lpstr>
      <vt:lpstr>PowerPoint Presentation</vt:lpstr>
      <vt:lpstr>PowerPoint Presentation</vt:lpstr>
      <vt:lpstr>PowerPoint Presentation</vt:lpstr>
      <vt:lpstr>PowerPoint Presentation</vt:lpstr>
      <vt:lpstr>HDI Components</vt:lpstr>
      <vt:lpstr>PowerPoint Presentation</vt:lpstr>
      <vt:lpstr>There is still more to this (HDI) world</vt:lpstr>
      <vt:lpstr>But this is the end of my Talk …</vt:lpstr>
      <vt:lpstr>Thank you.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Fondermann, Rebecca</dc:creator>
  <cp:keywords>2024/16:9/white</cp:keywords>
  <dc:description/>
  <cp:lastModifiedBy>Fondermann, Rebecca</cp:lastModifiedBy>
  <cp:revision>11</cp:revision>
  <dcterms:created xsi:type="dcterms:W3CDTF">2025-07-04T15:34:10Z</dcterms:created>
  <dcterms:modified xsi:type="dcterms:W3CDTF">2025-07-07T13:35:44Z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AuthorEmail">
    <vt:lpwstr>heidi.bitz@sap.com</vt:lpwstr>
  </property>
  <property fmtid="{D5CDD505-2E9C-101B-9397-08002B2CF9AE}" pid="6" name="_AuthorEmailDisplayName">
    <vt:lpwstr>Bitz, Heidi</vt:lpwstr>
  </property>
  <property fmtid="{D5CDD505-2E9C-101B-9397-08002B2CF9AE}" pid="7" name="_PreviousAdHocReviewCycleID">
    <vt:i4>1357826825</vt:i4>
  </property>
  <property fmtid="{D5CDD505-2E9C-101B-9397-08002B2CF9AE}" pid="8" name="ContentTypeId">
    <vt:lpwstr>0x010100615F0F9DCBF1E94796646FCF98A7C072</vt:lpwstr>
  </property>
  <property fmtid="{D5CDD505-2E9C-101B-9397-08002B2CF9AE}" pid="9" name="TemplafyTimeStamp">
    <vt:lpwstr>2024-07-09T08:38:38</vt:lpwstr>
  </property>
  <property fmtid="{D5CDD505-2E9C-101B-9397-08002B2CF9AE}" pid="10" name="TemplafyTenantId">
    <vt:lpwstr>sap</vt:lpwstr>
  </property>
  <property fmtid="{D5CDD505-2E9C-101B-9397-08002B2CF9AE}" pid="11" name="TemplafyTemplateId">
    <vt:lpwstr>953956191151325618</vt:lpwstr>
  </property>
  <property fmtid="{D5CDD505-2E9C-101B-9397-08002B2CF9AE}" pid="12" name="TemplafyUserProfileId">
    <vt:lpwstr>637709145830498473</vt:lpwstr>
  </property>
  <property fmtid="{D5CDD505-2E9C-101B-9397-08002B2CF9AE}" pid="13" name="TemplafyLanguageCode">
    <vt:lpwstr>en-US</vt:lpwstr>
  </property>
  <property fmtid="{D5CDD505-2E9C-101B-9397-08002B2CF9AE}" pid="14" name="TemplafyFromBlank">
    <vt:bool>true</vt:bool>
  </property>
</Properties>
</file>