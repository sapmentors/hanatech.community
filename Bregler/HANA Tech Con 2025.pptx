
<file path=[Content_Types].xml><?xml version="1.0" encoding="utf-8"?>
<Types xmlns="http://schemas.openxmlformats.org/package/2006/content-types">
  <Default Extension="bin" ContentType="image/png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12"/>
  </p:sldMasterIdLst>
  <p:notesMasterIdLst>
    <p:notesMasterId r:id="rId23"/>
  </p:notesMasterIdLst>
  <p:handoutMasterIdLst>
    <p:handoutMasterId r:id="rId24"/>
  </p:handoutMasterIdLst>
  <p:sldIdLst>
    <p:sldId id="402" r:id="rId13"/>
    <p:sldId id="436" r:id="rId14"/>
    <p:sldId id="2060" r:id="rId15"/>
    <p:sldId id="2061" r:id="rId16"/>
    <p:sldId id="2062" r:id="rId17"/>
    <p:sldId id="2063" r:id="rId18"/>
    <p:sldId id="2064" r:id="rId19"/>
    <p:sldId id="2065" r:id="rId20"/>
    <p:sldId id="449" r:id="rId21"/>
    <p:sldId id="2059" r:id="rId22"/>
  </p:sldIdLst>
  <p:sldSz cx="12195175" cy="6858000"/>
  <p:notesSz cx="6858000" cy="9144000"/>
  <p:embeddedFontLst>
    <p:embeddedFont>
      <p:font typeface="72 Brand" panose="020B0604020202020204" charset="0"/>
      <p:regular r:id="rId25"/>
      <p:bold r:id="rId26"/>
      <p:italic r:id="rId27"/>
      <p:boldItalic r:id="rId28"/>
    </p:embeddedFont>
    <p:embeddedFont>
      <p:font typeface="72 Brand Medium" panose="020B0604020202020204" charset="0"/>
      <p:regular r:id="rId29"/>
      <p:bold r:id="rId30"/>
      <p:italic r:id="rId31"/>
      <p:boldItalic r:id="rId32"/>
    </p:embeddedFont>
  </p:embeddedFontLst>
  <p:custDataLst>
    <p:tags r:id="rId33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1" userDrawn="1">
          <p15:clr>
            <a:srgbClr val="A4A3A4"/>
          </p15:clr>
        </p15:guide>
        <p15:guide id="2" orient="horz" pos="3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1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08B23D-4DA6-4E0A-9A9E-CB65FA3C4C3B}" v="216" dt="2025-07-09T14:34:22.534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350" autoAdjust="0"/>
  </p:normalViewPr>
  <p:slideViewPr>
    <p:cSldViewPr snapToGrid="0" showGuides="1">
      <p:cViewPr varScale="1">
        <p:scale>
          <a:sx n="133" d="100"/>
          <a:sy n="133" d="100"/>
        </p:scale>
        <p:origin x="374" y="82"/>
      </p:cViewPr>
      <p:guideLst>
        <p:guide pos="3841"/>
        <p:guide orient="horz" pos="33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2" d="100"/>
          <a:sy n="92" d="100"/>
        </p:scale>
        <p:origin x="4008" y="168"/>
      </p:cViewPr>
      <p:guideLst>
        <p:guide orient="horz" pos="2880"/>
        <p:guide pos="2160"/>
      </p:guideLst>
    </p:cSldViewPr>
  </p:notesViewPr>
  <p:gridSpacing cx="936117" cy="93611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font" Target="fonts/font2.fntdata"/><Relationship Id="rId39" Type="http://schemas.microsoft.com/office/2015/10/relationships/revisionInfo" Target="revisionInfo.xml"/><Relationship Id="rId21" Type="http://schemas.openxmlformats.org/officeDocument/2006/relationships/slide" Target="slides/slide9.xml"/><Relationship Id="rId34" Type="http://schemas.openxmlformats.org/officeDocument/2006/relationships/presProps" Target="presProps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1.xml"/><Relationship Id="rId17" Type="http://schemas.openxmlformats.org/officeDocument/2006/relationships/slide" Target="slides/slide5.xml"/><Relationship Id="rId25" Type="http://schemas.openxmlformats.org/officeDocument/2006/relationships/font" Target="fonts/font1.fntdata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customXml" Target="../customXml/item10.xml"/><Relationship Id="rId19" Type="http://schemas.openxmlformats.org/officeDocument/2006/relationships/slide" Target="slides/slide7.xml"/><Relationship Id="rId31" Type="http://schemas.openxmlformats.org/officeDocument/2006/relationships/font" Target="fonts/font7.fntdata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gler, Jonathan" userId="426a72c5-a26b-4a8f-b73c-df1f3cb85e96" providerId="ADAL" clId="{4E08B23D-4DA6-4E0A-9A9E-CB65FA3C4C3B}"/>
    <pc:docChg chg="undo custSel addSld delSld modSld">
      <pc:chgData name="Bregler, Jonathan" userId="426a72c5-a26b-4a8f-b73c-df1f3cb85e96" providerId="ADAL" clId="{4E08B23D-4DA6-4E0A-9A9E-CB65FA3C4C3B}" dt="2025-07-09T14:34:38.814" v="1736" actId="1038"/>
      <pc:docMkLst>
        <pc:docMk/>
      </pc:docMkLst>
      <pc:sldChg chg="del">
        <pc:chgData name="Bregler, Jonathan" userId="426a72c5-a26b-4a8f-b73c-df1f3cb85e96" providerId="ADAL" clId="{4E08B23D-4DA6-4E0A-9A9E-CB65FA3C4C3B}" dt="2025-07-09T11:41:59.913" v="0" actId="47"/>
        <pc:sldMkLst>
          <pc:docMk/>
          <pc:sldMk cId="0" sldId="344"/>
        </pc:sldMkLst>
      </pc:sldChg>
      <pc:sldChg chg="del">
        <pc:chgData name="Bregler, Jonathan" userId="426a72c5-a26b-4a8f-b73c-df1f3cb85e96" providerId="ADAL" clId="{4E08B23D-4DA6-4E0A-9A9E-CB65FA3C4C3B}" dt="2025-07-09T11:42:00.446" v="1" actId="47"/>
        <pc:sldMkLst>
          <pc:docMk/>
          <pc:sldMk cId="3602749482" sldId="364"/>
        </pc:sldMkLst>
      </pc:sldChg>
      <pc:sldChg chg="addSp delSp modSp add mod">
        <pc:chgData name="Bregler, Jonathan" userId="426a72c5-a26b-4a8f-b73c-df1f3cb85e96" providerId="ADAL" clId="{4E08B23D-4DA6-4E0A-9A9E-CB65FA3C4C3B}" dt="2025-07-09T11:55:48.551" v="561" actId="21"/>
        <pc:sldMkLst>
          <pc:docMk/>
          <pc:sldMk cId="361458824" sldId="436"/>
        </pc:sldMkLst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8" creationId="{F5E8F656-F150-4B4F-8077-2C727FCA4ECD}"/>
          </ac:spMkLst>
        </pc:spChg>
        <pc:spChg chg="mod">
          <ac:chgData name="Bregler, Jonathan" userId="426a72c5-a26b-4a8f-b73c-df1f3cb85e96" providerId="ADAL" clId="{4E08B23D-4DA6-4E0A-9A9E-CB65FA3C4C3B}" dt="2025-07-09T11:55:46.329" v="556" actId="20577"/>
          <ac:spMkLst>
            <pc:docMk/>
            <pc:sldMk cId="361458824" sldId="436"/>
            <ac:spMk id="10" creationId="{332B02D0-BEBD-41D5-9534-D0C447A81CDF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12" creationId="{32F342FD-95F8-442E-AFD5-EF6AF9EA65D3}"/>
          </ac:spMkLst>
        </pc:spChg>
        <pc:spChg chg="mod">
          <ac:chgData name="Bregler, Jonathan" userId="426a72c5-a26b-4a8f-b73c-df1f3cb85e96" providerId="ADAL" clId="{4E08B23D-4DA6-4E0A-9A9E-CB65FA3C4C3B}" dt="2025-07-09T11:50:41.851" v="260" actId="1076"/>
          <ac:spMkLst>
            <pc:docMk/>
            <pc:sldMk cId="361458824" sldId="436"/>
            <ac:spMk id="13" creationId="{4B068E76-E2F3-A74B-3765-634A2CB532D7}"/>
          </ac:spMkLst>
        </pc:spChg>
        <pc:spChg chg="mod">
          <ac:chgData name="Bregler, Jonathan" userId="426a72c5-a26b-4a8f-b73c-df1f3cb85e96" providerId="ADAL" clId="{4E08B23D-4DA6-4E0A-9A9E-CB65FA3C4C3B}" dt="2025-07-09T11:50:41.851" v="260" actId="1076"/>
          <ac:spMkLst>
            <pc:docMk/>
            <pc:sldMk cId="361458824" sldId="436"/>
            <ac:spMk id="15" creationId="{E1E4CF33-21EA-AC14-4888-EF7FC9A7B94F}"/>
          </ac:spMkLst>
        </pc:spChg>
        <pc:spChg chg="mod">
          <ac:chgData name="Bregler, Jonathan" userId="426a72c5-a26b-4a8f-b73c-df1f3cb85e96" providerId="ADAL" clId="{4E08B23D-4DA6-4E0A-9A9E-CB65FA3C4C3B}" dt="2025-07-09T11:50:41.851" v="260" actId="1076"/>
          <ac:spMkLst>
            <pc:docMk/>
            <pc:sldMk cId="361458824" sldId="436"/>
            <ac:spMk id="16" creationId="{A7B29220-1BAA-AD1B-DDDE-BCB8BE131BE7}"/>
          </ac:spMkLst>
        </pc:spChg>
        <pc:spChg chg="mod">
          <ac:chgData name="Bregler, Jonathan" userId="426a72c5-a26b-4a8f-b73c-df1f3cb85e96" providerId="ADAL" clId="{4E08B23D-4DA6-4E0A-9A9E-CB65FA3C4C3B}" dt="2025-07-09T11:50:41.851" v="260" actId="1076"/>
          <ac:spMkLst>
            <pc:docMk/>
            <pc:sldMk cId="361458824" sldId="436"/>
            <ac:spMk id="17" creationId="{7B9FBA3E-0F23-1CF6-8767-458772A04346}"/>
          </ac:spMkLst>
        </pc:spChg>
        <pc:spChg chg="mod">
          <ac:chgData name="Bregler, Jonathan" userId="426a72c5-a26b-4a8f-b73c-df1f3cb85e96" providerId="ADAL" clId="{4E08B23D-4DA6-4E0A-9A9E-CB65FA3C4C3B}" dt="2025-07-09T11:50:41.851" v="260" actId="1076"/>
          <ac:spMkLst>
            <pc:docMk/>
            <pc:sldMk cId="361458824" sldId="436"/>
            <ac:spMk id="18" creationId="{930AEDAD-0D7B-D829-1298-0BFF9431921B}"/>
          </ac:spMkLst>
        </pc:spChg>
        <pc:spChg chg="mod">
          <ac:chgData name="Bregler, Jonathan" userId="426a72c5-a26b-4a8f-b73c-df1f3cb85e96" providerId="ADAL" clId="{4E08B23D-4DA6-4E0A-9A9E-CB65FA3C4C3B}" dt="2025-07-09T11:50:41.851" v="260" actId="1076"/>
          <ac:spMkLst>
            <pc:docMk/>
            <pc:sldMk cId="361458824" sldId="436"/>
            <ac:spMk id="20" creationId="{BF0FAE81-4005-E2CD-2BA5-F6AB7EC9C813}"/>
          </ac:spMkLst>
        </pc:spChg>
        <pc:spChg chg="mod">
          <ac:chgData name="Bregler, Jonathan" userId="426a72c5-a26b-4a8f-b73c-df1f3cb85e96" providerId="ADAL" clId="{4E08B23D-4DA6-4E0A-9A9E-CB65FA3C4C3B}" dt="2025-07-09T11:50:41.851" v="260" actId="1076"/>
          <ac:spMkLst>
            <pc:docMk/>
            <pc:sldMk cId="361458824" sldId="436"/>
            <ac:spMk id="21" creationId="{E7A9138F-6D50-5C4D-02A5-89838459A008}"/>
          </ac:spMkLst>
        </pc:spChg>
        <pc:spChg chg="mod">
          <ac:chgData name="Bregler, Jonathan" userId="426a72c5-a26b-4a8f-b73c-df1f3cb85e96" providerId="ADAL" clId="{4E08B23D-4DA6-4E0A-9A9E-CB65FA3C4C3B}" dt="2025-07-09T11:50:41.851" v="260" actId="1076"/>
          <ac:spMkLst>
            <pc:docMk/>
            <pc:sldMk cId="361458824" sldId="436"/>
            <ac:spMk id="23" creationId="{E3D28EE9-E6FD-BAE9-A197-D6EEA895BD14}"/>
          </ac:spMkLst>
        </pc:spChg>
        <pc:spChg chg="add del mod">
          <ac:chgData name="Bregler, Jonathan" userId="426a72c5-a26b-4a8f-b73c-df1f3cb85e96" providerId="ADAL" clId="{4E08B23D-4DA6-4E0A-9A9E-CB65FA3C4C3B}" dt="2025-07-09T11:55:48.551" v="561" actId="21"/>
          <ac:spMkLst>
            <pc:docMk/>
            <pc:sldMk cId="361458824" sldId="436"/>
            <ac:spMk id="24" creationId="{79D72ED1-A8D7-2649-5A36-BB70D77800C2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51" creationId="{C86AF25C-233F-492D-996F-C0C0DC69D702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52" creationId="{285B9911-7335-4D52-AE77-F2E124519141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53" creationId="{4699FFBD-BBFE-487E-B299-F9B756D49272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54" creationId="{499933B7-4791-4551-A015-13DF9960EAA3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55" creationId="{A29211FF-5AED-4247-AB59-AB2B464A9754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56" creationId="{E58A2FB0-4381-4534-B66A-70DD19CE2429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57" creationId="{DA0F3456-8F49-482A-BF39-AEA535726D5C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58" creationId="{8B73EAA3-3E89-428C-ABF4-77FC81C513ED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60" creationId="{2783CAD9-CC49-4F08-B452-00993218D5F4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61" creationId="{A8EE2472-2A9F-418B-9E36-54217E80E8E2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62" creationId="{C3E3D502-D0D7-4BB6-B63F-0C23549DE0D3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63" creationId="{93306606-BE02-4740-A53C-94550D5190D6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64" creationId="{97EA182C-5710-46E2-BCEF-19BA8A8D25F3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65" creationId="{97E20AF5-A06F-4ACA-8583-F9A64EBD2C04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66" creationId="{10A0C5A4-6DB1-46B7-A8AC-FF3AC9F3561C}"/>
          </ac:spMkLst>
        </pc:spChg>
        <pc:spChg chg="mod">
          <ac:chgData name="Bregler, Jonathan" userId="426a72c5-a26b-4a8f-b73c-df1f3cb85e96" providerId="ADAL" clId="{4E08B23D-4DA6-4E0A-9A9E-CB65FA3C4C3B}" dt="2025-07-09T11:49:18.461" v="115" actId="1035"/>
          <ac:spMkLst>
            <pc:docMk/>
            <pc:sldMk cId="361458824" sldId="436"/>
            <ac:spMk id="67" creationId="{4565811C-2799-4B3F-8381-016C51687CBB}"/>
          </ac:spMkLst>
        </pc:spChg>
        <pc:grpChg chg="add del mod">
          <ac:chgData name="Bregler, Jonathan" userId="426a72c5-a26b-4a8f-b73c-df1f3cb85e96" providerId="ADAL" clId="{4E08B23D-4DA6-4E0A-9A9E-CB65FA3C4C3B}" dt="2025-07-09T11:52:08.530" v="277" actId="478"/>
          <ac:grpSpMkLst>
            <pc:docMk/>
            <pc:sldMk cId="361458824" sldId="436"/>
            <ac:grpSpMk id="11" creationId="{6411932D-1BDB-3B74-7C9D-A4B86A38CA8D}"/>
          </ac:grpSpMkLst>
        </pc:grpChg>
        <pc:grpChg chg="del mod">
          <ac:chgData name="Bregler, Jonathan" userId="426a72c5-a26b-4a8f-b73c-df1f3cb85e96" providerId="ADAL" clId="{4E08B23D-4DA6-4E0A-9A9E-CB65FA3C4C3B}" dt="2025-07-09T11:52:09.585" v="278" actId="478"/>
          <ac:grpSpMkLst>
            <pc:docMk/>
            <pc:sldMk cId="361458824" sldId="436"/>
            <ac:grpSpMk id="50" creationId="{8D8BB9D8-25E5-461C-A120-E4626C03F1C1}"/>
          </ac:grpSpMkLst>
        </pc:grpChg>
        <pc:grpChg chg="del mod">
          <ac:chgData name="Bregler, Jonathan" userId="426a72c5-a26b-4a8f-b73c-df1f3cb85e96" providerId="ADAL" clId="{4E08B23D-4DA6-4E0A-9A9E-CB65FA3C4C3B}" dt="2025-07-09T11:52:07.962" v="276" actId="478"/>
          <ac:grpSpMkLst>
            <pc:docMk/>
            <pc:sldMk cId="361458824" sldId="436"/>
            <ac:grpSpMk id="59" creationId="{E5D2591B-A4F8-4C60-A344-89D3376E53B0}"/>
          </ac:grpSpMkLst>
        </pc:grpChg>
        <pc:picChg chg="add del mod">
          <ac:chgData name="Bregler, Jonathan" userId="426a72c5-a26b-4a8f-b73c-df1f3cb85e96" providerId="ADAL" clId="{4E08B23D-4DA6-4E0A-9A9E-CB65FA3C4C3B}" dt="2025-07-09T11:47:50.874" v="24" actId="478"/>
          <ac:picMkLst>
            <pc:docMk/>
            <pc:sldMk cId="361458824" sldId="436"/>
            <ac:picMk id="4" creationId="{E616587E-BA62-E806-E02C-3DFB242BD29C}"/>
          </ac:picMkLst>
        </pc:picChg>
        <pc:picChg chg="add del mod">
          <ac:chgData name="Bregler, Jonathan" userId="426a72c5-a26b-4a8f-b73c-df1f3cb85e96" providerId="ADAL" clId="{4E08B23D-4DA6-4E0A-9A9E-CB65FA3C4C3B}" dt="2025-07-09T11:48:16.137" v="29" actId="478"/>
          <ac:picMkLst>
            <pc:docMk/>
            <pc:sldMk cId="361458824" sldId="436"/>
            <ac:picMk id="6" creationId="{6264E8AD-92A7-37FB-6407-B62A23FF75EA}"/>
          </ac:picMkLst>
        </pc:picChg>
        <pc:picChg chg="add mod">
          <ac:chgData name="Bregler, Jonathan" userId="426a72c5-a26b-4a8f-b73c-df1f3cb85e96" providerId="ADAL" clId="{4E08B23D-4DA6-4E0A-9A9E-CB65FA3C4C3B}" dt="2025-07-09T11:55:47.038" v="558" actId="1036"/>
          <ac:picMkLst>
            <pc:docMk/>
            <pc:sldMk cId="361458824" sldId="436"/>
            <ac:picMk id="9" creationId="{61BC1562-AD3B-E9C3-E950-3CECF404F1DA}"/>
          </ac:picMkLst>
        </pc:picChg>
        <pc:picChg chg="mod">
          <ac:chgData name="Bregler, Jonathan" userId="426a72c5-a26b-4a8f-b73c-df1f3cb85e96" providerId="ADAL" clId="{4E08B23D-4DA6-4E0A-9A9E-CB65FA3C4C3B}" dt="2025-07-09T11:49:05.674" v="65" actId="1036"/>
          <ac:picMkLst>
            <pc:docMk/>
            <pc:sldMk cId="361458824" sldId="436"/>
            <ac:picMk id="14" creationId="{3F417074-ACED-4BD4-A78F-86F36E751791}"/>
          </ac:picMkLst>
        </pc:picChg>
        <pc:picChg chg="mod">
          <ac:chgData name="Bregler, Jonathan" userId="426a72c5-a26b-4a8f-b73c-df1f3cb85e96" providerId="ADAL" clId="{4E08B23D-4DA6-4E0A-9A9E-CB65FA3C4C3B}" dt="2025-07-09T11:49:05.674" v="65" actId="1036"/>
          <ac:picMkLst>
            <pc:docMk/>
            <pc:sldMk cId="361458824" sldId="436"/>
            <ac:picMk id="19" creationId="{60076794-0D8D-420A-81AE-B3D14B4C75FF}"/>
          </ac:picMkLst>
        </pc:picChg>
        <pc:picChg chg="mod">
          <ac:chgData name="Bregler, Jonathan" userId="426a72c5-a26b-4a8f-b73c-df1f3cb85e96" providerId="ADAL" clId="{4E08B23D-4DA6-4E0A-9A9E-CB65FA3C4C3B}" dt="2025-07-09T11:52:38.438" v="341" actId="1076"/>
          <ac:picMkLst>
            <pc:docMk/>
            <pc:sldMk cId="361458824" sldId="436"/>
            <ac:picMk id="22" creationId="{57525C05-8EDF-40F5-B103-C946CECD7EDC}"/>
          </ac:picMkLst>
        </pc:picChg>
        <pc:picChg chg="add del mod ord">
          <ac:chgData name="Bregler, Jonathan" userId="426a72c5-a26b-4a8f-b73c-df1f3cb85e96" providerId="ADAL" clId="{4E08B23D-4DA6-4E0A-9A9E-CB65FA3C4C3B}" dt="2025-07-09T11:52:23.604" v="319"/>
          <ac:picMkLst>
            <pc:docMk/>
            <pc:sldMk cId="361458824" sldId="436"/>
            <ac:picMk id="26" creationId="{280E78EA-C3AF-C4AD-33AB-7DE812220AC1}"/>
          </ac:picMkLst>
        </pc:picChg>
        <pc:picChg chg="add mod modCrop">
          <ac:chgData name="Bregler, Jonathan" userId="426a72c5-a26b-4a8f-b73c-df1f3cb85e96" providerId="ADAL" clId="{4E08B23D-4DA6-4E0A-9A9E-CB65FA3C4C3B}" dt="2025-07-09T11:52:27.402" v="323" actId="18131"/>
          <ac:picMkLst>
            <pc:docMk/>
            <pc:sldMk cId="361458824" sldId="436"/>
            <ac:picMk id="28" creationId="{2BB782AF-05D7-A1B4-69F0-B79674E8EE87}"/>
          </ac:picMkLst>
        </pc:picChg>
        <pc:picChg chg="add mod ord">
          <ac:chgData name="Bregler, Jonathan" userId="426a72c5-a26b-4a8f-b73c-df1f3cb85e96" providerId="ADAL" clId="{4E08B23D-4DA6-4E0A-9A9E-CB65FA3C4C3B}" dt="2025-07-09T11:54:45.796" v="525" actId="1037"/>
          <ac:picMkLst>
            <pc:docMk/>
            <pc:sldMk cId="361458824" sldId="436"/>
            <ac:picMk id="30" creationId="{FE8AA0F9-F973-FED1-C021-FFE5418AAA6B}"/>
          </ac:picMkLst>
        </pc:picChg>
        <pc:picChg chg="add mod ord">
          <ac:chgData name="Bregler, Jonathan" userId="426a72c5-a26b-4a8f-b73c-df1f3cb85e96" providerId="ADAL" clId="{4E08B23D-4DA6-4E0A-9A9E-CB65FA3C4C3B}" dt="2025-07-09T11:52:49.167" v="405"/>
          <ac:picMkLst>
            <pc:docMk/>
            <pc:sldMk cId="361458824" sldId="436"/>
            <ac:picMk id="32" creationId="{E0727BC3-E34B-9383-A40F-06FB6A4E8919}"/>
          </ac:picMkLst>
        </pc:picChg>
        <pc:picChg chg="add del mod ord">
          <ac:chgData name="Bregler, Jonathan" userId="426a72c5-a26b-4a8f-b73c-df1f3cb85e96" providerId="ADAL" clId="{4E08B23D-4DA6-4E0A-9A9E-CB65FA3C4C3B}" dt="2025-07-09T11:53:36.164" v="476" actId="478"/>
          <ac:picMkLst>
            <pc:docMk/>
            <pc:sldMk cId="361458824" sldId="436"/>
            <ac:picMk id="34" creationId="{C1A5DA4E-BE05-780D-9D1D-BDC758A5F00F}"/>
          </ac:picMkLst>
        </pc:picChg>
        <pc:picChg chg="add mod">
          <ac:chgData name="Bregler, Jonathan" userId="426a72c5-a26b-4a8f-b73c-df1f3cb85e96" providerId="ADAL" clId="{4E08B23D-4DA6-4E0A-9A9E-CB65FA3C4C3B}" dt="2025-07-09T11:53:31.902" v="459"/>
          <ac:picMkLst>
            <pc:docMk/>
            <pc:sldMk cId="361458824" sldId="436"/>
            <ac:picMk id="36" creationId="{E41B0742-C1EA-DE11-1842-2F5BB2AAAD0E}"/>
          </ac:picMkLst>
        </pc:picChg>
        <pc:picChg chg="add del mod ord">
          <ac:chgData name="Bregler, Jonathan" userId="426a72c5-a26b-4a8f-b73c-df1f3cb85e96" providerId="ADAL" clId="{4E08B23D-4DA6-4E0A-9A9E-CB65FA3C4C3B}" dt="2025-07-09T11:54:06.268" v="478" actId="478"/>
          <ac:picMkLst>
            <pc:docMk/>
            <pc:sldMk cId="361458824" sldId="436"/>
            <ac:picMk id="38" creationId="{A274B40E-C306-0E99-472B-84E9AF0761B3}"/>
          </ac:picMkLst>
        </pc:picChg>
        <pc:picChg chg="add mod ord">
          <ac:chgData name="Bregler, Jonathan" userId="426a72c5-a26b-4a8f-b73c-df1f3cb85e96" providerId="ADAL" clId="{4E08B23D-4DA6-4E0A-9A9E-CB65FA3C4C3B}" dt="2025-07-09T11:54:48.889" v="534" actId="1037"/>
          <ac:picMkLst>
            <pc:docMk/>
            <pc:sldMk cId="361458824" sldId="436"/>
            <ac:picMk id="40" creationId="{ED0492B5-78AE-8F9C-39CE-F8133D4CEDC1}"/>
          </ac:picMkLst>
        </pc:picChg>
        <pc:picChg chg="add mod ord">
          <ac:chgData name="Bregler, Jonathan" userId="426a72c5-a26b-4a8f-b73c-df1f3cb85e96" providerId="ADAL" clId="{4E08B23D-4DA6-4E0A-9A9E-CB65FA3C4C3B}" dt="2025-07-09T11:55:01.047" v="535" actId="1076"/>
          <ac:picMkLst>
            <pc:docMk/>
            <pc:sldMk cId="361458824" sldId="436"/>
            <ac:picMk id="42" creationId="{7FF4E811-18C7-B31B-6A9B-C15CE41AC456}"/>
          </ac:picMkLst>
        </pc:picChg>
      </pc:sldChg>
      <pc:sldChg chg="addSp modSp mod">
        <pc:chgData name="Bregler, Jonathan" userId="426a72c5-a26b-4a8f-b73c-df1f3cb85e96" providerId="ADAL" clId="{4E08B23D-4DA6-4E0A-9A9E-CB65FA3C4C3B}" dt="2025-07-09T14:34:38.814" v="1736" actId="1038"/>
        <pc:sldMkLst>
          <pc:docMk/>
          <pc:sldMk cId="4060872162" sldId="449"/>
        </pc:sldMkLst>
        <pc:picChg chg="add mod">
          <ac:chgData name="Bregler, Jonathan" userId="426a72c5-a26b-4a8f-b73c-df1f3cb85e96" providerId="ADAL" clId="{4E08B23D-4DA6-4E0A-9A9E-CB65FA3C4C3B}" dt="2025-07-09T14:34:38.814" v="1736" actId="1038"/>
          <ac:picMkLst>
            <pc:docMk/>
            <pc:sldMk cId="4060872162" sldId="449"/>
            <ac:picMk id="6" creationId="{6CC0B122-C356-C7AC-5832-F252FE10266C}"/>
          </ac:picMkLst>
        </pc:picChg>
      </pc:sldChg>
      <pc:sldChg chg="addSp delSp modSp new mod modClrScheme chgLayout">
        <pc:chgData name="Bregler, Jonathan" userId="426a72c5-a26b-4a8f-b73c-df1f3cb85e96" providerId="ADAL" clId="{4E08B23D-4DA6-4E0A-9A9E-CB65FA3C4C3B}" dt="2025-07-09T12:15:58.855" v="777" actId="1076"/>
        <pc:sldMkLst>
          <pc:docMk/>
          <pc:sldMk cId="3023911756" sldId="2060"/>
        </pc:sldMkLst>
        <pc:spChg chg="del mod ord">
          <ac:chgData name="Bregler, Jonathan" userId="426a72c5-a26b-4a8f-b73c-df1f3cb85e96" providerId="ADAL" clId="{4E08B23D-4DA6-4E0A-9A9E-CB65FA3C4C3B}" dt="2025-07-09T11:42:08.239" v="3" actId="700"/>
          <ac:spMkLst>
            <pc:docMk/>
            <pc:sldMk cId="3023911756" sldId="2060"/>
            <ac:spMk id="2" creationId="{5199C54E-21E1-ED2D-3D7F-58ABCE748218}"/>
          </ac:spMkLst>
        </pc:spChg>
        <pc:spChg chg="add mod ord">
          <ac:chgData name="Bregler, Jonathan" userId="426a72c5-a26b-4a8f-b73c-df1f3cb85e96" providerId="ADAL" clId="{4E08B23D-4DA6-4E0A-9A9E-CB65FA3C4C3B}" dt="2025-07-09T11:56:20.372" v="613" actId="20577"/>
          <ac:spMkLst>
            <pc:docMk/>
            <pc:sldMk cId="3023911756" sldId="2060"/>
            <ac:spMk id="3" creationId="{76B38DB2-B3B9-E0E7-5B68-A94E459AF2BD}"/>
          </ac:spMkLst>
        </pc:spChg>
        <pc:spChg chg="add del mod ord">
          <ac:chgData name="Bregler, Jonathan" userId="426a72c5-a26b-4a8f-b73c-df1f3cb85e96" providerId="ADAL" clId="{4E08B23D-4DA6-4E0A-9A9E-CB65FA3C4C3B}" dt="2025-07-09T12:10:27.451" v="621" actId="478"/>
          <ac:spMkLst>
            <pc:docMk/>
            <pc:sldMk cId="3023911756" sldId="2060"/>
            <ac:spMk id="4" creationId="{48A0A84E-82D0-1333-F18B-BC89FF9F24FA}"/>
          </ac:spMkLst>
        </pc:spChg>
        <pc:spChg chg="add mod ord">
          <ac:chgData name="Bregler, Jonathan" userId="426a72c5-a26b-4a8f-b73c-df1f3cb85e96" providerId="ADAL" clId="{4E08B23D-4DA6-4E0A-9A9E-CB65FA3C4C3B}" dt="2025-07-09T12:14:06.080" v="769" actId="207"/>
          <ac:spMkLst>
            <pc:docMk/>
            <pc:sldMk cId="3023911756" sldId="2060"/>
            <ac:spMk id="13" creationId="{99C81B8D-91BA-07E3-4359-B6F82D95490A}"/>
          </ac:spMkLst>
        </pc:spChg>
        <pc:spChg chg="add mod">
          <ac:chgData name="Bregler, Jonathan" userId="426a72c5-a26b-4a8f-b73c-df1f3cb85e96" providerId="ADAL" clId="{4E08B23D-4DA6-4E0A-9A9E-CB65FA3C4C3B}" dt="2025-07-09T12:15:58.855" v="777" actId="1076"/>
          <ac:spMkLst>
            <pc:docMk/>
            <pc:sldMk cId="3023911756" sldId="2060"/>
            <ac:spMk id="14" creationId="{04C1CBC8-A091-965E-30CA-245057F6CE73}"/>
          </ac:spMkLst>
        </pc:spChg>
        <pc:spChg chg="add mod">
          <ac:chgData name="Bregler, Jonathan" userId="426a72c5-a26b-4a8f-b73c-df1f3cb85e96" providerId="ADAL" clId="{4E08B23D-4DA6-4E0A-9A9E-CB65FA3C4C3B}" dt="2025-07-09T12:15:54.318" v="776" actId="1076"/>
          <ac:spMkLst>
            <pc:docMk/>
            <pc:sldMk cId="3023911756" sldId="2060"/>
            <ac:spMk id="15" creationId="{D40BBABF-BD05-9C1A-9D16-C3082DBD7928}"/>
          </ac:spMkLst>
        </pc:spChg>
        <pc:picChg chg="add del mod">
          <ac:chgData name="Bregler, Jonathan" userId="426a72c5-a26b-4a8f-b73c-df1f3cb85e96" providerId="ADAL" clId="{4E08B23D-4DA6-4E0A-9A9E-CB65FA3C4C3B}" dt="2025-07-09T12:07:21.197" v="615" actId="478"/>
          <ac:picMkLst>
            <pc:docMk/>
            <pc:sldMk cId="3023911756" sldId="2060"/>
            <ac:picMk id="6" creationId="{0E82966F-BB24-92ED-8BD1-EA8C9758BA40}"/>
          </ac:picMkLst>
        </pc:picChg>
        <pc:picChg chg="add mod">
          <ac:chgData name="Bregler, Jonathan" userId="426a72c5-a26b-4a8f-b73c-df1f3cb85e96" providerId="ADAL" clId="{4E08B23D-4DA6-4E0A-9A9E-CB65FA3C4C3B}" dt="2025-07-09T12:12:40.367" v="705" actId="1076"/>
          <ac:picMkLst>
            <pc:docMk/>
            <pc:sldMk cId="3023911756" sldId="2060"/>
            <ac:picMk id="8" creationId="{F72716E7-B4BE-3FAD-4748-7FDA4F4A233E}"/>
          </ac:picMkLst>
        </pc:picChg>
        <pc:picChg chg="add mod">
          <ac:chgData name="Bregler, Jonathan" userId="426a72c5-a26b-4a8f-b73c-df1f3cb85e96" providerId="ADAL" clId="{4E08B23D-4DA6-4E0A-9A9E-CB65FA3C4C3B}" dt="2025-07-09T12:15:08.704" v="770" actId="1076"/>
          <ac:picMkLst>
            <pc:docMk/>
            <pc:sldMk cId="3023911756" sldId="2060"/>
            <ac:picMk id="10" creationId="{345D7CDF-9020-B361-3177-B1C71B44F202}"/>
          </ac:picMkLst>
        </pc:picChg>
        <pc:picChg chg="add mod">
          <ac:chgData name="Bregler, Jonathan" userId="426a72c5-a26b-4a8f-b73c-df1f3cb85e96" providerId="ADAL" clId="{4E08B23D-4DA6-4E0A-9A9E-CB65FA3C4C3B}" dt="2025-07-09T12:12:40.367" v="705" actId="1076"/>
          <ac:picMkLst>
            <pc:docMk/>
            <pc:sldMk cId="3023911756" sldId="2060"/>
            <ac:picMk id="12" creationId="{094D5902-DAA0-E1B3-33BA-9E887DCFA44D}"/>
          </ac:picMkLst>
        </pc:picChg>
      </pc:sldChg>
      <pc:sldChg chg="addSp delSp modSp new mod modClrScheme chgLayout">
        <pc:chgData name="Bregler, Jonathan" userId="426a72c5-a26b-4a8f-b73c-df1f3cb85e96" providerId="ADAL" clId="{4E08B23D-4DA6-4E0A-9A9E-CB65FA3C4C3B}" dt="2025-07-09T12:31:05.639" v="1467" actId="20577"/>
        <pc:sldMkLst>
          <pc:docMk/>
          <pc:sldMk cId="3763776167" sldId="2061"/>
        </pc:sldMkLst>
        <pc:spChg chg="del mod ord">
          <ac:chgData name="Bregler, Jonathan" userId="426a72c5-a26b-4a8f-b73c-df1f3cb85e96" providerId="ADAL" clId="{4E08B23D-4DA6-4E0A-9A9E-CB65FA3C4C3B}" dt="2025-07-09T12:17:34.699" v="853" actId="700"/>
          <ac:spMkLst>
            <pc:docMk/>
            <pc:sldMk cId="3763776167" sldId="2061"/>
            <ac:spMk id="2" creationId="{A451BCC4-F375-9AE2-4D23-D06DD47A5E7A}"/>
          </ac:spMkLst>
        </pc:spChg>
        <pc:spChg chg="mod ord">
          <ac:chgData name="Bregler, Jonathan" userId="426a72c5-a26b-4a8f-b73c-df1f3cb85e96" providerId="ADAL" clId="{4E08B23D-4DA6-4E0A-9A9E-CB65FA3C4C3B}" dt="2025-07-09T12:17:34.699" v="853" actId="700"/>
          <ac:spMkLst>
            <pc:docMk/>
            <pc:sldMk cId="3763776167" sldId="2061"/>
            <ac:spMk id="3" creationId="{BD37DBEA-EF55-BD72-4115-BDFF51EB57D6}"/>
          </ac:spMkLst>
        </pc:spChg>
        <pc:spChg chg="add mod ord">
          <ac:chgData name="Bregler, Jonathan" userId="426a72c5-a26b-4a8f-b73c-df1f3cb85e96" providerId="ADAL" clId="{4E08B23D-4DA6-4E0A-9A9E-CB65FA3C4C3B}" dt="2025-07-09T12:31:05.639" v="1467" actId="20577"/>
          <ac:spMkLst>
            <pc:docMk/>
            <pc:sldMk cId="3763776167" sldId="2061"/>
            <ac:spMk id="4" creationId="{DD659D6B-D4A0-EB2D-72FD-6A0480AEA11D}"/>
          </ac:spMkLst>
        </pc:spChg>
        <pc:spChg chg="add del mod ord">
          <ac:chgData name="Bregler, Jonathan" userId="426a72c5-a26b-4a8f-b73c-df1f3cb85e96" providerId="ADAL" clId="{4E08B23D-4DA6-4E0A-9A9E-CB65FA3C4C3B}" dt="2025-07-09T12:17:43.627" v="854" actId="22"/>
          <ac:spMkLst>
            <pc:docMk/>
            <pc:sldMk cId="3763776167" sldId="2061"/>
            <ac:spMk id="5" creationId="{E08E7372-D675-4F4C-3EB2-30E1960304B7}"/>
          </ac:spMkLst>
        </pc:spChg>
        <pc:picChg chg="add mod ord modCrop">
          <ac:chgData name="Bregler, Jonathan" userId="426a72c5-a26b-4a8f-b73c-df1f3cb85e96" providerId="ADAL" clId="{4E08B23D-4DA6-4E0A-9A9E-CB65FA3C4C3B}" dt="2025-07-09T12:23:18.786" v="1079" actId="18131"/>
          <ac:picMkLst>
            <pc:docMk/>
            <pc:sldMk cId="3763776167" sldId="2061"/>
            <ac:picMk id="7" creationId="{1E9DE6C5-8290-C784-C2C1-D4672D5B0084}"/>
          </ac:picMkLst>
        </pc:picChg>
      </pc:sldChg>
      <pc:sldChg chg="addSp delSp modSp new mod modClrScheme chgLayout">
        <pc:chgData name="Bregler, Jonathan" userId="426a72c5-a26b-4a8f-b73c-df1f3cb85e96" providerId="ADAL" clId="{4E08B23D-4DA6-4E0A-9A9E-CB65FA3C4C3B}" dt="2025-07-09T12:28:58.735" v="1181" actId="15"/>
        <pc:sldMkLst>
          <pc:docMk/>
          <pc:sldMk cId="1697670528" sldId="2062"/>
        </pc:sldMkLst>
        <pc:spChg chg="del mod ord">
          <ac:chgData name="Bregler, Jonathan" userId="426a72c5-a26b-4a8f-b73c-df1f3cb85e96" providerId="ADAL" clId="{4E08B23D-4DA6-4E0A-9A9E-CB65FA3C4C3B}" dt="2025-07-09T12:18:41.260" v="855" actId="700"/>
          <ac:spMkLst>
            <pc:docMk/>
            <pc:sldMk cId="1697670528" sldId="2062"/>
            <ac:spMk id="2" creationId="{8319E72B-D12B-2099-3AB5-CDEE8B20166E}"/>
          </ac:spMkLst>
        </pc:spChg>
        <pc:spChg chg="mod ord">
          <ac:chgData name="Bregler, Jonathan" userId="426a72c5-a26b-4a8f-b73c-df1f3cb85e96" providerId="ADAL" clId="{4E08B23D-4DA6-4E0A-9A9E-CB65FA3C4C3B}" dt="2025-07-09T12:18:41.260" v="855" actId="700"/>
          <ac:spMkLst>
            <pc:docMk/>
            <pc:sldMk cId="1697670528" sldId="2062"/>
            <ac:spMk id="3" creationId="{2344C6F8-2943-7609-7F21-96A4FF74BEAE}"/>
          </ac:spMkLst>
        </pc:spChg>
        <pc:spChg chg="add mod ord">
          <ac:chgData name="Bregler, Jonathan" userId="426a72c5-a26b-4a8f-b73c-df1f3cb85e96" providerId="ADAL" clId="{4E08B23D-4DA6-4E0A-9A9E-CB65FA3C4C3B}" dt="2025-07-09T12:28:58.735" v="1181" actId="15"/>
          <ac:spMkLst>
            <pc:docMk/>
            <pc:sldMk cId="1697670528" sldId="2062"/>
            <ac:spMk id="4" creationId="{395F3E22-381D-C30E-7E6E-AF10B8217379}"/>
          </ac:spMkLst>
        </pc:spChg>
        <pc:spChg chg="add del mod ord">
          <ac:chgData name="Bregler, Jonathan" userId="426a72c5-a26b-4a8f-b73c-df1f3cb85e96" providerId="ADAL" clId="{4E08B23D-4DA6-4E0A-9A9E-CB65FA3C4C3B}" dt="2025-07-09T12:18:43.167" v="856" actId="22"/>
          <ac:spMkLst>
            <pc:docMk/>
            <pc:sldMk cId="1697670528" sldId="2062"/>
            <ac:spMk id="5" creationId="{19A0C88B-F830-21AB-100D-F7CE8B5E0C9F}"/>
          </ac:spMkLst>
        </pc:spChg>
        <pc:picChg chg="add mod ord modCrop">
          <ac:chgData name="Bregler, Jonathan" userId="426a72c5-a26b-4a8f-b73c-df1f3cb85e96" providerId="ADAL" clId="{4E08B23D-4DA6-4E0A-9A9E-CB65FA3C4C3B}" dt="2025-07-09T12:23:37.590" v="1083" actId="18131"/>
          <ac:picMkLst>
            <pc:docMk/>
            <pc:sldMk cId="1697670528" sldId="2062"/>
            <ac:picMk id="7" creationId="{49B5E3BC-47DC-4F23-CAD9-A566256D5962}"/>
          </ac:picMkLst>
        </pc:picChg>
      </pc:sldChg>
      <pc:sldChg chg="addSp delSp modSp new mod modClrScheme chgLayout">
        <pc:chgData name="Bregler, Jonathan" userId="426a72c5-a26b-4a8f-b73c-df1f3cb85e96" providerId="ADAL" clId="{4E08B23D-4DA6-4E0A-9A9E-CB65FA3C4C3B}" dt="2025-07-09T12:26:27.226" v="1144" actId="15"/>
        <pc:sldMkLst>
          <pc:docMk/>
          <pc:sldMk cId="3209538018" sldId="2063"/>
        </pc:sldMkLst>
        <pc:spChg chg="del mod ord">
          <ac:chgData name="Bregler, Jonathan" userId="426a72c5-a26b-4a8f-b73c-df1f3cb85e96" providerId="ADAL" clId="{4E08B23D-4DA6-4E0A-9A9E-CB65FA3C4C3B}" dt="2025-07-09T12:18:48.182" v="857" actId="700"/>
          <ac:spMkLst>
            <pc:docMk/>
            <pc:sldMk cId="3209538018" sldId="2063"/>
            <ac:spMk id="2" creationId="{62B3AC0F-59E4-95AF-7ED8-322D99368BAF}"/>
          </ac:spMkLst>
        </pc:spChg>
        <pc:spChg chg="mod ord">
          <ac:chgData name="Bregler, Jonathan" userId="426a72c5-a26b-4a8f-b73c-df1f3cb85e96" providerId="ADAL" clId="{4E08B23D-4DA6-4E0A-9A9E-CB65FA3C4C3B}" dt="2025-07-09T12:18:52.489" v="858" actId="700"/>
          <ac:spMkLst>
            <pc:docMk/>
            <pc:sldMk cId="3209538018" sldId="2063"/>
            <ac:spMk id="3" creationId="{01DB29EE-1752-BEB2-652B-881CCAACC113}"/>
          </ac:spMkLst>
        </pc:spChg>
        <pc:spChg chg="add del mod ord">
          <ac:chgData name="Bregler, Jonathan" userId="426a72c5-a26b-4a8f-b73c-df1f3cb85e96" providerId="ADAL" clId="{4E08B23D-4DA6-4E0A-9A9E-CB65FA3C4C3B}" dt="2025-07-09T12:18:52.489" v="858" actId="700"/>
          <ac:spMkLst>
            <pc:docMk/>
            <pc:sldMk cId="3209538018" sldId="2063"/>
            <ac:spMk id="4" creationId="{EC1FED40-0D66-62E4-5709-CF2DA2C89662}"/>
          </ac:spMkLst>
        </pc:spChg>
        <pc:spChg chg="add del mod ord">
          <ac:chgData name="Bregler, Jonathan" userId="426a72c5-a26b-4a8f-b73c-df1f3cb85e96" providerId="ADAL" clId="{4E08B23D-4DA6-4E0A-9A9E-CB65FA3C4C3B}" dt="2025-07-09T12:18:52.489" v="858" actId="700"/>
          <ac:spMkLst>
            <pc:docMk/>
            <pc:sldMk cId="3209538018" sldId="2063"/>
            <ac:spMk id="5" creationId="{1FA6D1F3-666E-FAC2-1BEE-1985DA6C6E8B}"/>
          </ac:spMkLst>
        </pc:spChg>
        <pc:spChg chg="add del mod ord">
          <ac:chgData name="Bregler, Jonathan" userId="426a72c5-a26b-4a8f-b73c-df1f3cb85e96" providerId="ADAL" clId="{4E08B23D-4DA6-4E0A-9A9E-CB65FA3C4C3B}" dt="2025-07-09T12:18:52.489" v="858" actId="700"/>
          <ac:spMkLst>
            <pc:docMk/>
            <pc:sldMk cId="3209538018" sldId="2063"/>
            <ac:spMk id="6" creationId="{3D49B867-9193-4521-4662-71CEAD408901}"/>
          </ac:spMkLst>
        </pc:spChg>
        <pc:spChg chg="add del mod ord">
          <ac:chgData name="Bregler, Jonathan" userId="426a72c5-a26b-4a8f-b73c-df1f3cb85e96" providerId="ADAL" clId="{4E08B23D-4DA6-4E0A-9A9E-CB65FA3C4C3B}" dt="2025-07-09T12:18:52.489" v="858" actId="700"/>
          <ac:spMkLst>
            <pc:docMk/>
            <pc:sldMk cId="3209538018" sldId="2063"/>
            <ac:spMk id="7" creationId="{BCBEF79E-1574-2E0D-6EDF-0B12427D8411}"/>
          </ac:spMkLst>
        </pc:spChg>
        <pc:spChg chg="add del mod ord">
          <ac:chgData name="Bregler, Jonathan" userId="426a72c5-a26b-4a8f-b73c-df1f3cb85e96" providerId="ADAL" clId="{4E08B23D-4DA6-4E0A-9A9E-CB65FA3C4C3B}" dt="2025-07-09T12:18:52.489" v="858" actId="700"/>
          <ac:spMkLst>
            <pc:docMk/>
            <pc:sldMk cId="3209538018" sldId="2063"/>
            <ac:spMk id="8" creationId="{F1E05753-84FF-F66E-23FB-EDE5D3F5BE53}"/>
          </ac:spMkLst>
        </pc:spChg>
        <pc:spChg chg="add del mod ord">
          <ac:chgData name="Bregler, Jonathan" userId="426a72c5-a26b-4a8f-b73c-df1f3cb85e96" providerId="ADAL" clId="{4E08B23D-4DA6-4E0A-9A9E-CB65FA3C4C3B}" dt="2025-07-09T12:18:52.489" v="858" actId="700"/>
          <ac:spMkLst>
            <pc:docMk/>
            <pc:sldMk cId="3209538018" sldId="2063"/>
            <ac:spMk id="9" creationId="{3D7250C8-D61B-5567-1CAF-EFBF3071937A}"/>
          </ac:spMkLst>
        </pc:spChg>
        <pc:spChg chg="add mod ord">
          <ac:chgData name="Bregler, Jonathan" userId="426a72c5-a26b-4a8f-b73c-df1f3cb85e96" providerId="ADAL" clId="{4E08B23D-4DA6-4E0A-9A9E-CB65FA3C4C3B}" dt="2025-07-09T12:26:27.226" v="1144" actId="15"/>
          <ac:spMkLst>
            <pc:docMk/>
            <pc:sldMk cId="3209538018" sldId="2063"/>
            <ac:spMk id="10" creationId="{BD30D49C-ABA2-181A-EAB3-D04ADA80B557}"/>
          </ac:spMkLst>
        </pc:spChg>
        <pc:spChg chg="add del mod ord">
          <ac:chgData name="Bregler, Jonathan" userId="426a72c5-a26b-4a8f-b73c-df1f3cb85e96" providerId="ADAL" clId="{4E08B23D-4DA6-4E0A-9A9E-CB65FA3C4C3B}" dt="2025-07-09T12:20:32.904" v="859" actId="22"/>
          <ac:spMkLst>
            <pc:docMk/>
            <pc:sldMk cId="3209538018" sldId="2063"/>
            <ac:spMk id="11" creationId="{30600786-D4C1-4A89-33DE-32247697FF39}"/>
          </ac:spMkLst>
        </pc:spChg>
        <pc:picChg chg="add mod ord modCrop">
          <ac:chgData name="Bregler, Jonathan" userId="426a72c5-a26b-4a8f-b73c-df1f3cb85e96" providerId="ADAL" clId="{4E08B23D-4DA6-4E0A-9A9E-CB65FA3C4C3B}" dt="2025-07-09T12:23:51.359" v="1087" actId="18131"/>
          <ac:picMkLst>
            <pc:docMk/>
            <pc:sldMk cId="3209538018" sldId="2063"/>
            <ac:picMk id="13" creationId="{B9E839B5-8FC6-4D3B-E436-6A57C3069A4E}"/>
          </ac:picMkLst>
        </pc:picChg>
      </pc:sldChg>
      <pc:sldChg chg="addSp delSp modSp new mod modClrScheme chgLayout">
        <pc:chgData name="Bregler, Jonathan" userId="426a72c5-a26b-4a8f-b73c-df1f3cb85e96" providerId="ADAL" clId="{4E08B23D-4DA6-4E0A-9A9E-CB65FA3C4C3B}" dt="2025-07-09T12:59:41.624" v="1478" actId="20577"/>
        <pc:sldMkLst>
          <pc:docMk/>
          <pc:sldMk cId="123699266" sldId="2064"/>
        </pc:sldMkLst>
        <pc:spChg chg="del">
          <ac:chgData name="Bregler, Jonathan" userId="426a72c5-a26b-4a8f-b73c-df1f3cb85e96" providerId="ADAL" clId="{4E08B23D-4DA6-4E0A-9A9E-CB65FA3C4C3B}" dt="2025-07-09T12:59:39.889" v="1474" actId="700"/>
          <ac:spMkLst>
            <pc:docMk/>
            <pc:sldMk cId="123699266" sldId="2064"/>
            <ac:spMk id="2" creationId="{DC34056B-9596-AE40-1B25-377F77EE73CF}"/>
          </ac:spMkLst>
        </pc:spChg>
        <pc:spChg chg="del">
          <ac:chgData name="Bregler, Jonathan" userId="426a72c5-a26b-4a8f-b73c-df1f3cb85e96" providerId="ADAL" clId="{4E08B23D-4DA6-4E0A-9A9E-CB65FA3C4C3B}" dt="2025-07-09T12:59:39.889" v="1474" actId="700"/>
          <ac:spMkLst>
            <pc:docMk/>
            <pc:sldMk cId="123699266" sldId="2064"/>
            <ac:spMk id="3" creationId="{E60979C4-967E-07AC-2E48-8F9AA3B753C7}"/>
          </ac:spMkLst>
        </pc:spChg>
        <pc:spChg chg="del mod ord">
          <ac:chgData name="Bregler, Jonathan" userId="426a72c5-a26b-4a8f-b73c-df1f3cb85e96" providerId="ADAL" clId="{4E08B23D-4DA6-4E0A-9A9E-CB65FA3C4C3B}" dt="2025-07-09T12:59:39.889" v="1474" actId="700"/>
          <ac:spMkLst>
            <pc:docMk/>
            <pc:sldMk cId="123699266" sldId="2064"/>
            <ac:spMk id="4" creationId="{18A4F245-B40D-22EC-7484-DFC6324D7B5B}"/>
          </ac:spMkLst>
        </pc:spChg>
        <pc:spChg chg="add mod ord">
          <ac:chgData name="Bregler, Jonathan" userId="426a72c5-a26b-4a8f-b73c-df1f3cb85e96" providerId="ADAL" clId="{4E08B23D-4DA6-4E0A-9A9E-CB65FA3C4C3B}" dt="2025-07-09T12:59:41.624" v="1478" actId="20577"/>
          <ac:spMkLst>
            <pc:docMk/>
            <pc:sldMk cId="123699266" sldId="2064"/>
            <ac:spMk id="5" creationId="{0DAF9378-281D-3F02-5383-4962A3101413}"/>
          </ac:spMkLst>
        </pc:spChg>
      </pc:sldChg>
      <pc:sldChg chg="addSp delSp modSp new mod modClrScheme chgLayout">
        <pc:chgData name="Bregler, Jonathan" userId="426a72c5-a26b-4a8f-b73c-df1f3cb85e96" providerId="ADAL" clId="{4E08B23D-4DA6-4E0A-9A9E-CB65FA3C4C3B}" dt="2025-07-09T14:34:29.807" v="1712" actId="6549"/>
        <pc:sldMkLst>
          <pc:docMk/>
          <pc:sldMk cId="3982282909" sldId="2065"/>
        </pc:sldMkLst>
        <pc:spChg chg="del mod ord">
          <ac:chgData name="Bregler, Jonathan" userId="426a72c5-a26b-4a8f-b73c-df1f3cb85e96" providerId="ADAL" clId="{4E08B23D-4DA6-4E0A-9A9E-CB65FA3C4C3B}" dt="2025-07-09T14:24:40.860" v="1480" actId="700"/>
          <ac:spMkLst>
            <pc:docMk/>
            <pc:sldMk cId="3982282909" sldId="2065"/>
            <ac:spMk id="2" creationId="{0071FD8F-0171-9234-230A-7458B6855C73}"/>
          </ac:spMkLst>
        </pc:spChg>
        <pc:spChg chg="add mod ord">
          <ac:chgData name="Bregler, Jonathan" userId="426a72c5-a26b-4a8f-b73c-df1f3cb85e96" providerId="ADAL" clId="{4E08B23D-4DA6-4E0A-9A9E-CB65FA3C4C3B}" dt="2025-07-09T14:24:43.864" v="1490" actId="20577"/>
          <ac:spMkLst>
            <pc:docMk/>
            <pc:sldMk cId="3982282909" sldId="2065"/>
            <ac:spMk id="3" creationId="{47E6A6C3-DF86-381F-1B16-1C48AE17BB91}"/>
          </ac:spMkLst>
        </pc:spChg>
        <pc:spChg chg="add mod ord">
          <ac:chgData name="Bregler, Jonathan" userId="426a72c5-a26b-4a8f-b73c-df1f3cb85e96" providerId="ADAL" clId="{4E08B23D-4DA6-4E0A-9A9E-CB65FA3C4C3B}" dt="2025-07-09T14:34:29.807" v="1712" actId="6549"/>
          <ac:spMkLst>
            <pc:docMk/>
            <pc:sldMk cId="3982282909" sldId="2065"/>
            <ac:spMk id="4" creationId="{1C33598E-C29F-B963-089D-21FB4DD8BA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 dirty="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en-DE" smtClean="0"/>
              <a:pPr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3613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0972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blue patter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69E6551-269A-D225-4CF8-EC6D532E4902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44128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5363" y="0"/>
            <a:ext cx="6119812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015515119" name="LogoBlue-Dynamic" descr="{&quot;templafy&quot;:{&quot;id&quot;:&quot;6a208b1c-f5ed-4d7b-b96e-68a59a1d59a3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6" name="Classification-Dynamic" descr="{&quot;templafy&quot;:{&quot;id&quot;:&quot;839c6f8a-fccc-465d-9033-98d788bdf723&quot;}}">
            <a:extLst>
              <a:ext uri="{FF2B5EF4-FFF2-40B4-BE49-F238E27FC236}">
                <a16:creationId xmlns:a16="http://schemas.microsoft.com/office/drawing/2014/main" id="{870EB466-B92B-9D4D-974E-A49C0F424152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704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cover with anvil">
    <p:bg>
      <p:bgPr>
        <a:solidFill>
          <a:srgbClr val="280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37E79459-E5C5-5E87-E38B-80855D38E462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rgbClr val="28004A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6E736-979F-0D4B-6D59-D0EA5D367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9111" y="1216759"/>
            <a:ext cx="8887864" cy="4424483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1090080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080429595" name="LogoWhite-Dynamic" descr="{&quot;templafy&quot;:{&quot;id&quot;:&quot;2841d51e-2f65-45dd-88a8-76f26268f3eb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7" name="Classification-Dynamic" descr="{&quot;templafy&quot;:{&quot;id&quot;:&quot;2f67671b-19b6-4420-b87a-ed646bb69096&quot;}}">
            <a:extLst>
              <a:ext uri="{FF2B5EF4-FFF2-40B4-BE49-F238E27FC236}">
                <a16:creationId xmlns:a16="http://schemas.microsoft.com/office/drawing/2014/main" id="{1D05DC80-84C9-9ECA-3B84-3577D8D8165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go cover with anvi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48">
            <a:extLst>
              <a:ext uri="{FF2B5EF4-FFF2-40B4-BE49-F238E27FC236}">
                <a16:creationId xmlns:a16="http://schemas.microsoft.com/office/drawing/2014/main" id="{3F9D113E-DB39-0CF2-578D-9B5D35C92F55}"/>
              </a:ext>
            </a:extLst>
          </p:cNvPr>
          <p:cNvSpPr/>
          <p:nvPr userDrawn="1"/>
        </p:nvSpPr>
        <p:spPr bwMode="gray">
          <a:xfrm>
            <a:off x="7102258" y="0"/>
            <a:ext cx="5092917" cy="6858000"/>
          </a:xfrm>
          <a:prstGeom prst="rect">
            <a:avLst/>
          </a:prstGeom>
          <a:solidFill>
            <a:srgbClr val="FFC932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9CF98F2-AE93-6F6D-B5F5-C2F74E0787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7600" y="250521"/>
            <a:ext cx="4538091" cy="63280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DD06AF2-2141-CEFD-4797-A6E50CC267FE}"/>
              </a:ext>
            </a:extLst>
          </p:cNvPr>
          <p:cNvSpPr/>
          <p:nvPr userDrawn="1"/>
        </p:nvSpPr>
        <p:spPr bwMode="gray">
          <a:xfrm>
            <a:off x="1" y="0"/>
            <a:ext cx="7226300" cy="6858000"/>
          </a:xfrm>
          <a:prstGeom prst="rect">
            <a:avLst/>
          </a:prstGeom>
          <a:solidFill>
            <a:schemeClr val="accent1"/>
          </a:solidFill>
          <a:ln w="1342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752690205" name="LogoWhite-Dynamic" descr="{&quot;templafy&quot;:{&quot;id&quot;:&quot;d6544810-7a11-41b3-8cc8-ba1e56d78b52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8" name="Classification-Dynamic" descr="{&quot;templafy&quot;:{&quot;id&quot;:&quot;4709167c-5ed4-4a6f-8f0b-7b014d249e0c&quot;}}">
            <a:extLst>
              <a:ext uri="{FF2B5EF4-FFF2-40B4-BE49-F238E27FC236}">
                <a16:creationId xmlns:a16="http://schemas.microsoft.com/office/drawing/2014/main" id="{F1333C1B-AD40-D53A-5A1E-EFB8C6390D4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B4DB5-6F82-52F7-7AD9-80874B011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4664821" y="1129553"/>
            <a:ext cx="6886462" cy="5728447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63330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784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 userDrawn="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cover with image in anvil shape">
    <p:bg>
      <p:bgPr>
        <a:solidFill>
          <a:srgbClr val="97DD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F15634C-E3A9-CDE6-5F8E-35B41DFE2B5D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97DD40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1" y="2706317"/>
            <a:ext cx="552970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69496" y="2029240"/>
            <a:ext cx="5711687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sp>
        <p:nvSpPr>
          <p:cNvPr id="4" name="Classification-Dynamic" descr="{&quot;templafy&quot;:{&quot;id&quot;:&quot;043d6904-3de3-48d1-85b1-2deb96d7f4a0&quot;}}">
            <a:extLst>
              <a:ext uri="{FF2B5EF4-FFF2-40B4-BE49-F238E27FC236}">
                <a16:creationId xmlns:a16="http://schemas.microsoft.com/office/drawing/2014/main" id="{13EDB9F6-FBDA-8ED8-A84B-244CC53CFF99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  <p:pic>
        <p:nvPicPr>
          <p:cNvPr id="919554544" name="LogoBlack-Dynamic" descr="{&quot;templafy&quot;:{&quot;id&quot;:&quot;ade12af7-3637-4af7-9b1c-dd0c7e4bad92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9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F6B4F408-95BC-730E-4114-45641ED46491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8000" y="4024430"/>
            <a:ext cx="10899174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589485722" name="LogoBlue-Dynamic" descr="{&quot;templafy&quot;:{&quot;id&quot;:&quot;d7d12028-2c3d-4940-8067-112aabdf77b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6218600"/>
            <a:ext cx="727192" cy="360000"/>
          </a:xfrm>
          <a:prstGeom prst="rect">
            <a:avLst/>
          </a:prstGeom>
        </p:spPr>
      </p:pic>
      <p:sp>
        <p:nvSpPr>
          <p:cNvPr id="9" name="Classification-Dynamic" descr="{&quot;templafy&quot;:{&quot;id&quot;:&quot;b44e9a74-d7a9-4647-bfa0-ca38b3efed00&quot;}}">
            <a:extLst>
              <a:ext uri="{FF2B5EF4-FFF2-40B4-BE49-F238E27FC236}">
                <a16:creationId xmlns:a16="http://schemas.microsoft.com/office/drawing/2014/main" id="{CE0C2033-6FDF-7DD6-E25C-C03296FDAD00}"/>
              </a:ext>
            </a:extLst>
          </p:cNvPr>
          <p:cNvSpPr txBox="1"/>
          <p:nvPr userDrawn="1"/>
        </p:nvSpPr>
        <p:spPr>
          <a:xfrm>
            <a:off x="282575" y="5724000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green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615A14AB-7A75-B899-CDA1-E311E201A837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CAD3135A-95A0-606F-5A25-35CF890B232D}"/>
              </a:ext>
            </a:extLst>
          </p:cNvPr>
          <p:cNvSpPr/>
          <p:nvPr/>
        </p:nvSpPr>
        <p:spPr>
          <a:xfrm>
            <a:off x="5072441" y="1275473"/>
            <a:ext cx="6069341" cy="2991727"/>
          </a:xfrm>
          <a:custGeom>
            <a:avLst/>
            <a:gdLst>
              <a:gd name="connsiteX0" fmla="*/ 0 w 6069341"/>
              <a:gd name="connsiteY0" fmla="*/ 0 h 2991727"/>
              <a:gd name="connsiteX1" fmla="*/ 0 w 6069341"/>
              <a:gd name="connsiteY1" fmla="*/ 2991727 h 2991727"/>
              <a:gd name="connsiteX2" fmla="*/ 3084421 w 6069341"/>
              <a:gd name="connsiteY2" fmla="*/ 2991727 h 2991727"/>
              <a:gd name="connsiteX3" fmla="*/ 6069341 w 6069341"/>
              <a:gd name="connsiteY3" fmla="*/ 0 h 2991727"/>
              <a:gd name="connsiteX4" fmla="*/ 0 w 6069341"/>
              <a:gd name="connsiteY4" fmla="*/ 0 h 2991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341" h="2991727">
                <a:moveTo>
                  <a:pt x="0" y="0"/>
                </a:moveTo>
                <a:lnTo>
                  <a:pt x="0" y="2991727"/>
                </a:lnTo>
                <a:lnTo>
                  <a:pt x="3084421" y="2991727"/>
                </a:lnTo>
                <a:lnTo>
                  <a:pt x="6069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97DD40"/>
          </a:solidFill>
          <a:ln w="7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2035726345" name="LogoBlue-Dynamic" descr="{&quot;templafy&quot;:{&quot;id&quot;:&quot;ab2540ee-5121-4695-aec4-5c5ac609891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11" name="Classification-Dynamic" descr="{&quot;templafy&quot;:{&quot;id&quot;:&quot;d41d41e2-d313-4078-b97f-f434f65d2d17&quot;}}">
            <a:extLst>
              <a:ext uri="{FF2B5EF4-FFF2-40B4-BE49-F238E27FC236}">
                <a16:creationId xmlns:a16="http://schemas.microsoft.com/office/drawing/2014/main" id="{62D91ACB-BD14-46CB-4B61-F4B072D877C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554761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ght 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ackground">
            <a:extLst>
              <a:ext uri="{FF2B5EF4-FFF2-40B4-BE49-F238E27FC236}">
                <a16:creationId xmlns:a16="http://schemas.microsoft.com/office/drawing/2014/main" id="{581FAEF7-1ACD-83AC-7B42-761E6A30387F}"/>
              </a:ext>
            </a:extLst>
          </p:cNvPr>
          <p:cNvSpPr/>
          <p:nvPr userDrawn="1"/>
        </p:nvSpPr>
        <p:spPr bwMode="gray">
          <a:xfrm>
            <a:off x="0" y="0"/>
            <a:ext cx="12195175" cy="6858000"/>
          </a:xfrm>
          <a:prstGeom prst="rect">
            <a:avLst/>
          </a:prstGeom>
          <a:solidFill>
            <a:srgbClr val="A6E0FF">
              <a:alpha val="42715"/>
            </a:srgbClr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Anvil" descr="preencoded.png">
            <a:extLst>
              <a:ext uri="{FF2B5EF4-FFF2-40B4-BE49-F238E27FC236}">
                <a16:creationId xmlns:a16="http://schemas.microsoft.com/office/drawing/2014/main" id="{94093846-CC07-3993-CA62-86004F1C03F9}"/>
              </a:ext>
            </a:extLst>
          </p:cNvPr>
          <p:cNvSpPr/>
          <p:nvPr/>
        </p:nvSpPr>
        <p:spPr>
          <a:xfrm>
            <a:off x="1671629" y="1247336"/>
            <a:ext cx="8851917" cy="4363327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A6E0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098B98B-8FDE-5B19-2FC7-97058A6B53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16027023" name="LogoBlack-Dynamic" descr="{&quot;templafy&quot;:{&quot;id&quot;:&quot;7584d8a4-7f18-477d-ba27-430be5c08d0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38d8ace5-07f2-41de-bdc9-6513fee8c979&quot;}}">
            <a:extLst>
              <a:ext uri="{FF2B5EF4-FFF2-40B4-BE49-F238E27FC236}">
                <a16:creationId xmlns:a16="http://schemas.microsoft.com/office/drawing/2014/main" id="{D417CEF6-1FCD-75B6-FA13-C583ECCE7BE5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315975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B90FF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5" name="Anvil" descr="preencoded.png">
            <a:extLst>
              <a:ext uri="{FF2B5EF4-FFF2-40B4-BE49-F238E27FC236}">
                <a16:creationId xmlns:a16="http://schemas.microsoft.com/office/drawing/2014/main" id="{2384FC7E-529D-ABDF-A914-031C308F2C30}"/>
              </a:ext>
            </a:extLst>
          </p:cNvPr>
          <p:cNvSpPr/>
          <p:nvPr userDrawn="1"/>
        </p:nvSpPr>
        <p:spPr>
          <a:xfrm>
            <a:off x="780374" y="1275475"/>
            <a:ext cx="7983802" cy="3935411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2A86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09C0759-3773-C728-D6A6-855D822107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876593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792845257" name="LogoWhite-Dynamic" descr="{&quot;templafy&quot;:{&quot;id&quot;:&quot;7336aa2e-fac9-43e8-b908-57526a7c674d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f59d6465-aee0-4b4f-935f-47708cb63656&quot;}}">
            <a:extLst>
              <a:ext uri="{FF2B5EF4-FFF2-40B4-BE49-F238E27FC236}">
                <a16:creationId xmlns:a16="http://schemas.microsoft.com/office/drawing/2014/main" id="{D67AB148-356D-F356-4E6C-9664D9EB9DF3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4293282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cover with anvil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 descr="preencoded.png">
            <a:extLst>
              <a:ext uri="{FF2B5EF4-FFF2-40B4-BE49-F238E27FC236}">
                <a16:creationId xmlns:a16="http://schemas.microsoft.com/office/drawing/2014/main" id="{5F3BB899-74C3-EBF7-C191-EC2863B8F536}"/>
              </a:ext>
            </a:extLst>
          </p:cNvPr>
          <p:cNvSpPr/>
          <p:nvPr/>
        </p:nvSpPr>
        <p:spPr>
          <a:xfrm>
            <a:off x="0" y="0"/>
            <a:ext cx="12195175" cy="6858000"/>
          </a:xfrm>
          <a:custGeom>
            <a:avLst/>
            <a:gdLst>
              <a:gd name="connsiteX0" fmla="*/ 0 w 12195175"/>
              <a:gd name="connsiteY0" fmla="*/ 0 h 6858000"/>
              <a:gd name="connsiteX1" fmla="*/ 12195175 w 12195175"/>
              <a:gd name="connsiteY1" fmla="*/ 0 h 6858000"/>
              <a:gd name="connsiteX2" fmla="*/ 12195175 w 12195175"/>
              <a:gd name="connsiteY2" fmla="*/ 6858000 h 6858000"/>
              <a:gd name="connsiteX3" fmla="*/ 0 w 121951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58000">
                <a:moveTo>
                  <a:pt x="0" y="0"/>
                </a:moveTo>
                <a:lnTo>
                  <a:pt x="12195175" y="0"/>
                </a:lnTo>
                <a:lnTo>
                  <a:pt x="1219517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CEAC"/>
          </a:solidFill>
          <a:ln w="112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F36DF1A0-33EF-D4BF-029F-2435A3EF8C01}"/>
              </a:ext>
            </a:extLst>
          </p:cNvPr>
          <p:cNvSpPr/>
          <p:nvPr/>
        </p:nvSpPr>
        <p:spPr>
          <a:xfrm>
            <a:off x="1503604" y="989322"/>
            <a:ext cx="9187967" cy="4528975"/>
          </a:xfrm>
          <a:custGeom>
            <a:avLst/>
            <a:gdLst>
              <a:gd name="connsiteX0" fmla="*/ 0 w 9187967"/>
              <a:gd name="connsiteY0" fmla="*/ 0 h 4528975"/>
              <a:gd name="connsiteX1" fmla="*/ 0 w 9187967"/>
              <a:gd name="connsiteY1" fmla="*/ 4528975 h 4528975"/>
              <a:gd name="connsiteX2" fmla="*/ 4669297 w 9187967"/>
              <a:gd name="connsiteY2" fmla="*/ 4528975 h 4528975"/>
              <a:gd name="connsiteX3" fmla="*/ 9187967 w 9187967"/>
              <a:gd name="connsiteY3" fmla="*/ 0 h 4528975"/>
              <a:gd name="connsiteX4" fmla="*/ 0 w 9187967"/>
              <a:gd name="connsiteY4" fmla="*/ 0 h 45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7967" h="4528975">
                <a:moveTo>
                  <a:pt x="0" y="0"/>
                </a:moveTo>
                <a:lnTo>
                  <a:pt x="0" y="4528975"/>
                </a:lnTo>
                <a:lnTo>
                  <a:pt x="4669297" y="4528975"/>
                </a:lnTo>
                <a:lnTo>
                  <a:pt x="9187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EDD4"/>
          </a:solidFill>
          <a:ln w="125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5515F5CA-E76C-CC3B-68A7-37E88873A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5929920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56900233" name="LogoBlack-Dynamic" descr="{&quot;templafy&quot;:{&quot;id&quot;:&quot;f2bc69a3-0f6c-4e4c-a251-35bdd33bb1c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5294c393-9346-4bc3-9147-f4082f73ea35&quot;}}">
            <a:extLst>
              <a:ext uri="{FF2B5EF4-FFF2-40B4-BE49-F238E27FC236}">
                <a16:creationId xmlns:a16="http://schemas.microsoft.com/office/drawing/2014/main" id="{BBFBBDC3-D031-6041-465D-9F7147F423CF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910220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ith cover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83FFCA81-9D1B-7BE9-9F97-BEDB3E67519A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860E7D-5DEB-5F1B-5AAF-4C41BD1A77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8700" y="0"/>
            <a:ext cx="6086475" cy="6858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D8805AE3-41BC-E9DB-1A66-ADF41EDBC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026739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latin typeface="72 Brand Medium" panose="020B0504030603020204" pitchFamily="34" charset="0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14939720" name="LogoBlue-Dynamic" descr="{&quot;templafy&quot;:{&quot;id&quot;:&quot;1d9a7ea8-bfc7-4849-8fa2-cc4cde1d8749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3" name="Classification-Dynamic" descr="{&quot;templafy&quot;:{&quot;id&quot;:&quot;9cfb9cf3-9a2b-4f2b-81e3-94fd5b3c963c&quot;}}">
            <a:extLst>
              <a:ext uri="{FF2B5EF4-FFF2-40B4-BE49-F238E27FC236}">
                <a16:creationId xmlns:a16="http://schemas.microsoft.com/office/drawing/2014/main" id="{4A078429-99DD-7555-B0F4-FEF46FD297B0}"/>
              </a:ext>
            </a:extLst>
          </p:cNvPr>
          <p:cNvSpPr txBox="1"/>
          <p:nvPr userDrawn="1"/>
        </p:nvSpPr>
        <p:spPr>
          <a:xfrm>
            <a:off x="282575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tx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043655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1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ver with anvil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SpPr/>
          <p:nvPr/>
        </p:nvSpPr>
        <p:spPr>
          <a:xfrm>
            <a:off x="0" y="0"/>
            <a:ext cx="12195175" cy="6861495"/>
          </a:xfrm>
          <a:custGeom>
            <a:avLst/>
            <a:gdLst>
              <a:gd name="connsiteX0" fmla="*/ 0 w 12195175"/>
              <a:gd name="connsiteY0" fmla="*/ 0 h 6861495"/>
              <a:gd name="connsiteX1" fmla="*/ 12195175 w 12195175"/>
              <a:gd name="connsiteY1" fmla="*/ 0 h 6861495"/>
              <a:gd name="connsiteX2" fmla="*/ 12195175 w 12195175"/>
              <a:gd name="connsiteY2" fmla="*/ 6861496 h 6861495"/>
              <a:gd name="connsiteX3" fmla="*/ 0 w 12195175"/>
              <a:gd name="connsiteY3" fmla="*/ 6861496 h 6861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5175" h="6861495">
                <a:moveTo>
                  <a:pt x="0" y="0"/>
                </a:moveTo>
                <a:lnTo>
                  <a:pt x="12195175" y="0"/>
                </a:lnTo>
                <a:lnTo>
                  <a:pt x="12195175" y="6861496"/>
                </a:lnTo>
                <a:lnTo>
                  <a:pt x="0" y="6861496"/>
                </a:lnTo>
                <a:close/>
              </a:path>
            </a:pathLst>
          </a:custGeom>
          <a:solidFill>
            <a:srgbClr val="0057D2"/>
          </a:solidFill>
          <a:ln w="1016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6" name="Anvil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SpPr/>
          <p:nvPr/>
        </p:nvSpPr>
        <p:spPr>
          <a:xfrm>
            <a:off x="752355" y="1156532"/>
            <a:ext cx="5613722" cy="2756252"/>
          </a:xfrm>
          <a:custGeom>
            <a:avLst/>
            <a:gdLst>
              <a:gd name="connsiteX0" fmla="*/ 0 w 5613722"/>
              <a:gd name="connsiteY0" fmla="*/ 0 h 2756252"/>
              <a:gd name="connsiteX1" fmla="*/ 0 w 5613722"/>
              <a:gd name="connsiteY1" fmla="*/ 2756252 h 2756252"/>
              <a:gd name="connsiteX2" fmla="*/ 2852875 w 5613722"/>
              <a:gd name="connsiteY2" fmla="*/ 2756252 h 2756252"/>
              <a:gd name="connsiteX3" fmla="*/ 5613722 w 5613722"/>
              <a:gd name="connsiteY3" fmla="*/ 0 h 2756252"/>
              <a:gd name="connsiteX4" fmla="*/ 0 w 5613722"/>
              <a:gd name="connsiteY4" fmla="*/ 0 h 275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13722" h="2756252">
                <a:moveTo>
                  <a:pt x="0" y="0"/>
                </a:moveTo>
                <a:lnTo>
                  <a:pt x="0" y="2756252"/>
                </a:lnTo>
                <a:lnTo>
                  <a:pt x="2852875" y="2756252"/>
                </a:lnTo>
                <a:lnTo>
                  <a:pt x="561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  <a:ln w="92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 dirty="0">
              <a:latin typeface="72 Brand" panose="020B0504030603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36062" y="0"/>
            <a:ext cx="4359114" cy="6858000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051754"/>
            <a:ext cx="5529704" cy="997196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914672364" name="LogoWhite-Dynamic" descr="{&quot;templafy&quot;:{&quot;id&quot;:&quot;142551ba-533d-4465-a895-928eefca86d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  <p:sp>
        <p:nvSpPr>
          <p:cNvPr id="5" name="Classification-Dynamic" descr="{&quot;templafy&quot;:{&quot;id&quot;:&quot;74912449-a2f8-4735-ba69-7022b2b2a01d&quot;}}">
            <a:extLst>
              <a:ext uri="{FF2B5EF4-FFF2-40B4-BE49-F238E27FC236}">
                <a16:creationId xmlns:a16="http://schemas.microsoft.com/office/drawing/2014/main" id="{7A6CB977-D711-D436-9DC2-AAFCC56F9CAA}"/>
              </a:ext>
            </a:extLst>
          </p:cNvPr>
          <p:cNvSpPr txBox="1"/>
          <p:nvPr userDrawn="1"/>
        </p:nvSpPr>
        <p:spPr>
          <a:xfrm>
            <a:off x="440401" y="5080814"/>
            <a:ext cx="4986112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b="0" i="0" kern="0">
                <a:solidFill>
                  <a:schemeClr val="bg1"/>
                </a:solidFill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9797496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385" userDrawn="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 userDrawn="1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1"/>
            <a:ext cx="11186476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Agenda Item/Divider Headline</a:t>
            </a:r>
          </a:p>
          <a:p>
            <a:pPr lvl="1"/>
            <a:r>
              <a:rPr lang="en-US" dirty="0"/>
              <a:t>Details</a:t>
            </a: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1" userDrawn="1">
          <p15:clr>
            <a:srgbClr val="FBAE40"/>
          </p15:clr>
        </p15:guide>
        <p15:guide id="2" orient="horz" pos="970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pos="736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14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453302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64" userDrawn="1">
          <p15:clr>
            <a:srgbClr val="FBAE40"/>
          </p15:clr>
        </p15:guide>
        <p15:guide id="3" pos="314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74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  <p15:guide id="5" orient="horz" pos="399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0" y="504000"/>
            <a:ext cx="11186476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7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pos="3674" userDrawn="1">
          <p15:clr>
            <a:srgbClr val="FBAE40"/>
          </p15:clr>
        </p15:guide>
        <p15:guide id="5" pos="4007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563" userDrawn="1">
          <p15:clr>
            <a:srgbClr val="FBAE40"/>
          </p15:clr>
        </p15:guide>
        <p15:guide id="4" pos="2717" userDrawn="1">
          <p15:clr>
            <a:srgbClr val="FBAE40"/>
          </p15:clr>
        </p15:guide>
        <p15:guide id="5" pos="4964" userDrawn="1">
          <p15:clr>
            <a:srgbClr val="FBAE40"/>
          </p15:clr>
        </p15:guide>
        <p15:guide id="6" pos="5119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  <p15:guide id="10" orient="horz" pos="39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75238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328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  <p15:guide id="7" orient="horz" pos="3997" userDrawn="1">
          <p15:clr>
            <a:srgbClr val="FBAE40"/>
          </p15:clr>
        </p15:guide>
        <p15:guide id="8" pos="3682" userDrawn="1">
          <p15:clr>
            <a:srgbClr val="FBAE40"/>
          </p15:clr>
        </p15:guide>
        <p15:guide id="9" pos="4000" userDrawn="1">
          <p15:clr>
            <a:srgbClr val="FBAE40"/>
          </p15:clr>
        </p15:guide>
        <p15:guide id="10" pos="736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3912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455" userDrawn="1">
          <p15:clr>
            <a:srgbClr val="FBAE40"/>
          </p15:clr>
        </p15:guide>
        <p15:guide id="4" pos="2773" userDrawn="1">
          <p15:clr>
            <a:srgbClr val="FBAE40"/>
          </p15:clr>
        </p15:guide>
        <p15:guide id="5" pos="4910" userDrawn="1">
          <p15:clr>
            <a:srgbClr val="FBAE40"/>
          </p15:clr>
        </p15:guide>
        <p15:guide id="6" pos="5227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  <p15:guide id="12" orient="horz" pos="39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720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2415600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  <p15:guide id="7" orient="horz" pos="3990" userDrawn="1">
          <p15:clr>
            <a:srgbClr val="FBAE40"/>
          </p15:clr>
        </p15:guide>
        <p15:guide id="8" pos="1840" userDrawn="1">
          <p15:clr>
            <a:srgbClr val="FBAE40"/>
          </p15:clr>
        </p15:guide>
        <p15:guide id="9" pos="2159" userDrawn="1">
          <p15:clr>
            <a:srgbClr val="FBAE40"/>
          </p15:clr>
        </p15:guide>
        <p15:guide id="10" pos="3683" userDrawn="1">
          <p15:clr>
            <a:srgbClr val="FBAE40"/>
          </p15:clr>
        </p15:guide>
        <p15:guide id="11" pos="4000" userDrawn="1">
          <p15:clr>
            <a:srgbClr val="FBAE40"/>
          </p15:clr>
        </p15:guide>
        <p15:guide id="12" pos="5525" userDrawn="1">
          <p15:clr>
            <a:srgbClr val="FBAE40"/>
          </p15:clr>
        </p15:guide>
        <p15:guide id="13" pos="5842" userDrawn="1">
          <p15:clr>
            <a:srgbClr val="FBAE40"/>
          </p15:clr>
        </p15:guide>
        <p15:guide id="14" pos="736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800000"/>
            <a:ext cx="11185200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0" i="0">
                <a:latin typeface="72 Brand Medium" panose="020B0504030603020204" pitchFamily="34" charset="0"/>
              </a:defRPr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 dirty="0"/>
              <a:t>“Quote goes here </a:t>
            </a:r>
            <a:br>
              <a:rPr lang="en-US" noProof="0" dirty="0"/>
            </a:br>
            <a:r>
              <a:rPr lang="en-US" noProof="0" dirty="0"/>
              <a:t>and here.”</a:t>
            </a:r>
          </a:p>
          <a:p>
            <a:pPr lvl="1"/>
            <a:r>
              <a:rPr lang="en-US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32785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4" orient="horz" pos="1132" userDrawn="1">
          <p15:clr>
            <a:srgbClr val="FBAE40"/>
          </p15:clr>
        </p15:guide>
        <p15:guide id="5" orient="horz" pos="3204" userDrawn="1">
          <p15:clr>
            <a:srgbClr val="FBAE40"/>
          </p15:clr>
        </p15:guide>
        <p15:guide id="6" pos="7363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548000"/>
            <a:ext cx="7092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4786" userDrawn="1">
          <p15:clr>
            <a:srgbClr val="FBAE40"/>
          </p15:clr>
        </p15:guide>
        <p15:guide id="4" pos="5111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97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557338"/>
            <a:ext cx="5328000" cy="4788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328000" cy="47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972" userDrawn="1">
          <p15:clr>
            <a:srgbClr val="FBAE40"/>
          </p15:clr>
        </p15:guide>
        <p15:guide id="3" pos="367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7364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3991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788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4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2" userDrawn="1">
          <p15:clr>
            <a:srgbClr val="FBAE40"/>
          </p15:clr>
        </p15:guide>
        <p15:guide id="5" orient="horz" pos="3991" userDrawn="1">
          <p15:clr>
            <a:srgbClr val="FBAE40"/>
          </p15:clr>
        </p15:guide>
        <p15:guide id="6" pos="736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238" y="2905125"/>
            <a:ext cx="183704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9" name="Copyright - Dynamic" descr="{&quot;templafy&quot;:{&quot;id&quot;:&quot;408f0ce9-fdec-4531-b346-9ac42ed8239b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>
                <a:latin typeface="+mn-lt"/>
              </a:rPr>
              <a:t>© 2025 SAP SE or an SAP affiliate company. All rights reserved. See Legal Notice on www.sap.com/legal-notice for use terms, disclaimers, disclosures, or restrictions related to this material.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543050"/>
            <a:ext cx="5413477" cy="846386"/>
          </a:xfrm>
        </p:spPr>
        <p:txBody>
          <a:bodyPr/>
          <a:lstStyle>
            <a:lvl1pPr>
              <a:defRPr sz="5500" b="0" i="0">
                <a:latin typeface="72 Brand Medium" panose="020B0504030603020204" pitchFamily="34" charset="0"/>
              </a:defRPr>
            </a:lvl1pPr>
          </a:lstStyle>
          <a:p>
            <a:r>
              <a:rPr lang="en-GB" dirty="0"/>
              <a:t>Thank you.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3947" y="5990000"/>
            <a:ext cx="35064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09031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7364" userDrawn="1">
          <p15:clr>
            <a:srgbClr val="FBAE40"/>
          </p15:clr>
        </p15:guide>
        <p15:guide id="2" orient="horz" pos="970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  <p15:guide id="5" orient="horz" pos="4000" userDrawn="1">
          <p15:clr>
            <a:srgbClr val="FBAE40"/>
          </p15:clr>
        </p15:guide>
        <p15:guide id="6" pos="314" userDrawn="1">
          <p15:clr>
            <a:srgbClr val="FBAE40"/>
          </p15:clr>
        </p15:guide>
        <p15:guide id="8" pos="3841" userDrawn="1">
          <p15:clr>
            <a:srgbClr val="FBAE40"/>
          </p15:clr>
        </p15:guide>
        <p15:guide id="9" orient="horz" pos="31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88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3.xml"/><Relationship Id="rId63" Type="http://schemas.openxmlformats.org/officeDocument/2006/relationships/tags" Target="../tags/tag34.xml"/><Relationship Id="rId84" Type="http://schemas.openxmlformats.org/officeDocument/2006/relationships/tags" Target="../tags/tag55.xml"/><Relationship Id="rId138" Type="http://schemas.openxmlformats.org/officeDocument/2006/relationships/tags" Target="../tags/tag109.xml"/><Relationship Id="rId107" Type="http://schemas.openxmlformats.org/officeDocument/2006/relationships/tags" Target="../tags/tag78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3.xml"/><Relationship Id="rId53" Type="http://schemas.openxmlformats.org/officeDocument/2006/relationships/tags" Target="../tags/tag24.xml"/><Relationship Id="rId74" Type="http://schemas.openxmlformats.org/officeDocument/2006/relationships/tags" Target="../tags/tag45.xml"/><Relationship Id="rId128" Type="http://schemas.openxmlformats.org/officeDocument/2006/relationships/tags" Target="../tags/tag99.xml"/><Relationship Id="rId149" Type="http://schemas.openxmlformats.org/officeDocument/2006/relationships/tags" Target="../tags/tag120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66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tags" Target="../tags/tag14.xml"/><Relationship Id="rId48" Type="http://schemas.openxmlformats.org/officeDocument/2006/relationships/tags" Target="../tags/tag19.xml"/><Relationship Id="rId64" Type="http://schemas.openxmlformats.org/officeDocument/2006/relationships/tags" Target="../tags/tag35.xml"/><Relationship Id="rId69" Type="http://schemas.openxmlformats.org/officeDocument/2006/relationships/tags" Target="../tags/tag40.xml"/><Relationship Id="rId113" Type="http://schemas.openxmlformats.org/officeDocument/2006/relationships/tags" Target="../tags/tag84.xml"/><Relationship Id="rId118" Type="http://schemas.openxmlformats.org/officeDocument/2006/relationships/tags" Target="../tags/tag89.xml"/><Relationship Id="rId134" Type="http://schemas.openxmlformats.org/officeDocument/2006/relationships/tags" Target="../tags/tag105.xml"/><Relationship Id="rId139" Type="http://schemas.openxmlformats.org/officeDocument/2006/relationships/tags" Target="../tags/tag110.xml"/><Relationship Id="rId80" Type="http://schemas.openxmlformats.org/officeDocument/2006/relationships/tags" Target="../tags/tag51.xml"/><Relationship Id="rId85" Type="http://schemas.openxmlformats.org/officeDocument/2006/relationships/tags" Target="../tags/tag56.xml"/><Relationship Id="rId150" Type="http://schemas.openxmlformats.org/officeDocument/2006/relationships/tags" Target="../tags/tag121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4.xml"/><Relationship Id="rId38" Type="http://schemas.openxmlformats.org/officeDocument/2006/relationships/tags" Target="../tags/tag9.xml"/><Relationship Id="rId59" Type="http://schemas.openxmlformats.org/officeDocument/2006/relationships/tags" Target="../tags/tag30.xml"/><Relationship Id="rId103" Type="http://schemas.openxmlformats.org/officeDocument/2006/relationships/tags" Target="../tags/tag74.xml"/><Relationship Id="rId108" Type="http://schemas.openxmlformats.org/officeDocument/2006/relationships/tags" Target="../tags/tag79.xml"/><Relationship Id="rId124" Type="http://schemas.openxmlformats.org/officeDocument/2006/relationships/tags" Target="../tags/tag95.xml"/><Relationship Id="rId129" Type="http://schemas.openxmlformats.org/officeDocument/2006/relationships/tags" Target="../tags/tag100.xml"/><Relationship Id="rId54" Type="http://schemas.openxmlformats.org/officeDocument/2006/relationships/tags" Target="../tags/tag25.xml"/><Relationship Id="rId70" Type="http://schemas.openxmlformats.org/officeDocument/2006/relationships/tags" Target="../tags/tag41.xml"/><Relationship Id="rId75" Type="http://schemas.openxmlformats.org/officeDocument/2006/relationships/tags" Target="../tags/tag46.xml"/><Relationship Id="rId91" Type="http://schemas.openxmlformats.org/officeDocument/2006/relationships/tags" Target="../tags/tag62.xml"/><Relationship Id="rId96" Type="http://schemas.openxmlformats.org/officeDocument/2006/relationships/tags" Target="../tags/tag67.xml"/><Relationship Id="rId140" Type="http://schemas.openxmlformats.org/officeDocument/2006/relationships/tags" Target="../tags/tag111.xml"/><Relationship Id="rId145" Type="http://schemas.openxmlformats.org/officeDocument/2006/relationships/tags" Target="../tags/tag1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20.xml"/><Relationship Id="rId114" Type="http://schemas.openxmlformats.org/officeDocument/2006/relationships/tags" Target="../tags/tag85.xml"/><Relationship Id="rId119" Type="http://schemas.openxmlformats.org/officeDocument/2006/relationships/tags" Target="../tags/tag90.xml"/><Relationship Id="rId44" Type="http://schemas.openxmlformats.org/officeDocument/2006/relationships/tags" Target="../tags/tag15.xml"/><Relationship Id="rId60" Type="http://schemas.openxmlformats.org/officeDocument/2006/relationships/tags" Target="../tags/tag31.xml"/><Relationship Id="rId65" Type="http://schemas.openxmlformats.org/officeDocument/2006/relationships/tags" Target="../tags/tag36.xml"/><Relationship Id="rId81" Type="http://schemas.openxmlformats.org/officeDocument/2006/relationships/tags" Target="../tags/tag52.xml"/><Relationship Id="rId86" Type="http://schemas.openxmlformats.org/officeDocument/2006/relationships/tags" Target="../tags/tag57.xml"/><Relationship Id="rId130" Type="http://schemas.openxmlformats.org/officeDocument/2006/relationships/tags" Target="../tags/tag101.xml"/><Relationship Id="rId135" Type="http://schemas.openxmlformats.org/officeDocument/2006/relationships/tags" Target="../tags/tag106.xml"/><Relationship Id="rId151" Type="http://schemas.openxmlformats.org/officeDocument/2006/relationships/tags" Target="../tags/tag122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0.xml"/><Relationship Id="rId109" Type="http://schemas.openxmlformats.org/officeDocument/2006/relationships/tags" Target="../tags/tag80.xml"/><Relationship Id="rId34" Type="http://schemas.openxmlformats.org/officeDocument/2006/relationships/tags" Target="../tags/tag5.xml"/><Relationship Id="rId50" Type="http://schemas.openxmlformats.org/officeDocument/2006/relationships/tags" Target="../tags/tag21.xml"/><Relationship Id="rId55" Type="http://schemas.openxmlformats.org/officeDocument/2006/relationships/tags" Target="../tags/tag26.xml"/><Relationship Id="rId76" Type="http://schemas.openxmlformats.org/officeDocument/2006/relationships/tags" Target="../tags/tag47.xml"/><Relationship Id="rId97" Type="http://schemas.openxmlformats.org/officeDocument/2006/relationships/tags" Target="../tags/tag68.xml"/><Relationship Id="rId104" Type="http://schemas.openxmlformats.org/officeDocument/2006/relationships/tags" Target="../tags/tag75.xml"/><Relationship Id="rId120" Type="http://schemas.openxmlformats.org/officeDocument/2006/relationships/tags" Target="../tags/tag91.xml"/><Relationship Id="rId125" Type="http://schemas.openxmlformats.org/officeDocument/2006/relationships/tags" Target="../tags/tag96.xml"/><Relationship Id="rId141" Type="http://schemas.openxmlformats.org/officeDocument/2006/relationships/tags" Target="../tags/tag112.xml"/><Relationship Id="rId146" Type="http://schemas.openxmlformats.org/officeDocument/2006/relationships/tags" Target="../tags/tag117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2.xml"/><Relationship Id="rId92" Type="http://schemas.openxmlformats.org/officeDocument/2006/relationships/tags" Target="../tags/tag63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tags" Target="../tags/tag11.xml"/><Relationship Id="rId45" Type="http://schemas.openxmlformats.org/officeDocument/2006/relationships/tags" Target="../tags/tag16.xml"/><Relationship Id="rId66" Type="http://schemas.openxmlformats.org/officeDocument/2006/relationships/tags" Target="../tags/tag37.xml"/><Relationship Id="rId87" Type="http://schemas.openxmlformats.org/officeDocument/2006/relationships/tags" Target="../tags/tag58.xml"/><Relationship Id="rId110" Type="http://schemas.openxmlformats.org/officeDocument/2006/relationships/tags" Target="../tags/tag81.xml"/><Relationship Id="rId115" Type="http://schemas.openxmlformats.org/officeDocument/2006/relationships/tags" Target="../tags/tag86.xml"/><Relationship Id="rId131" Type="http://schemas.openxmlformats.org/officeDocument/2006/relationships/tags" Target="../tags/tag102.xml"/><Relationship Id="rId136" Type="http://schemas.openxmlformats.org/officeDocument/2006/relationships/tags" Target="../tags/tag107.xml"/><Relationship Id="rId61" Type="http://schemas.openxmlformats.org/officeDocument/2006/relationships/tags" Target="../tags/tag32.xml"/><Relationship Id="rId82" Type="http://schemas.openxmlformats.org/officeDocument/2006/relationships/tags" Target="../tags/tag53.xml"/><Relationship Id="rId152" Type="http://schemas.openxmlformats.org/officeDocument/2006/relationships/tags" Target="../tags/tag12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heme" Target="../theme/theme1.xml"/><Relationship Id="rId35" Type="http://schemas.openxmlformats.org/officeDocument/2006/relationships/tags" Target="../tags/tag6.xml"/><Relationship Id="rId56" Type="http://schemas.openxmlformats.org/officeDocument/2006/relationships/tags" Target="../tags/tag27.xml"/><Relationship Id="rId77" Type="http://schemas.openxmlformats.org/officeDocument/2006/relationships/tags" Target="../tags/tag48.xml"/><Relationship Id="rId100" Type="http://schemas.openxmlformats.org/officeDocument/2006/relationships/tags" Target="../tags/tag71.xml"/><Relationship Id="rId105" Type="http://schemas.openxmlformats.org/officeDocument/2006/relationships/tags" Target="../tags/tag76.xml"/><Relationship Id="rId126" Type="http://schemas.openxmlformats.org/officeDocument/2006/relationships/tags" Target="../tags/tag97.xml"/><Relationship Id="rId147" Type="http://schemas.openxmlformats.org/officeDocument/2006/relationships/tags" Target="../tags/tag11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2.xml"/><Relationship Id="rId72" Type="http://schemas.openxmlformats.org/officeDocument/2006/relationships/tags" Target="../tags/tag43.xml"/><Relationship Id="rId93" Type="http://schemas.openxmlformats.org/officeDocument/2006/relationships/tags" Target="../tags/tag64.xml"/><Relationship Id="rId98" Type="http://schemas.openxmlformats.org/officeDocument/2006/relationships/tags" Target="../tags/tag69.xml"/><Relationship Id="rId121" Type="http://schemas.openxmlformats.org/officeDocument/2006/relationships/tags" Target="../tags/tag92.xml"/><Relationship Id="rId142" Type="http://schemas.openxmlformats.org/officeDocument/2006/relationships/tags" Target="../tags/tag113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tags" Target="../tags/tag17.xml"/><Relationship Id="rId67" Type="http://schemas.openxmlformats.org/officeDocument/2006/relationships/tags" Target="../tags/tag38.xml"/><Relationship Id="rId116" Type="http://schemas.openxmlformats.org/officeDocument/2006/relationships/tags" Target="../tags/tag87.xml"/><Relationship Id="rId137" Type="http://schemas.openxmlformats.org/officeDocument/2006/relationships/tags" Target="../tags/tag108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2.xml"/><Relationship Id="rId62" Type="http://schemas.openxmlformats.org/officeDocument/2006/relationships/tags" Target="../tags/tag33.xml"/><Relationship Id="rId83" Type="http://schemas.openxmlformats.org/officeDocument/2006/relationships/tags" Target="../tags/tag54.xml"/><Relationship Id="rId88" Type="http://schemas.openxmlformats.org/officeDocument/2006/relationships/tags" Target="../tags/tag59.xml"/><Relationship Id="rId111" Type="http://schemas.openxmlformats.org/officeDocument/2006/relationships/tags" Target="../tags/tag82.xml"/><Relationship Id="rId132" Type="http://schemas.openxmlformats.org/officeDocument/2006/relationships/tags" Target="../tags/tag103.xml"/><Relationship Id="rId153" Type="http://schemas.openxmlformats.org/officeDocument/2006/relationships/tags" Target="../tags/tag124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7.xml"/><Relationship Id="rId57" Type="http://schemas.openxmlformats.org/officeDocument/2006/relationships/tags" Target="../tags/tag28.xml"/><Relationship Id="rId106" Type="http://schemas.openxmlformats.org/officeDocument/2006/relationships/tags" Target="../tags/tag77.xml"/><Relationship Id="rId127" Type="http://schemas.openxmlformats.org/officeDocument/2006/relationships/tags" Target="../tags/tag98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2.xml"/><Relationship Id="rId52" Type="http://schemas.openxmlformats.org/officeDocument/2006/relationships/tags" Target="../tags/tag23.xml"/><Relationship Id="rId73" Type="http://schemas.openxmlformats.org/officeDocument/2006/relationships/tags" Target="../tags/tag44.xml"/><Relationship Id="rId78" Type="http://schemas.openxmlformats.org/officeDocument/2006/relationships/tags" Target="../tags/tag49.xml"/><Relationship Id="rId94" Type="http://schemas.openxmlformats.org/officeDocument/2006/relationships/tags" Target="../tags/tag65.xml"/><Relationship Id="rId99" Type="http://schemas.openxmlformats.org/officeDocument/2006/relationships/tags" Target="../tags/tag70.xml"/><Relationship Id="rId101" Type="http://schemas.openxmlformats.org/officeDocument/2006/relationships/tags" Target="../tags/tag72.xml"/><Relationship Id="rId122" Type="http://schemas.openxmlformats.org/officeDocument/2006/relationships/tags" Target="../tags/tag93.xml"/><Relationship Id="rId143" Type="http://schemas.openxmlformats.org/officeDocument/2006/relationships/tags" Target="../tags/tag114.xml"/><Relationship Id="rId148" Type="http://schemas.openxmlformats.org/officeDocument/2006/relationships/tags" Target="../tags/tag1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tags" Target="../tags/tag18.xml"/><Relationship Id="rId68" Type="http://schemas.openxmlformats.org/officeDocument/2006/relationships/tags" Target="../tags/tag39.xml"/><Relationship Id="rId89" Type="http://schemas.openxmlformats.org/officeDocument/2006/relationships/tags" Target="../tags/tag60.xml"/><Relationship Id="rId112" Type="http://schemas.openxmlformats.org/officeDocument/2006/relationships/tags" Target="../tags/tag83.xml"/><Relationship Id="rId133" Type="http://schemas.openxmlformats.org/officeDocument/2006/relationships/tags" Target="../tags/tag104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8.xml"/><Relationship Id="rId58" Type="http://schemas.openxmlformats.org/officeDocument/2006/relationships/tags" Target="../tags/tag29.xml"/><Relationship Id="rId79" Type="http://schemas.openxmlformats.org/officeDocument/2006/relationships/tags" Target="../tags/tag50.xml"/><Relationship Id="rId102" Type="http://schemas.openxmlformats.org/officeDocument/2006/relationships/tags" Target="../tags/tag73.xml"/><Relationship Id="rId123" Type="http://schemas.openxmlformats.org/officeDocument/2006/relationships/tags" Target="../tags/tag94.xml"/><Relationship Id="rId144" Type="http://schemas.openxmlformats.org/officeDocument/2006/relationships/tags" Target="../tags/tag115.xml"/><Relationship Id="rId90" Type="http://schemas.openxmlformats.org/officeDocument/2006/relationships/tags" Target="../tags/tag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 dirty="0">
              <a:latin typeface="+mn-lt"/>
            </a:endParaRPr>
          </a:p>
        </p:txBody>
      </p:sp>
      <p:sp>
        <p:nvSpPr>
          <p:cNvPr id="12" name="Copyright Placeholder" descr="{&quot;templafy&quot;:{&quot;id&quot;:&quot;299c53d3-d2d0-4d1d-86ec-72ec3ec15772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 dirty="0">
                <a:latin typeface="72 Brand" panose="020B0504030603020204" pitchFamily="34" charset="0"/>
              </a:rPr>
              <a:t>Public</a:t>
            </a: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Start typing to add text without a bullet point. To add a bullet point, place the cursor at the start of this line and press tab.</a:t>
            </a:r>
            <a:endParaRPr lang="en-US" noProof="0" dirty="0"/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 dirty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 dirty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72 Brand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72 Brand" panose="020B0504030603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72 Brand" panose="020B0504030603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80" r:id="rId2"/>
    <p:sldLayoutId id="2147483787" r:id="rId3"/>
    <p:sldLayoutId id="214748377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41" r:id="rId12"/>
    <p:sldLayoutId id="2147483765" r:id="rId13"/>
    <p:sldLayoutId id="2147483767" r:id="rId14"/>
    <p:sldLayoutId id="2147483786" r:id="rId15"/>
    <p:sldLayoutId id="2147483743" r:id="rId16"/>
    <p:sldLayoutId id="2147483774" r:id="rId17"/>
    <p:sldLayoutId id="2147483745" r:id="rId18"/>
    <p:sldLayoutId id="2147483760" r:id="rId19"/>
    <p:sldLayoutId id="2147483768" r:id="rId20"/>
    <p:sldLayoutId id="2147483769" r:id="rId21"/>
    <p:sldLayoutId id="2147483770" r:id="rId22"/>
    <p:sldLayoutId id="2147483744" r:id="rId23"/>
    <p:sldLayoutId id="2147483757" r:id="rId24"/>
    <p:sldLayoutId id="2147483771" r:id="rId25"/>
    <p:sldLayoutId id="2147483763" r:id="rId26"/>
    <p:sldLayoutId id="2147483751" r:id="rId27"/>
    <p:sldLayoutId id="2147483756" r:id="rId28"/>
    <p:sldLayoutId id="2147483740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80000"/>
        <a:buFont typeface="72 Brand" panose="02000000000000000000" pitchFamily="2" charset="0"/>
        <a:buChar char="​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127.xml"/><Relationship Id="rId7" Type="http://schemas.openxmlformats.org/officeDocument/2006/relationships/image" Target="../media/image11.png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14.png"/><Relationship Id="rId4" Type="http://schemas.openxmlformats.org/officeDocument/2006/relationships/tags" Target="../tags/tag128.xml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help.sap.com/docs/HANA_SQL_ANALYZER" TargetMode="External"/><Relationship Id="rId3" Type="http://schemas.openxmlformats.org/officeDocument/2006/relationships/hyperlink" Target="https://marketplace.visualstudio.com/items?itemName=SAPSE.vsc-extension-sa" TargetMode="External"/><Relationship Id="rId7" Type="http://schemas.openxmlformats.org/officeDocument/2006/relationships/hyperlink" Target="https://help.sap.com/docs/hana-cloud-database/sap-hana-cloud-sap-hana-database-developer-guide-for-cloud-foundry-multitarget-applications-sap-business-app-studio/sap-hana-cloud-sap-hana-database-developer-guide-for-cloud-foundry-multitarget-applications-sap-business-app-studio" TargetMode="External"/><Relationship Id="rId2" Type="http://schemas.openxmlformats.org/officeDocument/2006/relationships/hyperlink" Target="https://marketplace.visualstudio.com/items?itemName=SAPSE.hana-database-explorer" TargetMode="Externa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marketplace.visualstudio.com/items?itemName=SAPOSS.app-studio-toolkit" TargetMode="External"/><Relationship Id="rId5" Type="http://schemas.openxmlformats.org/officeDocument/2006/relationships/hyperlink" Target="https://github.com/SAP/cloud-foundry-tools-api/tags" TargetMode="External"/><Relationship Id="rId4" Type="http://schemas.openxmlformats.org/officeDocument/2006/relationships/hyperlink" Target="https://marketplace.visualstudio.com/items?itemName=SAPSE.vsc-hana-supportability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134752C8-1E80-B141-5BC9-264FD3E5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database development with Visual Studio Code</a:t>
            </a:r>
          </a:p>
        </p:txBody>
      </p:sp>
      <p:sp>
        <p:nvSpPr>
          <p:cNvPr id="2" name="Spaker name - Dynamic" descr="{&quot;templafy&quot;:{&quot;id&quot;:&quot;7dcb7a90-a457-4299-9e8b-c0e466eb97a7&quot;}}">
            <a:extLst>
              <a:ext uri="{FF2B5EF4-FFF2-40B4-BE49-F238E27FC236}">
                <a16:creationId xmlns:a16="http://schemas.microsoft.com/office/drawing/2014/main" id="{E0BFCFDD-1D42-358F-BC70-8570C4C662EF}"/>
              </a:ext>
            </a:extLst>
          </p:cNvPr>
          <p:cNvSpPr txBox="1">
            <a:spLocks/>
          </p:cNvSpPr>
          <p:nvPr/>
        </p:nvSpPr>
        <p:spPr>
          <a:xfrm>
            <a:off x="287338" y="4303486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US" sz="1400" dirty="0">
                <a:latin typeface="72 Brand" panose="020B0504030603020204" pitchFamily="34" charset="0"/>
                <a:cs typeface="72" panose="020B0503030000000003" pitchFamily="34" charset="0"/>
              </a:rPr>
              <a:t>Jonathan Bregler, SAP</a:t>
            </a:r>
          </a:p>
          <a:p>
            <a:pPr algn="l"/>
            <a:r>
              <a:rPr lang="en-US" sz="1400" dirty="0">
                <a:latin typeface="72 Brand" panose="020B0504030603020204" pitchFamily="34" charset="0"/>
                <a:cs typeface="72" panose="020B0503030000000003" pitchFamily="34" charset="0"/>
              </a:rPr>
              <a:t>Thomas Grimmeisen, SAP</a:t>
            </a:r>
          </a:p>
        </p:txBody>
      </p:sp>
      <p:sp>
        <p:nvSpPr>
          <p:cNvPr id="3" name="Date - Dynamic" descr="{&quot;templafy&quot;:{&quot;id&quot;:&quot;8b15365c-7449-46f8-84b8-6168291aeae6&quot;}}">
            <a:extLst>
              <a:ext uri="{FF2B5EF4-FFF2-40B4-BE49-F238E27FC236}">
                <a16:creationId xmlns:a16="http://schemas.microsoft.com/office/drawing/2014/main" id="{9E1171E2-38D8-8239-71E9-69DC21FF73B2}"/>
              </a:ext>
            </a:extLst>
          </p:cNvPr>
          <p:cNvSpPr txBox="1">
            <a:spLocks/>
          </p:cNvSpPr>
          <p:nvPr/>
        </p:nvSpPr>
        <p:spPr>
          <a:xfrm>
            <a:off x="288000" y="4534259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US" sz="1400" dirty="0">
                <a:latin typeface="72 Brand" panose="020B0504030603020204" pitchFamily="34" charset="0"/>
                <a:cs typeface="72" panose="020B0503030000000003" pitchFamily="34" charset="0"/>
              </a:rPr>
              <a:t>July 10, 2025</a:t>
            </a:r>
          </a:p>
        </p:txBody>
      </p:sp>
      <p:pic>
        <p:nvPicPr>
          <p:cNvPr id="18" name="Picture Placeholder 14">
            <a:extLst>
              <a:ext uri="{FF2B5EF4-FFF2-40B4-BE49-F238E27FC236}">
                <a16:creationId xmlns:a16="http://schemas.microsoft.com/office/drawing/2014/main" id="{6D39BC90-CF11-3E9B-D0F0-AE61667F4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5" b="195"/>
          <a:stretch/>
        </p:blipFill>
        <p:spPr bwMode="black"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E28C6A-90D7-CDA9-4FF5-748A5B296E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338" y="5912777"/>
            <a:ext cx="784735" cy="784735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316874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2B02D0-BEBD-41D5-9534-D0C447A81C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99277" y="3584044"/>
            <a:ext cx="3391200" cy="1981079"/>
          </a:xfrm>
        </p:spPr>
        <p:txBody>
          <a:bodyPr/>
          <a:lstStyle/>
          <a:p>
            <a:r>
              <a:rPr lang="en-US" dirty="0"/>
              <a:t>SAP Business Application Studio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2F342FD-95F8-442E-AFD5-EF6AF9EA65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1639" y="3584044"/>
            <a:ext cx="3391200" cy="1981079"/>
          </a:xfrm>
        </p:spPr>
        <p:txBody>
          <a:bodyPr/>
          <a:lstStyle/>
          <a:p>
            <a:r>
              <a:rPr lang="en-US" dirty="0"/>
              <a:t>SAP Web 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E8F656-F150-4B4F-8077-2C727FCA4E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" y="3584044"/>
            <a:ext cx="3391200" cy="1981079"/>
          </a:xfrm>
        </p:spPr>
        <p:txBody>
          <a:bodyPr/>
          <a:lstStyle/>
          <a:p>
            <a:r>
              <a:rPr lang="en-US" dirty="0"/>
              <a:t>SAP HANA Studio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3F417074-ACED-4BD4-A78F-86F36E75179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/>
          <a:srcRect t="5120" b="5120"/>
          <a:stretch>
            <a:fillRect/>
          </a:stretch>
        </p:blipFill>
        <p:spPr>
          <a:xfrm>
            <a:off x="504000" y="1088749"/>
            <a:ext cx="3391200" cy="229466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C39D7C3-41FE-4679-A911-5AD9FBFE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Native SAP HANA Development</a:t>
            </a: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60076794-0D8D-420A-81AE-B3D14B4C75F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/>
          <a:srcRect l="1525" r="1525"/>
          <a:stretch>
            <a:fillRect/>
          </a:stretch>
        </p:blipFill>
        <p:spPr>
          <a:xfrm>
            <a:off x="8299277" y="1088749"/>
            <a:ext cx="3391200" cy="2294662"/>
          </a:xfrm>
          <a:prstGeom prst="rect">
            <a:avLst/>
          </a:prstGeom>
        </p:spPr>
      </p:pic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57525C05-8EDF-40F5-B103-C946CECD7ED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8"/>
          <a:srcRect l="1870" r="1870"/>
          <a:stretch>
            <a:fillRect/>
          </a:stretch>
        </p:blipFill>
        <p:spPr>
          <a:xfrm>
            <a:off x="4401639" y="1088749"/>
            <a:ext cx="3391200" cy="22946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BC1562-AD3B-E9C3-E950-3CECF404F1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9277" y="4087693"/>
            <a:ext cx="3383271" cy="2343326"/>
          </a:xfrm>
          <a:prstGeom prst="rect">
            <a:avLst/>
          </a:prstGeom>
        </p:spPr>
      </p:pic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79D72ED1-A8D7-2649-5A36-BB70D77800C2}"/>
              </a:ext>
            </a:extLst>
          </p:cNvPr>
          <p:cNvSpPr txBox="1">
            <a:spLocks/>
          </p:cNvSpPr>
          <p:nvPr/>
        </p:nvSpPr>
        <p:spPr bwMode="black">
          <a:xfrm>
            <a:off x="8303242" y="6478530"/>
            <a:ext cx="3391200" cy="19810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1088558" rtl="0" eaLnBrk="1" latinLnBrk="0" hangingPunct="1">
              <a:spcBef>
                <a:spcPts val="600"/>
              </a:spcBef>
              <a:buClrTx/>
              <a:buSzPct val="80000"/>
              <a:buFont typeface="72 Brand" panose="02000000000000000000" pitchFamily="2" charset="0"/>
              <a:buChar char="​"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400" b="0" i="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856" indent="-179964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Visual Studio Code</a:t>
            </a:r>
          </a:p>
        </p:txBody>
      </p:sp>
      <p:pic>
        <p:nvPicPr>
          <p:cNvPr id="28" name="Graphic 25" descr="ID 299271 - arrow pointing right">
            <a:extLst>
              <a:ext uri="{FF2B5EF4-FFF2-40B4-BE49-F238E27FC236}">
                <a16:creationId xmlns:a16="http://schemas.microsoft.com/office/drawing/2014/main" id="{2BB782AF-05D7-A1B4-69F0-B79674E8EE8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240856" t="-38597" r="-240856" b="38597"/>
          <a:stretch/>
        </p:blipFill>
        <p:spPr>
          <a:xfrm>
            <a:off x="5640388" y="2971800"/>
            <a:ext cx="914400" cy="914400"/>
          </a:xfrm>
          <a:prstGeom prst="rect">
            <a:avLst/>
          </a:prstGeom>
        </p:spPr>
      </p:pic>
      <p:pic>
        <p:nvPicPr>
          <p:cNvPr id="30" name="Graphic 29" descr="ID 299271 - arrow pointing right">
            <a:extLst>
              <a:ext uri="{FF2B5EF4-FFF2-40B4-BE49-F238E27FC236}">
                <a16:creationId xmlns:a16="http://schemas.microsoft.com/office/drawing/2014/main" id="{FE8AA0F9-F973-FED1-C021-FFE5418AAA6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3356322" y="3273956"/>
            <a:ext cx="914400" cy="914400"/>
          </a:xfrm>
          <a:prstGeom prst="rect">
            <a:avLst/>
          </a:prstGeom>
        </p:spPr>
      </p:pic>
      <p:pic>
        <p:nvPicPr>
          <p:cNvPr id="40" name="Graphic 39" descr="ID 299271 - arrow pointing right">
            <a:extLst>
              <a:ext uri="{FF2B5EF4-FFF2-40B4-BE49-F238E27FC236}">
                <a16:creationId xmlns:a16="http://schemas.microsoft.com/office/drawing/2014/main" id="{ED0492B5-78AE-8F9C-39CE-F8133D4CEDC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7254047" y="3277830"/>
            <a:ext cx="914400" cy="914400"/>
          </a:xfrm>
          <a:prstGeom prst="rect">
            <a:avLst/>
          </a:prstGeom>
        </p:spPr>
      </p:pic>
      <p:pic>
        <p:nvPicPr>
          <p:cNvPr id="42" name="Graphic 41" descr="ID 299271 - arrow pointing right">
            <a:extLst>
              <a:ext uri="{FF2B5EF4-FFF2-40B4-BE49-F238E27FC236}">
                <a16:creationId xmlns:a16="http://schemas.microsoft.com/office/drawing/2014/main" id="{7FF4E811-18C7-B31B-6A9B-C15CE41AC45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 rot="2700000">
            <a:off x="7254047" y="407557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9C81B8D-91BA-07E3-4359-B6F82D95490A}"/>
              </a:ext>
            </a:extLst>
          </p:cNvPr>
          <p:cNvSpPr/>
          <p:nvPr/>
        </p:nvSpPr>
        <p:spPr bwMode="gray">
          <a:xfrm>
            <a:off x="504000" y="1123523"/>
            <a:ext cx="11186476" cy="5334684"/>
          </a:xfrm>
          <a:prstGeom prst="rect">
            <a:avLst/>
          </a:prstGeom>
          <a:gradFill flip="none" rotWithShape="1">
            <a:gsLst>
              <a:gs pos="0">
                <a:srgbClr val="EFF1F3"/>
              </a:gs>
              <a:gs pos="59000">
                <a:srgbClr val="EFF1F3"/>
              </a:gs>
              <a:gs pos="100000">
                <a:schemeClr val="bg1"/>
              </a:gs>
            </a:gsLst>
            <a:lin ang="0" scaled="1"/>
            <a:tileRect/>
          </a:gradFill>
          <a:ln w="25400" algn="ctr">
            <a:noFill/>
            <a:miter lim="800000"/>
            <a:headEnd/>
            <a:tailEnd/>
          </a:ln>
          <a:effectLst/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B38DB2-B3B9-E0E7-5B68-A94E459AF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Visual Studio Code Extensions for SAP HANA Cloud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2716E7-B4BE-3FAD-4748-7FDA4F4A2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61" y="1377578"/>
            <a:ext cx="5813123" cy="1262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5D7CDF-9020-B361-3177-B1C71B44F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61" y="3206836"/>
            <a:ext cx="5611733" cy="11865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4D5902-DAA0-E1B3-33BA-9E887DCFA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61" y="4959893"/>
            <a:ext cx="5911097" cy="12518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4C1CBC8-A091-965E-30CA-245057F6CE73}"/>
              </a:ext>
            </a:extLst>
          </p:cNvPr>
          <p:cNvSpPr/>
          <p:nvPr/>
        </p:nvSpPr>
        <p:spPr bwMode="gray">
          <a:xfrm>
            <a:off x="363071" y="2765448"/>
            <a:ext cx="11832104" cy="98612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0BBABF-BD05-9C1A-9D16-C3082DBD7928}"/>
              </a:ext>
            </a:extLst>
          </p:cNvPr>
          <p:cNvSpPr/>
          <p:nvPr/>
        </p:nvSpPr>
        <p:spPr bwMode="gray">
          <a:xfrm>
            <a:off x="342842" y="4736186"/>
            <a:ext cx="11832104" cy="98612"/>
          </a:xfrm>
          <a:prstGeom prst="rect">
            <a:avLst/>
          </a:prstGeom>
          <a:solidFill>
            <a:schemeClr val="bg1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3911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E9DE6C5-8290-C784-C2C1-D4672D5B008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72" t="-14779" r="172" b="-14779"/>
          <a:stretch/>
        </p:blipFill>
        <p:spPr>
          <a:xfrm>
            <a:off x="6362477" y="1557338"/>
            <a:ext cx="5345583" cy="480402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59D6B-D4A0-EB2D-72FD-6A0480AEA1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Features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dirty="0"/>
              <a:t>Database Connection Management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connections</a:t>
            </a:r>
            <a:endParaRPr lang="de-DE" dirty="0"/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de-DE" dirty="0"/>
              <a:t>SAP HANA Database Explorer </a:t>
            </a:r>
            <a:r>
              <a:rPr lang="de-DE" dirty="0" err="1"/>
              <a:t>connections</a:t>
            </a:r>
            <a:endParaRPr lang="de-DE" dirty="0"/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de-DE" dirty="0"/>
              <a:t>SAP HANA XS </a:t>
            </a:r>
            <a:r>
              <a:rPr lang="de-DE" dirty="0" err="1"/>
              <a:t>Advanced</a:t>
            </a:r>
            <a:r>
              <a:rPr lang="de-DE" dirty="0"/>
              <a:t> </a:t>
            </a:r>
            <a:r>
              <a:rPr lang="de-DE" dirty="0" err="1"/>
              <a:t>connections</a:t>
            </a:r>
            <a:endParaRPr lang="de-D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dirty="0"/>
              <a:t>SQL </a:t>
            </a:r>
            <a:r>
              <a:rPr lang="de-DE" dirty="0" err="1"/>
              <a:t>Console</a:t>
            </a:r>
            <a:endParaRPr lang="de-DE" dirty="0"/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de-DE" dirty="0"/>
              <a:t>Statement </a:t>
            </a:r>
            <a:r>
              <a:rPr lang="de-DE" dirty="0" err="1"/>
              <a:t>execution</a:t>
            </a:r>
            <a:endParaRPr lang="de-DE" dirty="0"/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de-DE" dirty="0"/>
              <a:t>Statement and </a:t>
            </a:r>
            <a:r>
              <a:rPr lang="de-DE" dirty="0" err="1"/>
              <a:t>query</a:t>
            </a:r>
            <a:r>
              <a:rPr lang="de-DE" dirty="0"/>
              <a:t> </a:t>
            </a:r>
            <a:r>
              <a:rPr lang="de-DE" dirty="0" err="1"/>
              <a:t>result</a:t>
            </a:r>
            <a:r>
              <a:rPr lang="de-DE" dirty="0"/>
              <a:t> </a:t>
            </a:r>
            <a:r>
              <a:rPr lang="de-DE" dirty="0" err="1"/>
              <a:t>formatting</a:t>
            </a:r>
            <a:endParaRPr lang="de-DE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dirty="0" err="1"/>
              <a:t>Metadata</a:t>
            </a:r>
            <a:r>
              <a:rPr lang="de-DE" dirty="0"/>
              <a:t> Dialogs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DE" dirty="0" err="1"/>
              <a:t>Dependency</a:t>
            </a:r>
            <a:r>
              <a:rPr lang="de-DE" dirty="0"/>
              <a:t> Viewer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37DBEA-EF55-BD72-4115-BDFF51EB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SAP HANA Database Explorer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776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9B5E3BC-47DC-4F23-CAD9-A566256D596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36" t="-14563" r="336" b="-14563"/>
          <a:stretch/>
        </p:blipFill>
        <p:spPr>
          <a:xfrm>
            <a:off x="6362477" y="1557338"/>
            <a:ext cx="5328000" cy="4788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F3E22-381D-C30E-7E6E-AF10B82173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Features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Get insights into important KPIs of the SQL query plan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Analyze visualized SQL query plan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Examine different characteristics and parameters of the SQL query plan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Monitor, visualize, and analyze running SQL queries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Compare two SQL query plans' KPIs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Collaborate with other developers and administrators to improve SQL query performance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44C6F8-2943-7609-7F21-96A4FF74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SQL Analyzer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67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B9E839B5-8FC6-4D3B-E436-6A57C3069A4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36" t="-14563" r="336" b="-14563"/>
          <a:stretch/>
        </p:blipFill>
        <p:spPr>
          <a:xfrm>
            <a:off x="6362477" y="1557338"/>
            <a:ext cx="5328000" cy="4788000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30D49C-ABA2-181A-EAB3-D04ADA80B5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Offline Analysis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Trace Overview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Dump File Viewer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Auto Analysis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Threads and Call Stacks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Statistics Viewer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Name Server History Trace Viewer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Parameter Viewer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Abstract SQL Plan Viewer</a:t>
            </a:r>
          </a:p>
          <a:p>
            <a:r>
              <a:rPr lang="en-US" dirty="0"/>
              <a:t>Online Analysis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Statement Overview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Plan Trace</a:t>
            </a:r>
          </a:p>
          <a:p>
            <a:pPr marL="522864" lvl="1" indent="-342900">
              <a:buFont typeface="Wingdings" panose="05000000000000000000" pitchFamily="2" charset="2"/>
              <a:buChar char="§"/>
            </a:pPr>
            <a:r>
              <a:rPr lang="en-US" dirty="0"/>
              <a:t>Object Dependency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DB29EE-1752-BEB2-652B-881CCAAC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Supportability</a:t>
            </a:r>
            <a:r>
              <a:rPr lang="de-DE" dirty="0"/>
              <a:t> 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538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AF9378-281D-3F02-5383-4962A31014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9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3598E-C29F-B963-089D-21FB4DD8BA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VS Code Marketplace</a:t>
            </a:r>
          </a:p>
          <a:p>
            <a:pPr lvl="1"/>
            <a:r>
              <a:rPr lang="de-DE" dirty="0">
                <a:hlinkClick r:id="rId2"/>
              </a:rPr>
              <a:t>SAP HANA Database Explorer</a:t>
            </a:r>
            <a:endParaRPr lang="de-DE" dirty="0"/>
          </a:p>
          <a:p>
            <a:pPr lvl="1"/>
            <a:r>
              <a:rPr lang="en-US" dirty="0">
                <a:hlinkClick r:id="rId3"/>
              </a:rPr>
              <a:t>SQL analyzer tool for SAP HANA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supportability tools for SAP HANA</a:t>
            </a:r>
            <a:endParaRPr lang="en-US" dirty="0"/>
          </a:p>
          <a:p>
            <a:pPr lvl="1"/>
            <a:endParaRPr lang="en-US" dirty="0"/>
          </a:p>
          <a:p>
            <a:pPr marL="0" lvl="1" indent="0">
              <a:buNone/>
            </a:pPr>
            <a:r>
              <a:rPr lang="en-US" dirty="0"/>
              <a:t>Supporting Extensions</a:t>
            </a:r>
          </a:p>
          <a:p>
            <a:pPr lvl="1"/>
            <a:r>
              <a:rPr lang="en-US" dirty="0">
                <a:hlinkClick r:id="rId5"/>
              </a:rPr>
              <a:t>Cloud Foundry Tools</a:t>
            </a:r>
            <a:endParaRPr lang="en-US" dirty="0"/>
          </a:p>
          <a:p>
            <a:pPr lvl="1"/>
            <a:r>
              <a:rPr lang="en-US" dirty="0">
                <a:hlinkClick r:id="rId6"/>
              </a:rPr>
              <a:t>SAP Business Application Studio toolkit</a:t>
            </a:r>
            <a:endParaRPr lang="en-US" dirty="0"/>
          </a:p>
          <a:p>
            <a:pPr lvl="1"/>
            <a:endParaRPr lang="en-US" dirty="0"/>
          </a:p>
          <a:p>
            <a:pPr marL="0" lvl="1" indent="0">
              <a:buNone/>
            </a:pPr>
            <a:r>
              <a:rPr lang="en-US" dirty="0"/>
              <a:t>Documentation</a:t>
            </a:r>
          </a:p>
          <a:p>
            <a:pPr lvl="1"/>
            <a:r>
              <a:rPr lang="en-US" dirty="0">
                <a:hlinkClick r:id="rId7"/>
              </a:rPr>
              <a:t>SAP HANA Cloud Database Developer Guide</a:t>
            </a:r>
            <a:endParaRPr lang="en-US" dirty="0"/>
          </a:p>
          <a:p>
            <a:pPr lvl="1"/>
            <a:r>
              <a:rPr lang="en-US" dirty="0">
                <a:hlinkClick r:id="rId8"/>
              </a:rPr>
              <a:t>SAP HANA Cloud SQL Analyzer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E6A6C3-DF86-381F-1B16-1C48AE17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28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AF7117E-15CD-54C6-0889-3BD67DE0E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5" y="1539875"/>
            <a:ext cx="5413477" cy="846386"/>
          </a:xfrm>
        </p:spPr>
        <p:txBody>
          <a:bodyPr/>
          <a:lstStyle/>
          <a:p>
            <a:r>
              <a:rPr lang="en-US" dirty="0"/>
              <a:t>Thank you.</a:t>
            </a:r>
          </a:p>
        </p:txBody>
      </p:sp>
      <p:sp>
        <p:nvSpPr>
          <p:cNvPr id="3" name="Spaker name - Dynamic" descr="{&quot;templafy&quot;:{&quot;id&quot;:&quot;4d477370-b332-4599-8f86-e131e65bf52d&quot;}}">
            <a:extLst>
              <a:ext uri="{FF2B5EF4-FFF2-40B4-BE49-F238E27FC236}">
                <a16:creationId xmlns:a16="http://schemas.microsoft.com/office/drawing/2014/main" id="{F02EFDEC-1C58-4504-92E1-D8E4DBCFE8FE}"/>
              </a:ext>
            </a:extLst>
          </p:cNvPr>
          <p:cNvSpPr txBox="1"/>
          <p:nvPr/>
        </p:nvSpPr>
        <p:spPr>
          <a:xfrm>
            <a:off x="503238" y="3351716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72 Brand" panose="020B0504030603020204" pitchFamily="34" charset="0"/>
              </a:rPr>
              <a:t>Jonathan Bregler</a:t>
            </a:r>
          </a:p>
        </p:txBody>
      </p:sp>
      <p:sp>
        <p:nvSpPr>
          <p:cNvPr id="4" name="Spaker email - Dynamic" descr="{&quot;templafy&quot;:{&quot;id&quot;:&quot;0cb08cae-7ef7-4475-8eab-31e2d1acdf30&quot;}}">
            <a:extLst>
              <a:ext uri="{FF2B5EF4-FFF2-40B4-BE49-F238E27FC236}">
                <a16:creationId xmlns:a16="http://schemas.microsoft.com/office/drawing/2014/main" id="{E8CBF4DD-15EB-47C8-94C8-492FB092CB97}"/>
              </a:ext>
            </a:extLst>
          </p:cNvPr>
          <p:cNvSpPr txBox="1"/>
          <p:nvPr/>
        </p:nvSpPr>
        <p:spPr>
          <a:xfrm>
            <a:off x="503238" y="3599248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72 Brand" panose="020B0504030603020204" pitchFamily="34" charset="0"/>
              </a:rPr>
              <a:t>jonathan.bregler@sap.com</a:t>
            </a:r>
          </a:p>
        </p:txBody>
      </p:sp>
      <p:sp>
        <p:nvSpPr>
          <p:cNvPr id="2" name="Spaker name - Dynamic" descr="{&quot;templafy&quot;:{&quot;id&quot;:&quot;4d477370-b332-4599-8f86-e131e65bf52d&quot;}}">
            <a:extLst>
              <a:ext uri="{FF2B5EF4-FFF2-40B4-BE49-F238E27FC236}">
                <a16:creationId xmlns:a16="http://schemas.microsoft.com/office/drawing/2014/main" id="{32E13E2B-44B3-D907-29C3-6FC071DA67C6}"/>
              </a:ext>
            </a:extLst>
          </p:cNvPr>
          <p:cNvSpPr txBox="1"/>
          <p:nvPr/>
        </p:nvSpPr>
        <p:spPr>
          <a:xfrm>
            <a:off x="498475" y="4001060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72 Brand" panose="020B0504030603020204" pitchFamily="34" charset="0"/>
              </a:rPr>
              <a:t>Thomas Grimmeisen</a:t>
            </a:r>
          </a:p>
        </p:txBody>
      </p:sp>
      <p:sp>
        <p:nvSpPr>
          <p:cNvPr id="5" name="Spaker email - Dynamic" descr="{&quot;templafy&quot;:{&quot;id&quot;:&quot;0cb08cae-7ef7-4475-8eab-31e2d1acdf30&quot;}}">
            <a:extLst>
              <a:ext uri="{FF2B5EF4-FFF2-40B4-BE49-F238E27FC236}">
                <a16:creationId xmlns:a16="http://schemas.microsoft.com/office/drawing/2014/main" id="{AE503D3E-9128-22B5-CAFC-56F23B2C7740}"/>
              </a:ext>
            </a:extLst>
          </p:cNvPr>
          <p:cNvSpPr txBox="1"/>
          <p:nvPr/>
        </p:nvSpPr>
        <p:spPr>
          <a:xfrm>
            <a:off x="498475" y="4248592"/>
            <a:ext cx="5402236" cy="22314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r>
              <a:rPr lang="en-US" sz="1400" dirty="0">
                <a:solidFill>
                  <a:schemeClr val="tx1"/>
                </a:solidFill>
                <a:latin typeface="72 Brand" panose="020B0504030603020204" pitchFamily="34" charset="0"/>
              </a:rPr>
              <a:t>thomas.grimmeisen@sap.com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C0B122-C356-C7AC-5832-F252FE102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1735" y="1687412"/>
            <a:ext cx="2425222" cy="2425222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060872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70436C-FF6D-F5EE-1C5B-A142E4D5C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palette</a:t>
            </a:r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95F3BE47-8963-B4E2-402E-4FAF4A23D048}"/>
              </a:ext>
            </a:extLst>
          </p:cNvPr>
          <p:cNvSpPr/>
          <p:nvPr/>
        </p:nvSpPr>
        <p:spPr>
          <a:xfrm>
            <a:off x="484061" y="112354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71" name="Freeform 70">
            <a:extLst>
              <a:ext uri="{FF2B5EF4-FFF2-40B4-BE49-F238E27FC236}">
                <a16:creationId xmlns:a16="http://schemas.microsoft.com/office/drawing/2014/main" id="{2BE3552B-09F3-571A-0F5F-DDA52E22BAA0}"/>
              </a:ext>
            </a:extLst>
          </p:cNvPr>
          <p:cNvSpPr/>
          <p:nvPr/>
        </p:nvSpPr>
        <p:spPr>
          <a:xfrm>
            <a:off x="2405161" y="112354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9D3E74FF-EC01-4FBC-3043-0434E00425E3}"/>
              </a:ext>
            </a:extLst>
          </p:cNvPr>
          <p:cNvSpPr/>
          <p:nvPr/>
        </p:nvSpPr>
        <p:spPr>
          <a:xfrm>
            <a:off x="4326262" y="112354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Blue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#1B90FF</a:t>
            </a:r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A1977445-2CF2-7F25-34AE-3173C5F3DEAB}"/>
              </a:ext>
            </a:extLst>
          </p:cNvPr>
          <p:cNvSpPr/>
          <p:nvPr/>
        </p:nvSpPr>
        <p:spPr>
          <a:xfrm>
            <a:off x="6247361" y="112354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5D5C4D83-F1C9-7F21-E9C3-E7AF84629AD1}"/>
              </a:ext>
            </a:extLst>
          </p:cNvPr>
          <p:cNvSpPr/>
          <p:nvPr/>
        </p:nvSpPr>
        <p:spPr>
          <a:xfrm>
            <a:off x="8168462" y="112354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109E4E71-C0C6-3738-E4CC-A758A6902E1F}"/>
              </a:ext>
            </a:extLst>
          </p:cNvPr>
          <p:cNvSpPr/>
          <p:nvPr/>
        </p:nvSpPr>
        <p:spPr>
          <a:xfrm>
            <a:off x="10089563" y="112354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53978A37-11F0-F529-E396-060FEAFC7A4F}"/>
              </a:ext>
            </a:extLst>
          </p:cNvPr>
          <p:cNvSpPr/>
          <p:nvPr/>
        </p:nvSpPr>
        <p:spPr>
          <a:xfrm>
            <a:off x="484061" y="1718187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5D5ACC71-ECB2-19C4-2078-244AD3414A33}"/>
              </a:ext>
            </a:extLst>
          </p:cNvPr>
          <p:cNvSpPr/>
          <p:nvPr/>
        </p:nvSpPr>
        <p:spPr>
          <a:xfrm>
            <a:off x="2405161" y="1718187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AB14B589-7ECB-D356-BF08-3A6DACECA98C}"/>
              </a:ext>
            </a:extLst>
          </p:cNvPr>
          <p:cNvSpPr/>
          <p:nvPr/>
        </p:nvSpPr>
        <p:spPr>
          <a:xfrm>
            <a:off x="4326262" y="1718187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6D3C1B2-EF54-BE71-875C-8F1C1DD3F180}"/>
              </a:ext>
            </a:extLst>
          </p:cNvPr>
          <p:cNvSpPr/>
          <p:nvPr/>
        </p:nvSpPr>
        <p:spPr>
          <a:xfrm>
            <a:off x="6247361" y="1718187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C5AB524-7561-C956-79E3-8E80998EED2D}"/>
              </a:ext>
            </a:extLst>
          </p:cNvPr>
          <p:cNvSpPr/>
          <p:nvPr/>
        </p:nvSpPr>
        <p:spPr>
          <a:xfrm>
            <a:off x="8168462" y="1718187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E5D84C3-8EEC-3292-F62C-ACCB304F6F10}"/>
              </a:ext>
            </a:extLst>
          </p:cNvPr>
          <p:cNvSpPr/>
          <p:nvPr/>
        </p:nvSpPr>
        <p:spPr>
          <a:xfrm>
            <a:off x="10089563" y="1718187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6D12C8AE-A35B-A89D-7BA0-CC5B772F6D9A}"/>
              </a:ext>
            </a:extLst>
          </p:cNvPr>
          <p:cNvSpPr/>
          <p:nvPr/>
        </p:nvSpPr>
        <p:spPr>
          <a:xfrm>
            <a:off x="484061" y="2312825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77" name="Freeform 76">
            <a:extLst>
              <a:ext uri="{FF2B5EF4-FFF2-40B4-BE49-F238E27FC236}">
                <a16:creationId xmlns:a16="http://schemas.microsoft.com/office/drawing/2014/main" id="{56C696F7-5959-AB9A-9D26-B4DA729AB91E}"/>
              </a:ext>
            </a:extLst>
          </p:cNvPr>
          <p:cNvSpPr/>
          <p:nvPr/>
        </p:nvSpPr>
        <p:spPr>
          <a:xfrm>
            <a:off x="2405161" y="2312825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29FDCECE-AB2E-9CAA-4AFA-6CBCF9991770}"/>
              </a:ext>
            </a:extLst>
          </p:cNvPr>
          <p:cNvSpPr/>
          <p:nvPr/>
        </p:nvSpPr>
        <p:spPr>
          <a:xfrm>
            <a:off x="4326262" y="2312825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Teal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#049F9A</a:t>
            </a:r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40AE4561-4DEB-EA00-9FF6-C1A66E7DDBC2}"/>
              </a:ext>
            </a:extLst>
          </p:cNvPr>
          <p:cNvSpPr/>
          <p:nvPr/>
        </p:nvSpPr>
        <p:spPr>
          <a:xfrm>
            <a:off x="6247361" y="2312825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7D0E97A9-22B7-E486-031A-5A41E56BE93C}"/>
              </a:ext>
            </a:extLst>
          </p:cNvPr>
          <p:cNvSpPr/>
          <p:nvPr/>
        </p:nvSpPr>
        <p:spPr>
          <a:xfrm>
            <a:off x="8168462" y="2312825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73" name="Freeform 72">
            <a:extLst>
              <a:ext uri="{FF2B5EF4-FFF2-40B4-BE49-F238E27FC236}">
                <a16:creationId xmlns:a16="http://schemas.microsoft.com/office/drawing/2014/main" id="{42716BEC-FD81-A5D3-943A-031874297E45}"/>
              </a:ext>
            </a:extLst>
          </p:cNvPr>
          <p:cNvSpPr/>
          <p:nvPr/>
        </p:nvSpPr>
        <p:spPr>
          <a:xfrm>
            <a:off x="10089563" y="2312825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78" name="Freeform 77">
            <a:extLst>
              <a:ext uri="{FF2B5EF4-FFF2-40B4-BE49-F238E27FC236}">
                <a16:creationId xmlns:a16="http://schemas.microsoft.com/office/drawing/2014/main" id="{77870BD3-C07E-916B-CC0A-BCFA3EC912B5}"/>
              </a:ext>
            </a:extLst>
          </p:cNvPr>
          <p:cNvSpPr/>
          <p:nvPr/>
        </p:nvSpPr>
        <p:spPr>
          <a:xfrm>
            <a:off x="484061" y="2907463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42A3F02E-7086-187B-F293-F53D9925D2F0}"/>
              </a:ext>
            </a:extLst>
          </p:cNvPr>
          <p:cNvSpPr/>
          <p:nvPr/>
        </p:nvSpPr>
        <p:spPr>
          <a:xfrm>
            <a:off x="2405161" y="2907463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060B285A-86AC-09BD-5C47-BC06EA39DF11}"/>
              </a:ext>
            </a:extLst>
          </p:cNvPr>
          <p:cNvSpPr/>
          <p:nvPr/>
        </p:nvSpPr>
        <p:spPr>
          <a:xfrm>
            <a:off x="4326262" y="2907463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Green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#36A41D</a:t>
            </a:r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27B92326-BF35-DE9E-583D-0C0CBD49FA83}"/>
              </a:ext>
            </a:extLst>
          </p:cNvPr>
          <p:cNvSpPr/>
          <p:nvPr/>
        </p:nvSpPr>
        <p:spPr>
          <a:xfrm>
            <a:off x="6247361" y="2907463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BD29191A-6759-BBA2-300A-0B090322D865}"/>
              </a:ext>
            </a:extLst>
          </p:cNvPr>
          <p:cNvSpPr/>
          <p:nvPr/>
        </p:nvSpPr>
        <p:spPr>
          <a:xfrm>
            <a:off x="8168462" y="2907463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71F6A0E0-5A21-B07F-A738-AE31256A4EED}"/>
              </a:ext>
            </a:extLst>
          </p:cNvPr>
          <p:cNvSpPr/>
          <p:nvPr/>
        </p:nvSpPr>
        <p:spPr>
          <a:xfrm>
            <a:off x="10089563" y="2907463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7B9BEA55-52FD-B2BC-C54B-6CD08B334774}"/>
              </a:ext>
            </a:extLst>
          </p:cNvPr>
          <p:cNvSpPr/>
          <p:nvPr/>
        </p:nvSpPr>
        <p:spPr>
          <a:xfrm>
            <a:off x="484061" y="3502101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0CCAAF7B-B50F-9148-953E-621B19F3F3BE}"/>
              </a:ext>
            </a:extLst>
          </p:cNvPr>
          <p:cNvSpPr/>
          <p:nvPr/>
        </p:nvSpPr>
        <p:spPr>
          <a:xfrm>
            <a:off x="2405161" y="3502101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7CB9160A-DE26-6FC3-2A8A-42463B28D574}"/>
              </a:ext>
            </a:extLst>
          </p:cNvPr>
          <p:cNvSpPr/>
          <p:nvPr/>
        </p:nvSpPr>
        <p:spPr>
          <a:xfrm>
            <a:off x="4326262" y="3502101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Mango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#E76500</a:t>
            </a:r>
          </a:p>
        </p:txBody>
      </p:sp>
      <p:sp>
        <p:nvSpPr>
          <p:cNvPr id="87" name="Freeform 86">
            <a:extLst>
              <a:ext uri="{FF2B5EF4-FFF2-40B4-BE49-F238E27FC236}">
                <a16:creationId xmlns:a16="http://schemas.microsoft.com/office/drawing/2014/main" id="{78857090-DCDF-4D43-951C-77339FC8C186}"/>
              </a:ext>
            </a:extLst>
          </p:cNvPr>
          <p:cNvSpPr/>
          <p:nvPr/>
        </p:nvSpPr>
        <p:spPr>
          <a:xfrm>
            <a:off x="6247361" y="3502101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86" name="Freeform 85">
            <a:extLst>
              <a:ext uri="{FF2B5EF4-FFF2-40B4-BE49-F238E27FC236}">
                <a16:creationId xmlns:a16="http://schemas.microsoft.com/office/drawing/2014/main" id="{8DDE30C3-66EC-5E98-FB2F-029D7C8E8482}"/>
              </a:ext>
            </a:extLst>
          </p:cNvPr>
          <p:cNvSpPr/>
          <p:nvPr/>
        </p:nvSpPr>
        <p:spPr>
          <a:xfrm>
            <a:off x="8168462" y="3502101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3EA68A8E-E2E1-26E0-B005-8BB6E853150A}"/>
              </a:ext>
            </a:extLst>
          </p:cNvPr>
          <p:cNvSpPr/>
          <p:nvPr/>
        </p:nvSpPr>
        <p:spPr>
          <a:xfrm>
            <a:off x="10089563" y="3502101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9951F017-2E3F-8BE8-4781-75949E1B09F3}"/>
              </a:ext>
            </a:extLst>
          </p:cNvPr>
          <p:cNvSpPr/>
          <p:nvPr/>
        </p:nvSpPr>
        <p:spPr>
          <a:xfrm>
            <a:off x="484061" y="409673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9A3B0153-32C2-E01D-BF71-A6E5F71FBF1E}"/>
              </a:ext>
            </a:extLst>
          </p:cNvPr>
          <p:cNvSpPr/>
          <p:nvPr/>
        </p:nvSpPr>
        <p:spPr>
          <a:xfrm>
            <a:off x="2405161" y="409673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3458C29F-9444-110D-AF10-33AC21FA507F}"/>
              </a:ext>
            </a:extLst>
          </p:cNvPr>
          <p:cNvSpPr/>
          <p:nvPr/>
        </p:nvSpPr>
        <p:spPr>
          <a:xfrm>
            <a:off x="4326262" y="409673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Red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#EE3939</a:t>
            </a:r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C59401D2-CA6F-B4CA-8B51-215F5E8D511F}"/>
              </a:ext>
            </a:extLst>
          </p:cNvPr>
          <p:cNvSpPr/>
          <p:nvPr/>
        </p:nvSpPr>
        <p:spPr>
          <a:xfrm>
            <a:off x="6247361" y="409673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45C8A15C-ACFA-0E2B-5127-19F94FBCEB8B}"/>
              </a:ext>
            </a:extLst>
          </p:cNvPr>
          <p:cNvSpPr/>
          <p:nvPr/>
        </p:nvSpPr>
        <p:spPr>
          <a:xfrm>
            <a:off x="8168462" y="409673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C182AE5F-9F00-2C94-44AB-C66DA5394817}"/>
              </a:ext>
            </a:extLst>
          </p:cNvPr>
          <p:cNvSpPr/>
          <p:nvPr/>
        </p:nvSpPr>
        <p:spPr>
          <a:xfrm>
            <a:off x="10089563" y="4096739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96" name="Freeform 95">
            <a:extLst>
              <a:ext uri="{FF2B5EF4-FFF2-40B4-BE49-F238E27FC236}">
                <a16:creationId xmlns:a16="http://schemas.microsoft.com/office/drawing/2014/main" id="{DE82F0F9-7B53-B3BB-0D81-1959A7B4B4DE}"/>
              </a:ext>
            </a:extLst>
          </p:cNvPr>
          <p:cNvSpPr/>
          <p:nvPr/>
        </p:nvSpPr>
        <p:spPr>
          <a:xfrm>
            <a:off x="484061" y="4691378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E509FCE4-6041-98D1-22AB-B848E9B77CAF}"/>
              </a:ext>
            </a:extLst>
          </p:cNvPr>
          <p:cNvSpPr/>
          <p:nvPr/>
        </p:nvSpPr>
        <p:spPr>
          <a:xfrm>
            <a:off x="2405161" y="4691378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100" name="Freeform 99">
            <a:extLst>
              <a:ext uri="{FF2B5EF4-FFF2-40B4-BE49-F238E27FC236}">
                <a16:creationId xmlns:a16="http://schemas.microsoft.com/office/drawing/2014/main" id="{732E8D8D-6A1A-8FE2-9BB2-2442DFB4542E}"/>
              </a:ext>
            </a:extLst>
          </p:cNvPr>
          <p:cNvSpPr/>
          <p:nvPr/>
        </p:nvSpPr>
        <p:spPr>
          <a:xfrm>
            <a:off x="4326262" y="4691378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Raspberry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#FA4F96</a:t>
            </a:r>
          </a:p>
        </p:txBody>
      </p:sp>
      <p:sp>
        <p:nvSpPr>
          <p:cNvPr id="99" name="Freeform 98">
            <a:extLst>
              <a:ext uri="{FF2B5EF4-FFF2-40B4-BE49-F238E27FC236}">
                <a16:creationId xmlns:a16="http://schemas.microsoft.com/office/drawing/2014/main" id="{F0E2B98C-8727-3311-A595-5D5117964C54}"/>
              </a:ext>
            </a:extLst>
          </p:cNvPr>
          <p:cNvSpPr/>
          <p:nvPr/>
        </p:nvSpPr>
        <p:spPr>
          <a:xfrm>
            <a:off x="6247361" y="4691378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98" name="Freeform 97">
            <a:extLst>
              <a:ext uri="{FF2B5EF4-FFF2-40B4-BE49-F238E27FC236}">
                <a16:creationId xmlns:a16="http://schemas.microsoft.com/office/drawing/2014/main" id="{57E0CF86-26C8-F454-486E-C26AAD62983E}"/>
              </a:ext>
            </a:extLst>
          </p:cNvPr>
          <p:cNvSpPr/>
          <p:nvPr/>
        </p:nvSpPr>
        <p:spPr>
          <a:xfrm>
            <a:off x="8168462" y="4691378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BFC3D551-46D8-AF90-8E51-9D5B0A9445C6}"/>
              </a:ext>
            </a:extLst>
          </p:cNvPr>
          <p:cNvSpPr/>
          <p:nvPr/>
        </p:nvSpPr>
        <p:spPr>
          <a:xfrm>
            <a:off x="10089563" y="4691378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84D41DB7-2813-E465-0505-8C4DE4491CC8}"/>
              </a:ext>
            </a:extLst>
          </p:cNvPr>
          <p:cNvSpPr/>
          <p:nvPr/>
        </p:nvSpPr>
        <p:spPr>
          <a:xfrm>
            <a:off x="484061" y="5286016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107" name="Freeform 106">
            <a:extLst>
              <a:ext uri="{FF2B5EF4-FFF2-40B4-BE49-F238E27FC236}">
                <a16:creationId xmlns:a16="http://schemas.microsoft.com/office/drawing/2014/main" id="{DF71717C-E1E5-2985-E068-5E866F48A8F4}"/>
              </a:ext>
            </a:extLst>
          </p:cNvPr>
          <p:cNvSpPr/>
          <p:nvPr/>
        </p:nvSpPr>
        <p:spPr>
          <a:xfrm>
            <a:off x="2405161" y="5286016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106" name="Freeform 105">
            <a:extLst>
              <a:ext uri="{FF2B5EF4-FFF2-40B4-BE49-F238E27FC236}">
                <a16:creationId xmlns:a16="http://schemas.microsoft.com/office/drawing/2014/main" id="{F0F95CDB-D3EF-0577-0BED-37F2F552C8D9}"/>
              </a:ext>
            </a:extLst>
          </p:cNvPr>
          <p:cNvSpPr/>
          <p:nvPr/>
        </p:nvSpPr>
        <p:spPr>
          <a:xfrm>
            <a:off x="4326262" y="5286016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latin typeface="72 Brand"/>
              </a:rPr>
              <a:t>Pink 6</a:t>
            </a:r>
            <a:br>
              <a:rPr lang="en-US" sz="1200" dirty="0">
                <a:latin typeface="72 Brand"/>
              </a:rPr>
            </a:br>
            <a:r>
              <a:rPr lang="en-US" sz="1200" dirty="0">
                <a:latin typeface="72 Brand"/>
              </a:rPr>
              <a:t>#F31DED</a:t>
            </a:r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313A0D63-673A-090D-3444-FE6E3B3E7A19}"/>
              </a:ext>
            </a:extLst>
          </p:cNvPr>
          <p:cNvSpPr/>
          <p:nvPr/>
        </p:nvSpPr>
        <p:spPr>
          <a:xfrm>
            <a:off x="6247361" y="5286016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104" name="Freeform 103">
            <a:extLst>
              <a:ext uri="{FF2B5EF4-FFF2-40B4-BE49-F238E27FC236}">
                <a16:creationId xmlns:a16="http://schemas.microsoft.com/office/drawing/2014/main" id="{4177A9F4-2606-B06C-AA9C-81E1C9F33639}"/>
              </a:ext>
            </a:extLst>
          </p:cNvPr>
          <p:cNvSpPr/>
          <p:nvPr/>
        </p:nvSpPr>
        <p:spPr>
          <a:xfrm>
            <a:off x="8168462" y="5286016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909CBF88-C316-1428-7A1F-CA601895A87B}"/>
              </a:ext>
            </a:extLst>
          </p:cNvPr>
          <p:cNvSpPr/>
          <p:nvPr/>
        </p:nvSpPr>
        <p:spPr>
          <a:xfrm>
            <a:off x="10089563" y="5286016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FA233452-13CF-12CD-5E18-4CF5AB22027A}"/>
              </a:ext>
            </a:extLst>
          </p:cNvPr>
          <p:cNvSpPr/>
          <p:nvPr/>
        </p:nvSpPr>
        <p:spPr>
          <a:xfrm>
            <a:off x="484061" y="5880654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113" name="Freeform 112">
            <a:extLst>
              <a:ext uri="{FF2B5EF4-FFF2-40B4-BE49-F238E27FC236}">
                <a16:creationId xmlns:a16="http://schemas.microsoft.com/office/drawing/2014/main" id="{1D69EA0C-E2B6-6F4B-7C14-0FAA5605320C}"/>
              </a:ext>
            </a:extLst>
          </p:cNvPr>
          <p:cNvSpPr/>
          <p:nvPr/>
        </p:nvSpPr>
        <p:spPr>
          <a:xfrm>
            <a:off x="2405161" y="5880654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 dirty="0">
                <a:solidFill>
                  <a:srgbClr val="000000"/>
                </a:solidFill>
                <a:latin typeface="72 Brand"/>
              </a:rPr>
            </a:br>
            <a:r>
              <a:rPr lang="en-US" sz="1200" dirty="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112" name="Freeform 111">
            <a:extLst>
              <a:ext uri="{FF2B5EF4-FFF2-40B4-BE49-F238E27FC236}">
                <a16:creationId xmlns:a16="http://schemas.microsoft.com/office/drawing/2014/main" id="{1267293A-FD08-5382-12BF-5BC0D4BB17A3}"/>
              </a:ext>
            </a:extLst>
          </p:cNvPr>
          <p:cNvSpPr/>
          <p:nvPr/>
        </p:nvSpPr>
        <p:spPr>
          <a:xfrm>
            <a:off x="4326262" y="5880654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111" name="Freeform 110">
            <a:extLst>
              <a:ext uri="{FF2B5EF4-FFF2-40B4-BE49-F238E27FC236}">
                <a16:creationId xmlns:a16="http://schemas.microsoft.com/office/drawing/2014/main" id="{C66C8254-221B-668C-0537-C9423B55B70A}"/>
              </a:ext>
            </a:extLst>
          </p:cNvPr>
          <p:cNvSpPr/>
          <p:nvPr/>
        </p:nvSpPr>
        <p:spPr>
          <a:xfrm>
            <a:off x="6247361" y="5880654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110" name="Freeform 109">
            <a:extLst>
              <a:ext uri="{FF2B5EF4-FFF2-40B4-BE49-F238E27FC236}">
                <a16:creationId xmlns:a16="http://schemas.microsoft.com/office/drawing/2014/main" id="{DF8C09E7-36F0-F019-6812-A571B7F32E60}"/>
              </a:ext>
            </a:extLst>
          </p:cNvPr>
          <p:cNvSpPr/>
          <p:nvPr/>
        </p:nvSpPr>
        <p:spPr>
          <a:xfrm>
            <a:off x="8168462" y="5880654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109" name="Freeform 108">
            <a:extLst>
              <a:ext uri="{FF2B5EF4-FFF2-40B4-BE49-F238E27FC236}">
                <a16:creationId xmlns:a16="http://schemas.microsoft.com/office/drawing/2014/main" id="{EA4A347C-E103-42CD-4A15-7E6F633CBD76}"/>
              </a:ext>
            </a:extLst>
          </p:cNvPr>
          <p:cNvSpPr/>
          <p:nvPr/>
        </p:nvSpPr>
        <p:spPr>
          <a:xfrm>
            <a:off x="10089563" y="5880654"/>
            <a:ext cx="1600916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 dirty="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 dirty="0">
                <a:solidFill>
                  <a:srgbClr val="FFFFFF"/>
                </a:solidFill>
                <a:latin typeface="72 Brand"/>
              </a:rPr>
            </a:br>
            <a:r>
              <a:rPr lang="en-US" sz="1200" dirty="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1897682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D058380\AppData\Local\Templafy\AddIns\PowerPointVsto\ID 299271 - arrow pointing right.sv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D058380\AppData\Local\Templafy\AddIns\PowerPointVsto\ID 299271 - arrow pointing right.sv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D058380\AppData\Local\Templafy\AddIns\PowerPointVsto\ID 299271 - arrow pointing right.sv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D058380\AppData\Local\Templafy\AddIns\PowerPointVsto\ID 299271 - arrow pointing right.svg"/>
</p:tagLst>
</file>

<file path=ppt/theme/theme1.xml><?xml version="1.0" encoding="utf-8"?>
<a:theme xmlns:a="http://schemas.openxmlformats.org/drawingml/2006/main" name="SAP Template 2025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16" id="{6EE3CE7A-E618-354C-A911-C8B540FBF846}" vid="{D6A1CD9D-FAE1-404C-ADBB-39144CF68697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5F0F9DCBF1E94796646FCF98A7C072" ma:contentTypeVersion="13" ma:contentTypeDescription="Create a new document." ma:contentTypeScope="" ma:versionID="5b306df2387467d165757eb5a8cdddaa">
  <xsd:schema xmlns:xsd="http://www.w3.org/2001/XMLSchema" xmlns:xs="http://www.w3.org/2001/XMLSchema" xmlns:p="http://schemas.microsoft.com/office/2006/metadata/properties" xmlns:ns2="0e00d59e-b0d2-4e67-be34-67e465b0fbed" xmlns:ns3="47fc58d8-9f4b-4bc8-b278-c3cb6f298023" targetNamespace="http://schemas.microsoft.com/office/2006/metadata/properties" ma:root="true" ma:fieldsID="eebd9c38828bcd412c0ba6e1c1867684" ns2:_="" ns3:_="">
    <xsd:import namespace="0e00d59e-b0d2-4e67-be34-67e465b0fbed"/>
    <xsd:import namespace="47fc58d8-9f4b-4bc8-b278-c3cb6f2980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ResponsibleContact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0d59e-b0d2-4e67-be34-67e465b0fbe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fc58d8-9f4b-4bc8-b278-c3cb6f2980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ResponsibleContact" ma:index="17" nillable="true" ma:displayName="Responsible Contact" ma:format="Dropdown" ma:list="UserInfo" ma:SharePointGroup="0" ma:internalName="ResponsibleContac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sponsibleContact xmlns="47fc58d8-9f4b-4bc8-b278-c3cb6f298023">
      <UserInfo>
        <DisplayName/>
        <AccountId xsi:nil="true"/>
        <AccountType/>
      </UserInfo>
    </ResponsibleContact>
  </documentManagement>
</p:properties>
</file>

<file path=customXml/item3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{"name":"SAPLogo","value":"pxB0tb4qiCEYCgGk2fAV86fXsKRk9ZMKiRC3VaLJ5C8="},{"name":"Classification","value":"bNSU3Pw4Gyc4shCtJaykrx0wvtlxo5J8zr5MhVcSZRA="},{"name":"Date","value":"yHTFu/RtfRkmltpVE3Q3ZQ=="},{"name":"SpeakerName","value":"a1A/QpFOGO2lwnT89K4AGJ+Rn9HYTP/LL58KLq5V3a0="},{"name":"Email","value":"jutfp9n7yXefB5rt2QbZqdojjNWDP7ufQa0CXyeO0U8="}]}]]></TemplafyFormConfiguration>
</file>

<file path=customXml/item4.xml><?xml version="1.0" encoding="utf-8"?>
<TemplafyTemplateConfiguration><![CDATA[{"elementsMetadata":[{"type":"shape","id":"299c53d3-d2d0-4d1d-86ec-72ec3ec15772","elementConfiguration":{"binding":"{{ DataSources.Classification[Form.Classification.Name].Display}}","type":"text","disableUpdates":false}},{"type":"shape","id":"1d9a7ea8-bfc7-4849-8fa2-cc4cde1d8749","elementConfiguration":{"inheritDimensions":"{{InheritDimensions.InheritNone}}","width":"","height":"1 cm","image":"{{Form.SAPLogo.SubbrandBlue}}","visibility":"","type":"image","disableUpdates":false}},{"type":"shape","id":"9cfb9cf3-9a2b-4f2b-81e3-94fd5b3c963c","elementConfiguration":{"binding":"{{Form.Classification.Display}}","visibility":"","type":"text","disableUpdates":false}},{"type":"shape","id":"043d6904-3de3-48d1-85b1-2deb96d7f4a0","elementConfiguration":{"binding":"{{Form.Classification.Display}}","visibility":"","type":"text","disableUpdates":false}},{"type":"shape","id":"ade12af7-3637-4af7-9b1c-dd0c7e4bad92","elementConfiguration":{"inheritDimensions":"{{InheritDimensions.InheritNone}}","width":"","height":"1 cm","image":"{{Form.SAPLogo.SubbrandBlack}}","visibility":"","type":"image","disableUpdates":false}},{"type":"shape","id":"142551ba-533d-4465-a895-928eefca86db","elementConfiguration":{"inheritDimensions":"{{InheritDimensions.InheritNone}}","width":"","height":"1 cm","image":"{{Form.SAPLogo.SubbrandWhite}}","visibility":"","type":"image","disableUpdates":false}},{"type":"shape","id":"74912449-a2f8-4735-ba69-7022b2b2a01d","elementConfiguration":{"binding":"{{Form.Classification.Display}}","visibility":"","type":"text","disableUpdates":false}},{"type":"shape","id":"6a208b1c-f5ed-4d7b-b96e-68a59a1d59a3","elementConfiguration":{"inheritDimensions":"{{InheritDimensions.InheritNone}}","width":"","height":"1 cm","image":"{{Form.SAPLogo.SubbrandBlue}}","visibility":"","type":"image","disableUpdates":false}},{"type":"shape","id":"839c6f8a-fccc-465d-9033-98d788bdf723","elementConfiguration":{"binding":"{{Form.Classification.Display}}","visibility":"","type":"text","disableUpdates":false}},{"type":"shape","id":"d7d12028-2c3d-4940-8067-112aabdf77b7","elementConfiguration":{"inheritDimensions":"{{InheritDimensions.InheritNone}}","width":"","height":"1 cm","image":"{{Form.SAPLogo.SubbrandBlue}}","visibility":"","type":"image","disableUpdates":false}},{"type":"shape","id":"b44e9a74-d7a9-4647-bfa0-ca38b3efed00","elementConfiguration":{"binding":"{{Form.Classification.Display}}","visibility":"","type":"text","disableUpdates":false}},{"type":"shape","id":"ab2540ee-5121-4695-aec4-5c5ac609891a","elementConfiguration":{"inheritDimensions":"{{InheritDimensions.InheritNone}}","width":"","height":"1 cm","image":"{{Form.SAPLogo.SubbrandBlue}}","visibility":"","type":"image","disableUpdates":false}},{"type":"shape","id":"d41d41e2-d313-4078-b97f-f434f65d2d17","elementConfiguration":{"binding":"{{Form.Classification.Display}}","visibility":"","type":"text","disableUpdates":false}},{"type":"shape","id":"1f05c0e2-4fb6-46bc-8074-379757533e0a","elementConfiguration":{"inheritDimensions":"{{InheritDimensions.InheritNone}}","width":"","height":"1 cm","image":"{{Form.SAPLogo.SubbrandWhite}}","visibility":"","type":"image","disableUpdates":false}},{"type":"shape","id":"afd82970-ba02-493a-ac97-d08dd67751c4","elementConfiguration":{"binding":"{{Form.Classification.Display}}","visibility":"","type":"text","disableUpdates":false}},{"type":"shape","id":"408f0ce9-fdec-4531-b346-9ac42ed8239b","elementConfiguration":{"binding":"{{DataSources.PPTCopyRight[\"Slide 5 copyright\"].CopyrightMessage}}","visibility":"","type":"text","disableUpdates":false}},{"type":"shape","id":"7584d8a4-7f18-477d-ba27-430be5c08d05","elementConfiguration":{"inheritDimensions":"{{InheritDimensions.InheritNone}}","width":"","height":"1 cm","image":"{{Form.SAPLogo.SubbrandBlack}}","visibility":"","type":"image","disableUpdates":false}},{"type":"shape","id":"38d8ace5-07f2-41de-bdc9-6513fee8c979","elementConfiguration":{"binding":"{{Form.Classification.Display}}","visibility":"","type":"text","disableUpdates":false}},{"type":"shape","id":"2841d51e-2f65-45dd-88a8-76f26268f3eb","elementConfiguration":{"inheritDimensions":"{{InheritDimensions.InheritNone}}","width":"","height":"1 cm","image":"{{Form.SAPLogo.SubbrandWhite}}","visibility":"","type":"image","disableUpdates":false}},{"type":"shape","id":"2f67671b-19b6-4420-b87a-ed646bb69096","elementConfiguration":{"binding":"{{Form.Classification.Display}}","visibility":"","type":"text","disableUpdates":false}},{"type":"shape","id":"f2bc69a3-0f6c-4e4c-a251-35bdd33bb1c6","elementConfiguration":{"inheritDimensions":"{{InheritDimensions.InheritNone}}","width":"","height":"1 cm","image":"{{Form.SAPLogo.SubbrandBlack}}","visibility":"","type":"image","disableUpdates":false}},{"type":"shape","id":"5294c393-9346-4bc3-9147-f4082f73ea35","elementConfiguration":{"binding":"{{Form.Classification.Display}}","visibility":"","type":"text","disableUpdates":false}},{"type":"shape","id":"d6544810-7a11-41b3-8cc8-ba1e56d78b52","elementConfiguration":{"inheritDimensions":"{{InheritDimensions.InheritNone}}","width":"","height":"1 cm","image":"{{Form.SAPLogo.SubbrandWhite}}","visibility":"","type":"image","disableUpdates":false}},{"type":"shape","id":"4709167c-5ed4-4a6f-8f0b-7b014d249e0c","elementConfiguration":{"binding":"{{Form.Classification.Display}}","visibility":"","type":"text","disableUpdates":false}},{"type":"shape","id":"7336aa2e-fac9-43e8-b908-57526a7c674d","elementConfiguration":{"inheritDimensions":"{{InheritDimensions.InheritNone}}","width":"","height":"1 cm","image":"{{Form.SAPLogo.SubbrandWhite}}","visibility":"","type":"image","disableUpdates":false}},{"type":"shape","id":"f59d6465-aee0-4b4f-935f-47708cb63656","elementConfiguration":{"binding":"{{Form.Classification.Display}}","visibility":"","type":"text","disableUpdates":false}},{"type":"shape","id":"6b9bcfab-8c59-4f3e-8b9f-46ade53b1bbb","elementConfiguration":{"binding":"{{StringJoin(\", \", Form.SpeakerName,\"SAP\")}}","type":"text","disableUpdates":false}},{"type":"shape","id":"ac2cec0f-73b2-4c23-a3cc-46ca3f0f288b","elementConfiguration":{"binding":"{{FormatDateTime(Form.Date,\"MMMM dd, yyyy\",\"en-US\")}}","type":"text","disableUpdates":false}},{"type":"shape","id":"7dcb7a90-a457-4299-9e8b-c0e466eb97a7","elementConfiguration":{"binding":"{{StringJoin(\", \", Form.SpeakerName,\"SAP\")}}","type":"text","disableUpdates":false}},{"type":"shape","id":"8b15365c-7449-46f8-84b8-6168291aeae6","elementConfiguration":{"binding":"{{FormatDateTime(Form.Date,\"MMMM dd, yyyy\",\"en-US\")}}","type":"text","disableUpdates":false}},{"type":"shape","id":"7cdfef9e-e22f-44aa-936c-244788940042","elementConfiguration":{"binding":"{{StringJoin(\", \", Form.SpeakerName,\"SAP\")}}","type":"text","disableUpdates":false}},{"type":"shape","id":"caef8273-787b-4377-988a-032dbf242b80","elementConfiguration":{"binding":"{{FormatDateTime(Form.Date,\"MMMM dd, yyyy\",\"en-US\")}}","type":"text","disableUpdates":false}},{"type":"shape","id":"ae4b794e-ac5d-4f94-8859-6856fa377ae0","elementConfiguration":{"binding":"{{StringJoin(\", \", Form.SpeakerName,\"SAP\")}}","type":"text","disableUpdates":false}},{"type":"shape","id":"511476aa-b404-4447-a367-ed67aa81e4ee","elementConfiguration":{"binding":"{{FormatDateTime(Form.Date,\"MMMM dd, yyyy\",\"en-US\")}}","type":"text","disableUpdates":false}},{"type":"shape","id":"c9c8f332-b2af-4616-a3bb-35e076b8f77d","elementConfiguration":{"binding":"{{StringJoin(\", \", Form.SpeakerName,\"SAP\")}}","type":"text","disableUpdates":false}},{"type":"shape","id":"de043bbd-ef08-41d6-98eb-c3b2ad51c676","elementConfiguration":{"binding":"{{FormatDateTime(Form.Date,\"MMMM dd, yyyy\",\"en-US\")}}","type":"text","disableUpdates":false}},{"type":"shape","id":"bbdb8fa3-aa98-495c-83c2-e5f4aa702eec","elementConfiguration":{"binding":"{{StringJoin(\", \", Form.SpeakerName,\"SAP\")}}","type":"text","disableUpdates":false}},{"type":"shape","id":"336115b6-6661-41ab-aad4-9af2eca15cc5","elementConfiguration":{"binding":"{{FormatDateTime(Form.Date,\"MMMM dd, yyyy\",\"en-US\")}}","type":"text","disableUpdates":false}},{"type":"shape","id":"4d477370-b332-4599-8f86-e131e65bf52d","elementConfiguration":{"binding":"{{Form.SpeakerName}}","type":"text","disableUpdates":false}},{"type":"shape","id":"0cb08cae-7ef7-4475-8eab-31e2d1acdf30","elementConfiguration":{"binding":"{{Form.Email}}","type":"text","disableUpdates":false}}],"transformationConfigurations":[],"templateName":"SAP Template 2025","templateDescription":"","enableDocumentContentUpdater":true,"version":"2.0"}]]></TemplafyTemplateConfiguration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7.xml><?xml version="1.0" encoding="utf-8"?>
<TemplafySlideTemplateConfiguration><![CDATA[{"slideVersion":20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31234101560684","enableDocumentContentUpdater":false,"version":"2.0"}]]></TemplafySlideTemplateConfiguration>
</file>

<file path=customXml/item8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]}]]></TemplafySlideFormConfiguration>
</file>

<file path=customXml/item9.xml><?xml version="1.0" encoding="utf-8"?>
<TemplafySlideTemplateConfiguration><![CDATA[{"slideVersion":18,"isValidatorEnabled":false,"isLocked":false,"elementsMetadata":[{"type":"shape","elementConfiguration":{"binding":"{{Form.SpeakerName}}","type":"text","disableUpdates":false}},{"type":"shape","elementConfiguration":{"binding":"{{Form.Email}}","type":"text","disableUpdates":false}},{"type":"shape","elementConfiguration":{"binding":"{{DataSources.PPTCopyRight[\"Slide 5 copyright\"].CopyrightMessage}}","visibility":"","type":"text","disableUpdates":false}}],"slideId":"638331234103056874","enableDocumentContentUpdater":false,"version":"2.0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slideVersion":19,"isValidatorEnabled":false,"isLocked":false,"elementsMetadata":[],"slideId":"638331234103099669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B3812128-B7DF-461F-A8F2-831754A1D2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00d59e-b0d2-4e67-be34-67e465b0fbed"/>
    <ds:schemaRef ds:uri="47fc58d8-9f4b-4bc8-b278-c3cb6f2980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1422F45-04DB-421D-8796-270006657806}">
  <ds:schemaRefs>
    <ds:schemaRef ds:uri="http://schemas.microsoft.com/office/2006/metadata/properties"/>
    <ds:schemaRef ds:uri="0e00d59e-b0d2-4e67-be34-67e465b0fbed"/>
    <ds:schemaRef ds:uri="47fc58d8-9f4b-4bc8-b278-c3cb6f298023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C49FFC8-2FF3-4057-96F0-3BCD1A4F0351}">
  <ds:schemaRefs/>
</ds:datastoreItem>
</file>

<file path=customXml/itemProps4.xml><?xml version="1.0" encoding="utf-8"?>
<ds:datastoreItem xmlns:ds="http://schemas.openxmlformats.org/officeDocument/2006/customXml" ds:itemID="{626BBCBB-1894-4E66-BA48-9E91CE3ACBA0}">
  <ds:schemaRefs/>
</ds:datastoreItem>
</file>

<file path=customXml/itemProps5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6.xml><?xml version="1.0" encoding="utf-8"?>
<ds:datastoreItem xmlns:ds="http://schemas.openxmlformats.org/officeDocument/2006/customXml" ds:itemID="{5E726EAB-FE30-4F4D-A478-DE4759D9A12E}">
  <ds:schemaRefs/>
</ds:datastoreItem>
</file>

<file path=customXml/itemProps7.xml><?xml version="1.0" encoding="utf-8"?>
<ds:datastoreItem xmlns:ds="http://schemas.openxmlformats.org/officeDocument/2006/customXml" ds:itemID="{F444086E-23D4-43AE-9B84-AA7543534A61}">
  <ds:schemaRefs/>
</ds:datastoreItem>
</file>

<file path=customXml/itemProps8.xml><?xml version="1.0" encoding="utf-8"?>
<ds:datastoreItem xmlns:ds="http://schemas.openxmlformats.org/officeDocument/2006/customXml" ds:itemID="{47869D81-24A3-1649-A7BC-E604AE89024C}">
  <ds:schemaRefs/>
</ds:datastoreItem>
</file>

<file path=customXml/itemProps9.xml><?xml version="1.0" encoding="utf-8"?>
<ds:datastoreItem xmlns:ds="http://schemas.openxmlformats.org/officeDocument/2006/customXml" ds:itemID="{3E4381A6-8E2C-574D-B48E-536A53B18F66}">
  <ds:schemaRefs/>
</ds:datastoreItem>
</file>

<file path=customXml/itemProps10.xml><?xml version="1.0" encoding="utf-8"?>
<ds:datastoreItem xmlns:ds="http://schemas.openxmlformats.org/officeDocument/2006/customXml" ds:itemID="{32B4CE40-A540-46F0-A4B7-2503498DD8B0}">
  <ds:schemaRefs/>
</ds:datastoreItem>
</file>

<file path=customXml/itemProps11.xml><?xml version="1.0" encoding="utf-8"?>
<ds:datastoreItem xmlns:ds="http://schemas.openxmlformats.org/officeDocument/2006/customXml" ds:itemID="{0EC57229-3C66-4E28-BE75-EC4AA2288617}">
  <ds:schemaRefs/>
</ds:datastoreItem>
</file>

<file path=docMetadata/LabelInfo.xml><?xml version="1.0" encoding="utf-8"?>
<clbl:labelList xmlns:clbl="http://schemas.microsoft.com/office/2020/mipLabelMetadata">
  <clbl:label id="{42f7676c-f455-423c-82f6-dc2d99791af7}" enabled="0" method="" siteId="{42f7676c-f455-423c-82f6-dc2d99791af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</TotalTime>
  <Words>507</Words>
  <Application>Microsoft Office PowerPoint</Application>
  <PresentationFormat>Custom</PresentationFormat>
  <Paragraphs>119</Paragraphs>
  <Slides>10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72 Brand</vt:lpstr>
      <vt:lpstr>Wingdings</vt:lpstr>
      <vt:lpstr>Symbol</vt:lpstr>
      <vt:lpstr>72 Brand Medium</vt:lpstr>
      <vt:lpstr>Courier New</vt:lpstr>
      <vt:lpstr>Arial</vt:lpstr>
      <vt:lpstr>Wingdings</vt:lpstr>
      <vt:lpstr>SAP Template 2025</vt:lpstr>
      <vt:lpstr>Advanced database development with Visual Studio Code</vt:lpstr>
      <vt:lpstr>History of Native SAP HANA Development</vt:lpstr>
      <vt:lpstr>Visual Studio Code Extensions for SAP HANA Cloud</vt:lpstr>
      <vt:lpstr>SAP HANA Database Explorer</vt:lpstr>
      <vt:lpstr>SQL Analyzer</vt:lpstr>
      <vt:lpstr>Supportability Tools</vt:lpstr>
      <vt:lpstr>Demo</vt:lpstr>
      <vt:lpstr>References</vt:lpstr>
      <vt:lpstr>Thank you.</vt:lpstr>
      <vt:lpstr>Color palette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>Bregler, Jonathan</dc:creator>
  <cp:keywords>2024/16:9/white</cp:keywords>
  <dc:description/>
  <cp:lastModifiedBy>Bregler, Jonathan</cp:lastModifiedBy>
  <cp:revision>39</cp:revision>
  <dcterms:created xsi:type="dcterms:W3CDTF">2025-07-09T07:45:09Z</dcterms:created>
  <dcterms:modified xsi:type="dcterms:W3CDTF">2025-07-09T14:34:40Z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_NewReviewCycle">
    <vt:lpwstr/>
  </property>
  <property fmtid="{D5CDD505-2E9C-101B-9397-08002B2CF9AE}" pid="6" name="ContentTypeId">
    <vt:lpwstr>0x010100615F0F9DCBF1E94796646FCF98A7C072</vt:lpwstr>
  </property>
  <property fmtid="{D5CDD505-2E9C-101B-9397-08002B2CF9AE}" pid="7" name="TemplafyTimeStamp">
    <vt:lpwstr>2025-02-17T09:56:58</vt:lpwstr>
  </property>
  <property fmtid="{D5CDD505-2E9C-101B-9397-08002B2CF9AE}" pid="8" name="TemplafyTenantId">
    <vt:lpwstr>sap</vt:lpwstr>
  </property>
  <property fmtid="{D5CDD505-2E9C-101B-9397-08002B2CF9AE}" pid="9" name="TemplafyTemplateId">
    <vt:lpwstr>743088030174412800</vt:lpwstr>
  </property>
  <property fmtid="{D5CDD505-2E9C-101B-9397-08002B2CF9AE}" pid="10" name="TemplafyUserProfileId">
    <vt:lpwstr>637708693957889563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