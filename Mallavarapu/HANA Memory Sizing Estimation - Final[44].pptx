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256" r:id="rId5"/>
    <p:sldId id="490" r:id="rId6"/>
    <p:sldId id="483" r:id="rId7"/>
    <p:sldId id="487" r:id="rId8"/>
    <p:sldId id="488" r:id="rId9"/>
    <p:sldId id="489" r:id="rId10"/>
    <p:sldId id="493" r:id="rId11"/>
    <p:sldId id="455" r:id="rId12"/>
    <p:sldId id="506" r:id="rId13"/>
    <p:sldId id="495" r:id="rId14"/>
    <p:sldId id="496" r:id="rId15"/>
    <p:sldId id="503" r:id="rId16"/>
    <p:sldId id="480" r:id="rId17"/>
    <p:sldId id="476" r:id="rId18"/>
    <p:sldId id="497" r:id="rId19"/>
    <p:sldId id="500" r:id="rId20"/>
    <p:sldId id="477" r:id="rId21"/>
    <p:sldId id="498" r:id="rId22"/>
    <p:sldId id="484" r:id="rId23"/>
    <p:sldId id="499" r:id="rId24"/>
    <p:sldId id="50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AD8C5FA-CAF8-EFE8-0D02-2591DD76BF84}" name="Jens Gleichmann" initials="JG" userId="S::jens.gleichmann@x-l-c.de::44d516c0-acb5-4e55-a4f9-9132fb4b7b1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70" autoAdjust="0"/>
    <p:restoredTop sz="94660"/>
  </p:normalViewPr>
  <p:slideViewPr>
    <p:cSldViewPr snapToGrid="0">
      <p:cViewPr varScale="1">
        <p:scale>
          <a:sx n="63" d="100"/>
          <a:sy n="63" d="100"/>
        </p:scale>
        <p:origin x="668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llavarapu, Aditya (ADX-ITO/Platform Management CoE)" userId="33ba836b-3860-40ff-9561-f78628c0cdb6" providerId="ADAL" clId="{33F28554-6E27-417D-87C0-9D0037D9E808}"/>
    <pc:docChg chg="delSld">
      <pc:chgData name="Mallavarapu, Aditya (ADX-ITO/Platform Management CoE)" userId="33ba836b-3860-40ff-9561-f78628c0cdb6" providerId="ADAL" clId="{33F28554-6E27-417D-87C0-9D0037D9E808}" dt="2025-07-17T15:16:39.259" v="11" actId="47"/>
      <pc:docMkLst>
        <pc:docMk/>
      </pc:docMkLst>
      <pc:sldChg chg="del">
        <pc:chgData name="Mallavarapu, Aditya (ADX-ITO/Platform Management CoE)" userId="33ba836b-3860-40ff-9561-f78628c0cdb6" providerId="ADAL" clId="{33F28554-6E27-417D-87C0-9D0037D9E808}" dt="2025-07-17T15:16:23.695" v="7" actId="47"/>
        <pc:sldMkLst>
          <pc:docMk/>
          <pc:sldMk cId="1226319910" sldId="456"/>
        </pc:sldMkLst>
      </pc:sldChg>
      <pc:sldChg chg="del">
        <pc:chgData name="Mallavarapu, Aditya (ADX-ITO/Platform Management CoE)" userId="33ba836b-3860-40ff-9561-f78628c0cdb6" providerId="ADAL" clId="{33F28554-6E27-417D-87C0-9D0037D9E808}" dt="2025-07-17T15:15:52.276" v="1" actId="47"/>
        <pc:sldMkLst>
          <pc:docMk/>
          <pc:sldMk cId="2767011614" sldId="460"/>
        </pc:sldMkLst>
      </pc:sldChg>
      <pc:sldChg chg="del">
        <pc:chgData name="Mallavarapu, Aditya (ADX-ITO/Platform Management CoE)" userId="33ba836b-3860-40ff-9561-f78628c0cdb6" providerId="ADAL" clId="{33F28554-6E27-417D-87C0-9D0037D9E808}" dt="2025-07-17T15:15:57.468" v="2" actId="47"/>
        <pc:sldMkLst>
          <pc:docMk/>
          <pc:sldMk cId="3669996353" sldId="461"/>
        </pc:sldMkLst>
      </pc:sldChg>
      <pc:sldChg chg="del">
        <pc:chgData name="Mallavarapu, Aditya (ADX-ITO/Platform Management CoE)" userId="33ba836b-3860-40ff-9561-f78628c0cdb6" providerId="ADAL" clId="{33F28554-6E27-417D-87C0-9D0037D9E808}" dt="2025-07-17T15:16:02.375" v="3" actId="47"/>
        <pc:sldMkLst>
          <pc:docMk/>
          <pc:sldMk cId="1589144744" sldId="462"/>
        </pc:sldMkLst>
      </pc:sldChg>
      <pc:sldChg chg="del">
        <pc:chgData name="Mallavarapu, Aditya (ADX-ITO/Platform Management CoE)" userId="33ba836b-3860-40ff-9561-f78628c0cdb6" providerId="ADAL" clId="{33F28554-6E27-417D-87C0-9D0037D9E808}" dt="2025-07-17T15:16:36.789" v="10" actId="47"/>
        <pc:sldMkLst>
          <pc:docMk/>
          <pc:sldMk cId="194763790" sldId="471"/>
        </pc:sldMkLst>
      </pc:sldChg>
      <pc:sldChg chg="del">
        <pc:chgData name="Mallavarapu, Aditya (ADX-ITO/Platform Management CoE)" userId="33ba836b-3860-40ff-9561-f78628c0cdb6" providerId="ADAL" clId="{33F28554-6E27-417D-87C0-9D0037D9E808}" dt="2025-07-17T15:16:28.324" v="8" actId="47"/>
        <pc:sldMkLst>
          <pc:docMk/>
          <pc:sldMk cId="167447753" sldId="473"/>
        </pc:sldMkLst>
      </pc:sldChg>
      <pc:sldChg chg="del">
        <pc:chgData name="Mallavarapu, Aditya (ADX-ITO/Platform Management CoE)" userId="33ba836b-3860-40ff-9561-f78628c0cdb6" providerId="ADAL" clId="{33F28554-6E27-417D-87C0-9D0037D9E808}" dt="2025-07-17T15:16:31.174" v="9" actId="47"/>
        <pc:sldMkLst>
          <pc:docMk/>
          <pc:sldMk cId="2873674910" sldId="475"/>
        </pc:sldMkLst>
      </pc:sldChg>
      <pc:sldChg chg="del">
        <pc:chgData name="Mallavarapu, Aditya (ADX-ITO/Platform Management CoE)" userId="33ba836b-3860-40ff-9561-f78628c0cdb6" providerId="ADAL" clId="{33F28554-6E27-417D-87C0-9D0037D9E808}" dt="2025-07-17T15:16:04.342" v="4" actId="47"/>
        <pc:sldMkLst>
          <pc:docMk/>
          <pc:sldMk cId="2269756580" sldId="491"/>
        </pc:sldMkLst>
      </pc:sldChg>
      <pc:sldChg chg="del">
        <pc:chgData name="Mallavarapu, Aditya (ADX-ITO/Platform Management CoE)" userId="33ba836b-3860-40ff-9561-f78628c0cdb6" providerId="ADAL" clId="{33F28554-6E27-417D-87C0-9D0037D9E808}" dt="2025-07-17T15:16:06.966" v="5" actId="47"/>
        <pc:sldMkLst>
          <pc:docMk/>
          <pc:sldMk cId="1573417772" sldId="492"/>
        </pc:sldMkLst>
      </pc:sldChg>
      <pc:sldChg chg="del">
        <pc:chgData name="Mallavarapu, Aditya (ADX-ITO/Platform Management CoE)" userId="33ba836b-3860-40ff-9561-f78628c0cdb6" providerId="ADAL" clId="{33F28554-6E27-417D-87C0-9D0037D9E808}" dt="2025-07-17T15:15:51.001" v="0" actId="47"/>
        <pc:sldMkLst>
          <pc:docMk/>
          <pc:sldMk cId="1648027101" sldId="494"/>
        </pc:sldMkLst>
      </pc:sldChg>
      <pc:sldChg chg="del">
        <pc:chgData name="Mallavarapu, Aditya (ADX-ITO/Platform Management CoE)" userId="33ba836b-3860-40ff-9561-f78628c0cdb6" providerId="ADAL" clId="{33F28554-6E27-417D-87C0-9D0037D9E808}" dt="2025-07-17T15:16:39.259" v="11" actId="47"/>
        <pc:sldMkLst>
          <pc:docMk/>
          <pc:sldMk cId="519458822" sldId="504"/>
        </pc:sldMkLst>
      </pc:sldChg>
      <pc:sldChg chg="del">
        <pc:chgData name="Mallavarapu, Aditya (ADX-ITO/Platform Management CoE)" userId="33ba836b-3860-40ff-9561-f78628c0cdb6" providerId="ADAL" clId="{33F28554-6E27-417D-87C0-9D0037D9E808}" dt="2025-07-17T15:16:21.263" v="6" actId="47"/>
        <pc:sldMkLst>
          <pc:docMk/>
          <pc:sldMk cId="2217133444" sldId="505"/>
        </pc:sldMkLst>
      </pc:sldChg>
    </pc:docChg>
  </pc:docChgLst>
  <pc:docChgLst>
    <pc:chgData name="Mallavarapu, Aditya (ADX-ITO/Platform Management CoE)" userId="33ba836b-3860-40ff-9561-f78628c0cdb6" providerId="ADAL" clId="{80BBF986-63C6-43A6-9F24-4C1E4473BA6D}"/>
    <pc:docChg chg="undo custSel addSld delSld modSld sldOrd">
      <pc:chgData name="Mallavarapu, Aditya (ADX-ITO/Platform Management CoE)" userId="33ba836b-3860-40ff-9561-f78628c0cdb6" providerId="ADAL" clId="{80BBF986-63C6-43A6-9F24-4C1E4473BA6D}" dt="2025-07-04T12:53:48.327" v="666"/>
      <pc:docMkLst>
        <pc:docMk/>
      </pc:docMkLst>
      <pc:sldChg chg="addSp delSp modSp mod">
        <pc:chgData name="Mallavarapu, Aditya (ADX-ITO/Platform Management CoE)" userId="33ba836b-3860-40ff-9561-f78628c0cdb6" providerId="ADAL" clId="{80BBF986-63C6-43A6-9F24-4C1E4473BA6D}" dt="2025-07-04T07:33:27.496" v="592" actId="1076"/>
        <pc:sldMkLst>
          <pc:docMk/>
          <pc:sldMk cId="1066814317" sldId="256"/>
        </pc:sldMkLst>
        <pc:spChg chg="mod">
          <ac:chgData name="Mallavarapu, Aditya (ADX-ITO/Platform Management CoE)" userId="33ba836b-3860-40ff-9561-f78628c0cdb6" providerId="ADAL" clId="{80BBF986-63C6-43A6-9F24-4C1E4473BA6D}" dt="2025-07-02T10:36:00.762" v="231" actId="113"/>
          <ac:spMkLst>
            <pc:docMk/>
            <pc:sldMk cId="1066814317" sldId="256"/>
            <ac:spMk id="2" creationId="{8B174670-2186-36A5-9109-203AF72D0A21}"/>
          </ac:spMkLst>
        </pc:spChg>
        <pc:spChg chg="add mod">
          <ac:chgData name="Mallavarapu, Aditya (ADX-ITO/Platform Management CoE)" userId="33ba836b-3860-40ff-9561-f78628c0cdb6" providerId="ADAL" clId="{80BBF986-63C6-43A6-9F24-4C1E4473BA6D}" dt="2025-07-04T07:33:27.496" v="592" actId="1076"/>
          <ac:spMkLst>
            <pc:docMk/>
            <pc:sldMk cId="1066814317" sldId="256"/>
            <ac:spMk id="3" creationId="{2DE05C52-E2B4-488A-E951-EEDDBF4E9C17}"/>
          </ac:spMkLst>
        </pc:spChg>
        <pc:picChg chg="add del mod">
          <ac:chgData name="Mallavarapu, Aditya (ADX-ITO/Platform Management CoE)" userId="33ba836b-3860-40ff-9561-f78628c0cdb6" providerId="ADAL" clId="{80BBF986-63C6-43A6-9F24-4C1E4473BA6D}" dt="2025-07-04T07:33:15.542" v="589" actId="478"/>
          <ac:picMkLst>
            <pc:docMk/>
            <pc:sldMk cId="1066814317" sldId="256"/>
            <ac:picMk id="5" creationId="{7DA54C7F-50C2-17B5-5D5B-3A6FBCE8E6D8}"/>
          </ac:picMkLst>
        </pc:picChg>
        <pc:picChg chg="add del mod">
          <ac:chgData name="Mallavarapu, Aditya (ADX-ITO/Platform Management CoE)" userId="33ba836b-3860-40ff-9561-f78628c0cdb6" providerId="ADAL" clId="{80BBF986-63C6-43A6-9F24-4C1E4473BA6D}" dt="2025-07-04T07:33:18.289" v="590" actId="478"/>
          <ac:picMkLst>
            <pc:docMk/>
            <pc:sldMk cId="1066814317" sldId="256"/>
            <ac:picMk id="8" creationId="{EDEC570F-5A0F-513E-7105-BEE5831FD617}"/>
          </ac:picMkLst>
        </pc:picChg>
      </pc:sldChg>
      <pc:sldChg chg="delSp modSp mod delAnim modAnim">
        <pc:chgData name="Mallavarapu, Aditya (ADX-ITO/Platform Management CoE)" userId="33ba836b-3860-40ff-9561-f78628c0cdb6" providerId="ADAL" clId="{80BBF986-63C6-43A6-9F24-4C1E4473BA6D}" dt="2025-07-03T04:16:44.704" v="394" actId="1076"/>
        <pc:sldMkLst>
          <pc:docMk/>
          <pc:sldMk cId="1468841740" sldId="455"/>
        </pc:sldMkLst>
        <pc:spChg chg="mod">
          <ac:chgData name="Mallavarapu, Aditya (ADX-ITO/Platform Management CoE)" userId="33ba836b-3860-40ff-9561-f78628c0cdb6" providerId="ADAL" clId="{80BBF986-63C6-43A6-9F24-4C1E4473BA6D}" dt="2025-07-03T04:16:44.704" v="394" actId="1076"/>
          <ac:spMkLst>
            <pc:docMk/>
            <pc:sldMk cId="1468841740" sldId="455"/>
            <ac:spMk id="5" creationId="{51ACC775-D5C3-668B-35E0-A5E3775B6A7F}"/>
          </ac:spMkLst>
        </pc:spChg>
        <pc:spChg chg="del">
          <ac:chgData name="Mallavarapu, Aditya (ADX-ITO/Platform Management CoE)" userId="33ba836b-3860-40ff-9561-f78628c0cdb6" providerId="ADAL" clId="{80BBF986-63C6-43A6-9F24-4C1E4473BA6D}" dt="2025-07-03T04:16:22.378" v="389" actId="478"/>
          <ac:spMkLst>
            <pc:docMk/>
            <pc:sldMk cId="1468841740" sldId="455"/>
            <ac:spMk id="9" creationId="{AA5A07BE-13DE-A169-838F-872F774DC2F0}"/>
          </ac:spMkLst>
        </pc:spChg>
        <pc:spChg chg="del mod">
          <ac:chgData name="Mallavarapu, Aditya (ADX-ITO/Platform Management CoE)" userId="33ba836b-3860-40ff-9561-f78628c0cdb6" providerId="ADAL" clId="{80BBF986-63C6-43A6-9F24-4C1E4473BA6D}" dt="2025-07-03T04:16:31.079" v="391" actId="478"/>
          <ac:spMkLst>
            <pc:docMk/>
            <pc:sldMk cId="1468841740" sldId="455"/>
            <ac:spMk id="13" creationId="{3AB3D35C-C788-7BF0-3B9D-95556718487E}"/>
          </ac:spMkLst>
        </pc:spChg>
        <pc:picChg chg="mod">
          <ac:chgData name="Mallavarapu, Aditya (ADX-ITO/Platform Management CoE)" userId="33ba836b-3860-40ff-9561-f78628c0cdb6" providerId="ADAL" clId="{80BBF986-63C6-43A6-9F24-4C1E4473BA6D}" dt="2025-07-03T04:16:38.471" v="393" actId="1076"/>
          <ac:picMkLst>
            <pc:docMk/>
            <pc:sldMk cId="1468841740" sldId="455"/>
            <ac:picMk id="6" creationId="{6836244C-E31B-2868-3DF7-63BB5BE2191B}"/>
          </ac:picMkLst>
        </pc:picChg>
        <pc:picChg chg="del">
          <ac:chgData name="Mallavarapu, Aditya (ADX-ITO/Platform Management CoE)" userId="33ba836b-3860-40ff-9561-f78628c0cdb6" providerId="ADAL" clId="{80BBF986-63C6-43A6-9F24-4C1E4473BA6D}" dt="2025-07-03T04:16:24.766" v="390" actId="478"/>
          <ac:picMkLst>
            <pc:docMk/>
            <pc:sldMk cId="1468841740" sldId="455"/>
            <ac:picMk id="8" creationId="{F0A22E8B-53EC-E0BE-E611-45334F232F06}"/>
          </ac:picMkLst>
        </pc:picChg>
      </pc:sldChg>
      <pc:sldChg chg="ord">
        <pc:chgData name="Mallavarapu, Aditya (ADX-ITO/Platform Management CoE)" userId="33ba836b-3860-40ff-9561-f78628c0cdb6" providerId="ADAL" clId="{80BBF986-63C6-43A6-9F24-4C1E4473BA6D}" dt="2025-07-03T04:07:23.986" v="327"/>
        <pc:sldMkLst>
          <pc:docMk/>
          <pc:sldMk cId="194763790" sldId="471"/>
        </pc:sldMkLst>
      </pc:sldChg>
      <pc:sldChg chg="addSp delSp modSp mod">
        <pc:chgData name="Mallavarapu, Aditya (ADX-ITO/Platform Management CoE)" userId="33ba836b-3860-40ff-9561-f78628c0cdb6" providerId="ADAL" clId="{80BBF986-63C6-43A6-9F24-4C1E4473BA6D}" dt="2025-07-03T04:21:47.126" v="486" actId="20577"/>
        <pc:sldMkLst>
          <pc:docMk/>
          <pc:sldMk cId="614102975" sldId="477"/>
        </pc:sldMkLst>
        <pc:spChg chg="mod">
          <ac:chgData name="Mallavarapu, Aditya (ADX-ITO/Platform Management CoE)" userId="33ba836b-3860-40ff-9561-f78628c0cdb6" providerId="ADAL" clId="{80BBF986-63C6-43A6-9F24-4C1E4473BA6D}" dt="2025-07-01T13:30:56.239" v="199" actId="20577"/>
          <ac:spMkLst>
            <pc:docMk/>
            <pc:sldMk cId="614102975" sldId="477"/>
            <ac:spMk id="2" creationId="{9C925D73-5D51-B60E-139E-DC27617EA752}"/>
          </ac:spMkLst>
        </pc:spChg>
        <pc:spChg chg="mod">
          <ac:chgData name="Mallavarapu, Aditya (ADX-ITO/Platform Management CoE)" userId="33ba836b-3860-40ff-9561-f78628c0cdb6" providerId="ADAL" clId="{80BBF986-63C6-43A6-9F24-4C1E4473BA6D}" dt="2025-07-03T04:21:47.126" v="486" actId="20577"/>
          <ac:spMkLst>
            <pc:docMk/>
            <pc:sldMk cId="614102975" sldId="477"/>
            <ac:spMk id="3" creationId="{9D57B72F-6E34-445F-38A4-E38F3142BC3B}"/>
          </ac:spMkLst>
        </pc:spChg>
        <pc:spChg chg="mod">
          <ac:chgData name="Mallavarapu, Aditya (ADX-ITO/Platform Management CoE)" userId="33ba836b-3860-40ff-9561-f78628c0cdb6" providerId="ADAL" clId="{80BBF986-63C6-43A6-9F24-4C1E4473BA6D}" dt="2025-07-01T06:57:57.268" v="54" actId="1076"/>
          <ac:spMkLst>
            <pc:docMk/>
            <pc:sldMk cId="614102975" sldId="477"/>
            <ac:spMk id="5" creationId="{469D11A4-4DA5-E450-23B3-92A3901386B5}"/>
          </ac:spMkLst>
        </pc:spChg>
        <pc:graphicFrameChg chg="add mod">
          <ac:chgData name="Mallavarapu, Aditya (ADX-ITO/Platform Management CoE)" userId="33ba836b-3860-40ff-9561-f78628c0cdb6" providerId="ADAL" clId="{80BBF986-63C6-43A6-9F24-4C1E4473BA6D}" dt="2025-07-01T06:43:21.484" v="5"/>
          <ac:graphicFrameMkLst>
            <pc:docMk/>
            <pc:sldMk cId="614102975" sldId="477"/>
            <ac:graphicFrameMk id="4" creationId="{00000000-0008-0000-0000-000006000000}"/>
          </ac:graphicFrameMkLst>
        </pc:graphicFrameChg>
        <pc:graphicFrameChg chg="add mod">
          <ac:chgData name="Mallavarapu, Aditya (ADX-ITO/Platform Management CoE)" userId="33ba836b-3860-40ff-9561-f78628c0cdb6" providerId="ADAL" clId="{80BBF986-63C6-43A6-9F24-4C1E4473BA6D}" dt="2025-07-01T06:44:31.393" v="10"/>
          <ac:graphicFrameMkLst>
            <pc:docMk/>
            <pc:sldMk cId="614102975" sldId="477"/>
            <ac:graphicFrameMk id="7" creationId="{00000000-0008-0000-0000-000006000000}"/>
          </ac:graphicFrameMkLst>
        </pc:graphicFrameChg>
        <pc:graphicFrameChg chg="add mod">
          <ac:chgData name="Mallavarapu, Aditya (ADX-ITO/Platform Management CoE)" userId="33ba836b-3860-40ff-9561-f78628c0cdb6" providerId="ADAL" clId="{80BBF986-63C6-43A6-9F24-4C1E4473BA6D}" dt="2025-07-01T06:46:12.102" v="25"/>
          <ac:graphicFrameMkLst>
            <pc:docMk/>
            <pc:sldMk cId="614102975" sldId="477"/>
            <ac:graphicFrameMk id="9" creationId="{00000000-0008-0000-0000-000006000000}"/>
          </ac:graphicFrameMkLst>
        </pc:graphicFrameChg>
        <pc:graphicFrameChg chg="add mod">
          <ac:chgData name="Mallavarapu, Aditya (ADX-ITO/Platform Management CoE)" userId="33ba836b-3860-40ff-9561-f78628c0cdb6" providerId="ADAL" clId="{80BBF986-63C6-43A6-9F24-4C1E4473BA6D}" dt="2025-07-01T06:47:42.451" v="40"/>
          <ac:graphicFrameMkLst>
            <pc:docMk/>
            <pc:sldMk cId="614102975" sldId="477"/>
            <ac:graphicFrameMk id="11" creationId="{00000000-0008-0000-0000-000006000000}"/>
          </ac:graphicFrameMkLst>
        </pc:graphicFrameChg>
        <pc:graphicFrameChg chg="add mod">
          <ac:chgData name="Mallavarapu, Aditya (ADX-ITO/Platform Management CoE)" userId="33ba836b-3860-40ff-9561-f78628c0cdb6" providerId="ADAL" clId="{80BBF986-63C6-43A6-9F24-4C1E4473BA6D}" dt="2025-07-01T06:57:17.243" v="47"/>
          <ac:graphicFrameMkLst>
            <pc:docMk/>
            <pc:sldMk cId="614102975" sldId="477"/>
            <ac:graphicFrameMk id="13" creationId="{00000000-0008-0000-0000-000006000000}"/>
          </ac:graphicFrameMkLst>
        </pc:graphicFrameChg>
        <pc:picChg chg="del">
          <ac:chgData name="Mallavarapu, Aditya (ADX-ITO/Platform Management CoE)" userId="33ba836b-3860-40ff-9561-f78628c0cdb6" providerId="ADAL" clId="{80BBF986-63C6-43A6-9F24-4C1E4473BA6D}" dt="2025-07-01T06:43:11.981" v="0" actId="478"/>
          <ac:picMkLst>
            <pc:docMk/>
            <pc:sldMk cId="614102975" sldId="477"/>
            <ac:picMk id="6" creationId="{65E043CF-F066-F3F1-728C-9E66860E1A8D}"/>
          </ac:picMkLst>
        </pc:picChg>
        <pc:picChg chg="add del mod ord">
          <ac:chgData name="Mallavarapu, Aditya (ADX-ITO/Platform Management CoE)" userId="33ba836b-3860-40ff-9561-f78628c0cdb6" providerId="ADAL" clId="{80BBF986-63C6-43A6-9F24-4C1E4473BA6D}" dt="2025-07-01T06:46:07.065" v="22" actId="478"/>
          <ac:picMkLst>
            <pc:docMk/>
            <pc:sldMk cId="614102975" sldId="477"/>
            <ac:picMk id="8" creationId="{628D71F6-AD0E-075B-ACE0-C4F406E4A2E4}"/>
          </ac:picMkLst>
        </pc:picChg>
        <pc:picChg chg="add del mod ord">
          <ac:chgData name="Mallavarapu, Aditya (ADX-ITO/Platform Management CoE)" userId="33ba836b-3860-40ff-9561-f78628c0cdb6" providerId="ADAL" clId="{80BBF986-63C6-43A6-9F24-4C1E4473BA6D}" dt="2025-07-01T06:47:38.062" v="35" actId="478"/>
          <ac:picMkLst>
            <pc:docMk/>
            <pc:sldMk cId="614102975" sldId="477"/>
            <ac:picMk id="10" creationId="{84881E7B-F342-E13E-E32E-DEFD7D076E8B}"/>
          </ac:picMkLst>
        </pc:picChg>
        <pc:picChg chg="add del">
          <ac:chgData name="Mallavarapu, Aditya (ADX-ITO/Platform Management CoE)" userId="33ba836b-3860-40ff-9561-f78628c0cdb6" providerId="ADAL" clId="{80BBF986-63C6-43A6-9F24-4C1E4473BA6D}" dt="2025-07-01T06:56:51.929" v="42" actId="478"/>
          <ac:picMkLst>
            <pc:docMk/>
            <pc:sldMk cId="614102975" sldId="477"/>
            <ac:picMk id="12" creationId="{AF7CF58C-EF35-8630-F4C4-C3B5F905B646}"/>
          </ac:picMkLst>
        </pc:picChg>
        <pc:picChg chg="add mod ord">
          <ac:chgData name="Mallavarapu, Aditya (ADX-ITO/Platform Management CoE)" userId="33ba836b-3860-40ff-9561-f78628c0cdb6" providerId="ADAL" clId="{80BBF986-63C6-43A6-9F24-4C1E4473BA6D}" dt="2025-07-01T11:56:50.406" v="177" actId="1076"/>
          <ac:picMkLst>
            <pc:docMk/>
            <pc:sldMk cId="614102975" sldId="477"/>
            <ac:picMk id="14" creationId="{6817D15D-8302-9467-2730-A0DCEEF86E11}"/>
          </ac:picMkLst>
        </pc:picChg>
      </pc:sldChg>
      <pc:sldChg chg="modSp">
        <pc:chgData name="Mallavarapu, Aditya (ADX-ITO/Platform Management CoE)" userId="33ba836b-3860-40ff-9561-f78628c0cdb6" providerId="ADAL" clId="{80BBF986-63C6-43A6-9F24-4C1E4473BA6D}" dt="2025-07-03T04:03:39.519" v="325" actId="20577"/>
        <pc:sldMkLst>
          <pc:docMk/>
          <pc:sldMk cId="2092907321" sldId="480"/>
        </pc:sldMkLst>
        <pc:spChg chg="mod">
          <ac:chgData name="Mallavarapu, Aditya (ADX-ITO/Platform Management CoE)" userId="33ba836b-3860-40ff-9561-f78628c0cdb6" providerId="ADAL" clId="{80BBF986-63C6-43A6-9F24-4C1E4473BA6D}" dt="2025-07-03T04:03:39.519" v="325" actId="20577"/>
          <ac:spMkLst>
            <pc:docMk/>
            <pc:sldMk cId="2092907321" sldId="480"/>
            <ac:spMk id="16" creationId="{F8A786BA-153F-9C66-9036-7CFFA8F66796}"/>
          </ac:spMkLst>
        </pc:spChg>
      </pc:sldChg>
      <pc:sldChg chg="modSp">
        <pc:chgData name="Mallavarapu, Aditya (ADX-ITO/Platform Management CoE)" userId="33ba836b-3860-40ff-9561-f78628c0cdb6" providerId="ADAL" clId="{80BBF986-63C6-43A6-9F24-4C1E4473BA6D}" dt="2025-07-02T10:43:27.625" v="294" actId="20577"/>
        <pc:sldMkLst>
          <pc:docMk/>
          <pc:sldMk cId="56792438" sldId="484"/>
        </pc:sldMkLst>
        <pc:spChg chg="mod">
          <ac:chgData name="Mallavarapu, Aditya (ADX-ITO/Platform Management CoE)" userId="33ba836b-3860-40ff-9561-f78628c0cdb6" providerId="ADAL" clId="{80BBF986-63C6-43A6-9F24-4C1E4473BA6D}" dt="2025-07-01T08:40:07.396" v="107" actId="6549"/>
          <ac:spMkLst>
            <pc:docMk/>
            <pc:sldMk cId="56792438" sldId="484"/>
            <ac:spMk id="10" creationId="{EF72B3A8-D608-97AD-10B7-06DA68523ADA}"/>
          </ac:spMkLst>
        </pc:spChg>
        <pc:spChg chg="mod">
          <ac:chgData name="Mallavarapu, Aditya (ADX-ITO/Platform Management CoE)" userId="33ba836b-3860-40ff-9561-f78628c0cdb6" providerId="ADAL" clId="{80BBF986-63C6-43A6-9F24-4C1E4473BA6D}" dt="2025-07-02T10:43:27.625" v="294" actId="20577"/>
          <ac:spMkLst>
            <pc:docMk/>
            <pc:sldMk cId="56792438" sldId="484"/>
            <ac:spMk id="16" creationId="{A00AA52D-648E-7D6A-2194-D6DCF800CA91}"/>
          </ac:spMkLst>
        </pc:spChg>
      </pc:sldChg>
      <pc:sldChg chg="modSp mod modAnim">
        <pc:chgData name="Mallavarapu, Aditya (ADX-ITO/Platform Management CoE)" userId="33ba836b-3860-40ff-9561-f78628c0cdb6" providerId="ADAL" clId="{80BBF986-63C6-43A6-9F24-4C1E4473BA6D}" dt="2025-07-04T09:05:56.882" v="629" actId="20577"/>
        <pc:sldMkLst>
          <pc:docMk/>
          <pc:sldMk cId="4123676533" sldId="495"/>
        </pc:sldMkLst>
        <pc:spChg chg="mod">
          <ac:chgData name="Mallavarapu, Aditya (ADX-ITO/Platform Management CoE)" userId="33ba836b-3860-40ff-9561-f78628c0cdb6" providerId="ADAL" clId="{80BBF986-63C6-43A6-9F24-4C1E4473BA6D}" dt="2025-07-04T09:05:56.882" v="629" actId="20577"/>
          <ac:spMkLst>
            <pc:docMk/>
            <pc:sldMk cId="4123676533" sldId="495"/>
            <ac:spMk id="8" creationId="{5A4330D8-09A3-8E98-1307-4A04AC5653F4}"/>
          </ac:spMkLst>
        </pc:spChg>
      </pc:sldChg>
      <pc:sldChg chg="modSp mod">
        <pc:chgData name="Mallavarapu, Aditya (ADX-ITO/Platform Management CoE)" userId="33ba836b-3860-40ff-9561-f78628c0cdb6" providerId="ADAL" clId="{80BBF986-63C6-43A6-9F24-4C1E4473BA6D}" dt="2025-07-04T09:06:54.880" v="637" actId="6549"/>
        <pc:sldMkLst>
          <pc:docMk/>
          <pc:sldMk cId="249870100" sldId="496"/>
        </pc:sldMkLst>
        <pc:spChg chg="mod">
          <ac:chgData name="Mallavarapu, Aditya (ADX-ITO/Platform Management CoE)" userId="33ba836b-3860-40ff-9561-f78628c0cdb6" providerId="ADAL" clId="{80BBF986-63C6-43A6-9F24-4C1E4473BA6D}" dt="2025-07-04T09:06:54.880" v="637" actId="6549"/>
          <ac:spMkLst>
            <pc:docMk/>
            <pc:sldMk cId="249870100" sldId="496"/>
            <ac:spMk id="5" creationId="{A5ACDB54-4805-7EF7-C9A6-AC6248D0E7B1}"/>
          </ac:spMkLst>
        </pc:spChg>
        <pc:spChg chg="mod">
          <ac:chgData name="Mallavarapu, Aditya (ADX-ITO/Platform Management CoE)" userId="33ba836b-3860-40ff-9561-f78628c0cdb6" providerId="ADAL" clId="{80BBF986-63C6-43A6-9F24-4C1E4473BA6D}" dt="2025-07-03T04:19:24.024" v="484" actId="313"/>
          <ac:spMkLst>
            <pc:docMk/>
            <pc:sldMk cId="249870100" sldId="496"/>
            <ac:spMk id="8" creationId="{EE155F7D-6E8C-CE50-B21A-1CFBD10469C6}"/>
          </ac:spMkLst>
        </pc:spChg>
      </pc:sldChg>
      <pc:sldChg chg="addSp delSp modSp mod">
        <pc:chgData name="Mallavarapu, Aditya (ADX-ITO/Platform Management CoE)" userId="33ba836b-3860-40ff-9561-f78628c0cdb6" providerId="ADAL" clId="{80BBF986-63C6-43A6-9F24-4C1E4473BA6D}" dt="2025-07-01T07:00:31.991" v="66" actId="1036"/>
        <pc:sldMkLst>
          <pc:docMk/>
          <pc:sldMk cId="2323641349" sldId="497"/>
        </pc:sldMkLst>
        <pc:graphicFrameChg chg="add mod">
          <ac:chgData name="Mallavarapu, Aditya (ADX-ITO/Platform Management CoE)" userId="33ba836b-3860-40ff-9561-f78628c0cdb6" providerId="ADAL" clId="{80BBF986-63C6-43A6-9F24-4C1E4473BA6D}" dt="2025-07-01T07:00:11.292" v="59"/>
          <ac:graphicFrameMkLst>
            <pc:docMk/>
            <pc:sldMk cId="2323641349" sldId="497"/>
            <ac:graphicFrameMk id="9" creationId="{00000000-0008-0000-0000-000004000000}"/>
          </ac:graphicFrameMkLst>
        </pc:graphicFrameChg>
        <pc:picChg chg="del">
          <ac:chgData name="Mallavarapu, Aditya (ADX-ITO/Platform Management CoE)" userId="33ba836b-3860-40ff-9561-f78628c0cdb6" providerId="ADAL" clId="{80BBF986-63C6-43A6-9F24-4C1E4473BA6D}" dt="2025-07-01T07:00:06.642" v="56" actId="478"/>
          <ac:picMkLst>
            <pc:docMk/>
            <pc:sldMk cId="2323641349" sldId="497"/>
            <ac:picMk id="8" creationId="{4FFC9CE8-F5EB-2700-24E4-3CC397B9252D}"/>
          </ac:picMkLst>
        </pc:picChg>
        <pc:picChg chg="add mod">
          <ac:chgData name="Mallavarapu, Aditya (ADX-ITO/Platform Management CoE)" userId="33ba836b-3860-40ff-9561-f78628c0cdb6" providerId="ADAL" clId="{80BBF986-63C6-43A6-9F24-4C1E4473BA6D}" dt="2025-07-01T07:00:31.991" v="66" actId="1036"/>
          <ac:picMkLst>
            <pc:docMk/>
            <pc:sldMk cId="2323641349" sldId="497"/>
            <ac:picMk id="10" creationId="{B1E7346B-ED9D-CAD5-AAFB-08A8C6DF8A75}"/>
          </ac:picMkLst>
        </pc:picChg>
      </pc:sldChg>
      <pc:sldChg chg="addSp delSp modSp mod">
        <pc:chgData name="Mallavarapu, Aditya (ADX-ITO/Platform Management CoE)" userId="33ba836b-3860-40ff-9561-f78628c0cdb6" providerId="ADAL" clId="{80BBF986-63C6-43A6-9F24-4C1E4473BA6D}" dt="2025-07-01T11:56:17.001" v="172" actId="1076"/>
        <pc:sldMkLst>
          <pc:docMk/>
          <pc:sldMk cId="2860011243" sldId="498"/>
        </pc:sldMkLst>
        <pc:graphicFrameChg chg="add mod">
          <ac:chgData name="Mallavarapu, Aditya (ADX-ITO/Platform Management CoE)" userId="33ba836b-3860-40ff-9561-f78628c0cdb6" providerId="ADAL" clId="{80BBF986-63C6-43A6-9F24-4C1E4473BA6D}" dt="2025-07-01T11:54:00.045" v="152"/>
          <ac:graphicFrameMkLst>
            <pc:docMk/>
            <pc:sldMk cId="2860011243" sldId="498"/>
            <ac:graphicFrameMk id="3" creationId="{34575E69-108C-13C4-AB28-6748712DFDB8}"/>
          </ac:graphicFrameMkLst>
        </pc:graphicFrameChg>
        <pc:graphicFrameChg chg="add del mod">
          <ac:chgData name="Mallavarapu, Aditya (ADX-ITO/Platform Management CoE)" userId="33ba836b-3860-40ff-9561-f78628c0cdb6" providerId="ADAL" clId="{80BBF986-63C6-43A6-9F24-4C1E4473BA6D}" dt="2025-07-01T11:55:59.308" v="164" actId="478"/>
          <ac:graphicFrameMkLst>
            <pc:docMk/>
            <pc:sldMk cId="2860011243" sldId="498"/>
            <ac:graphicFrameMk id="6" creationId="{34575E69-108C-13C4-AB28-6748712DFDB8}"/>
          </ac:graphicFrameMkLst>
        </pc:graphicFrameChg>
        <pc:graphicFrameChg chg="add mod">
          <ac:chgData name="Mallavarapu, Aditya (ADX-ITO/Platform Management CoE)" userId="33ba836b-3860-40ff-9561-f78628c0cdb6" providerId="ADAL" clId="{80BBF986-63C6-43A6-9F24-4C1E4473BA6D}" dt="2025-07-01T11:56:02.956" v="167"/>
          <ac:graphicFrameMkLst>
            <pc:docMk/>
            <pc:sldMk cId="2860011243" sldId="498"/>
            <ac:graphicFrameMk id="7" creationId="{34575E69-108C-13C4-AB28-6748712DFDB8}"/>
          </ac:graphicFrameMkLst>
        </pc:graphicFrameChg>
        <pc:picChg chg="del">
          <ac:chgData name="Mallavarapu, Aditya (ADX-ITO/Platform Management CoE)" userId="33ba836b-3860-40ff-9561-f78628c0cdb6" providerId="ADAL" clId="{80BBF986-63C6-43A6-9F24-4C1E4473BA6D}" dt="2025-07-01T11:53:54.762" v="147" actId="478"/>
          <ac:picMkLst>
            <pc:docMk/>
            <pc:sldMk cId="2860011243" sldId="498"/>
            <ac:picMk id="4" creationId="{6D87FA8A-4B85-B2E3-4094-B68A372F1982}"/>
          </ac:picMkLst>
        </pc:picChg>
        <pc:picChg chg="add del mod">
          <ac:chgData name="Mallavarapu, Aditya (ADX-ITO/Platform Management CoE)" userId="33ba836b-3860-40ff-9561-f78628c0cdb6" providerId="ADAL" clId="{80BBF986-63C6-43A6-9F24-4C1E4473BA6D}" dt="2025-07-01T11:55:07.296" v="157" actId="478"/>
          <ac:picMkLst>
            <pc:docMk/>
            <pc:sldMk cId="2860011243" sldId="498"/>
            <ac:picMk id="5" creationId="{7B051728-EF63-953A-1134-D5A543B5DA9E}"/>
          </ac:picMkLst>
        </pc:picChg>
        <pc:picChg chg="add mod">
          <ac:chgData name="Mallavarapu, Aditya (ADX-ITO/Platform Management CoE)" userId="33ba836b-3860-40ff-9561-f78628c0cdb6" providerId="ADAL" clId="{80BBF986-63C6-43A6-9F24-4C1E4473BA6D}" dt="2025-07-01T11:56:17.001" v="172" actId="1076"/>
          <ac:picMkLst>
            <pc:docMk/>
            <pc:sldMk cId="2860011243" sldId="498"/>
            <ac:picMk id="8" creationId="{0A1F7E41-AA66-A531-96D8-D0A2854449FA}"/>
          </ac:picMkLst>
        </pc:picChg>
      </pc:sldChg>
      <pc:sldChg chg="modSp mod modAnim">
        <pc:chgData name="Mallavarapu, Aditya (ADX-ITO/Platform Management CoE)" userId="33ba836b-3860-40ff-9561-f78628c0cdb6" providerId="ADAL" clId="{80BBF986-63C6-43A6-9F24-4C1E4473BA6D}" dt="2025-07-04T12:52:13.399" v="665" actId="20577"/>
        <pc:sldMkLst>
          <pc:docMk/>
          <pc:sldMk cId="3514272223" sldId="499"/>
        </pc:sldMkLst>
        <pc:spChg chg="mod">
          <ac:chgData name="Mallavarapu, Aditya (ADX-ITO/Platform Management CoE)" userId="33ba836b-3860-40ff-9561-f78628c0cdb6" providerId="ADAL" clId="{80BBF986-63C6-43A6-9F24-4C1E4473BA6D}" dt="2025-07-04T12:52:13.399" v="665" actId="20577"/>
          <ac:spMkLst>
            <pc:docMk/>
            <pc:sldMk cId="3514272223" sldId="499"/>
            <ac:spMk id="3" creationId="{2DA2F923-9DAB-21CF-F7DF-F69BFF4E815E}"/>
          </ac:spMkLst>
        </pc:spChg>
      </pc:sldChg>
      <pc:sldChg chg="addSp modSp mod modAnim">
        <pc:chgData name="Mallavarapu, Aditya (ADX-ITO/Platform Management CoE)" userId="33ba836b-3860-40ff-9561-f78628c0cdb6" providerId="ADAL" clId="{80BBF986-63C6-43A6-9F24-4C1E4473BA6D}" dt="2025-07-04T12:53:48.327" v="666"/>
        <pc:sldMkLst>
          <pc:docMk/>
          <pc:sldMk cId="1152428450" sldId="501"/>
        </pc:sldMkLst>
        <pc:spChg chg="mod">
          <ac:chgData name="Mallavarapu, Aditya (ADX-ITO/Platform Management CoE)" userId="33ba836b-3860-40ff-9561-f78628c0cdb6" providerId="ADAL" clId="{80BBF986-63C6-43A6-9F24-4C1E4473BA6D}" dt="2025-07-04T07:31:26.135" v="537" actId="1076"/>
          <ac:spMkLst>
            <pc:docMk/>
            <pc:sldMk cId="1152428450" sldId="501"/>
            <ac:spMk id="2" creationId="{A1AADB24-DFDC-DBEB-B76B-06E3247EB81B}"/>
          </ac:spMkLst>
        </pc:spChg>
        <pc:spChg chg="add mod">
          <ac:chgData name="Mallavarapu, Aditya (ADX-ITO/Platform Management CoE)" userId="33ba836b-3860-40ff-9561-f78628c0cdb6" providerId="ADAL" clId="{80BBF986-63C6-43A6-9F24-4C1E4473BA6D}" dt="2025-07-04T07:30:35.213" v="534" actId="1076"/>
          <ac:spMkLst>
            <pc:docMk/>
            <pc:sldMk cId="1152428450" sldId="501"/>
            <ac:spMk id="3" creationId="{C6DC2F3F-CCFC-7D6F-EEE4-E31DCC1D8E45}"/>
          </ac:spMkLst>
        </pc:spChg>
        <pc:spChg chg="add mod">
          <ac:chgData name="Mallavarapu, Aditya (ADX-ITO/Platform Management CoE)" userId="33ba836b-3860-40ff-9561-f78628c0cdb6" providerId="ADAL" clId="{80BBF986-63C6-43A6-9F24-4C1E4473BA6D}" dt="2025-07-04T07:31:56.786" v="588" actId="14100"/>
          <ac:spMkLst>
            <pc:docMk/>
            <pc:sldMk cId="1152428450" sldId="501"/>
            <ac:spMk id="4" creationId="{493A1C0B-AC0D-810A-23CA-1C35883A802E}"/>
          </ac:spMkLst>
        </pc:spChg>
        <pc:picChg chg="add mod">
          <ac:chgData name="Mallavarapu, Aditya (ADX-ITO/Platform Management CoE)" userId="33ba836b-3860-40ff-9561-f78628c0cdb6" providerId="ADAL" clId="{80BBF986-63C6-43A6-9F24-4C1E4473BA6D}" dt="2025-07-04T07:31:56.786" v="588" actId="14100"/>
          <ac:picMkLst>
            <pc:docMk/>
            <pc:sldMk cId="1152428450" sldId="501"/>
            <ac:picMk id="5" creationId="{1E8CCA7B-190D-F548-C3C1-1FD7A7DCF1A4}"/>
          </ac:picMkLst>
        </pc:picChg>
        <pc:picChg chg="add mod">
          <ac:chgData name="Mallavarapu, Aditya (ADX-ITO/Platform Management CoE)" userId="33ba836b-3860-40ff-9561-f78628c0cdb6" providerId="ADAL" clId="{80BBF986-63C6-43A6-9F24-4C1E4473BA6D}" dt="2025-07-04T07:31:56.786" v="588" actId="14100"/>
          <ac:picMkLst>
            <pc:docMk/>
            <pc:sldMk cId="1152428450" sldId="501"/>
            <ac:picMk id="6" creationId="{AE95D648-FF63-97B4-4572-285BB67A5667}"/>
          </ac:picMkLst>
        </pc:picChg>
      </pc:sldChg>
      <pc:sldChg chg="modSp mod">
        <pc:chgData name="Mallavarapu, Aditya (ADX-ITO/Platform Management CoE)" userId="33ba836b-3860-40ff-9561-f78628c0cdb6" providerId="ADAL" clId="{80BBF986-63C6-43A6-9F24-4C1E4473BA6D}" dt="2025-07-01T07:52:32.063" v="78" actId="14100"/>
        <pc:sldMkLst>
          <pc:docMk/>
          <pc:sldMk cId="1298762728" sldId="503"/>
        </pc:sldMkLst>
        <pc:spChg chg="mod">
          <ac:chgData name="Mallavarapu, Aditya (ADX-ITO/Platform Management CoE)" userId="33ba836b-3860-40ff-9561-f78628c0cdb6" providerId="ADAL" clId="{80BBF986-63C6-43A6-9F24-4C1E4473BA6D}" dt="2025-07-01T07:52:32.063" v="78" actId="14100"/>
          <ac:spMkLst>
            <pc:docMk/>
            <pc:sldMk cId="1298762728" sldId="503"/>
            <ac:spMk id="10" creationId="{012ED586-C82B-62A0-8CA0-018E0C92DA2A}"/>
          </ac:spMkLst>
        </pc:spChg>
        <pc:spChg chg="mod">
          <ac:chgData name="Mallavarapu, Aditya (ADX-ITO/Platform Management CoE)" userId="33ba836b-3860-40ff-9561-f78628c0cdb6" providerId="ADAL" clId="{80BBF986-63C6-43A6-9F24-4C1E4473BA6D}" dt="2025-07-01T07:52:30.533" v="77" actId="14100"/>
          <ac:spMkLst>
            <pc:docMk/>
            <pc:sldMk cId="1298762728" sldId="503"/>
            <ac:spMk id="11" creationId="{CB13E163-8E87-53EC-A605-0A78F2609953}"/>
          </ac:spMkLst>
        </pc:spChg>
      </pc:sldChg>
      <pc:sldChg chg="modSp mod">
        <pc:chgData name="Mallavarapu, Aditya (ADX-ITO/Platform Management CoE)" userId="33ba836b-3860-40ff-9561-f78628c0cdb6" providerId="ADAL" clId="{80BBF986-63C6-43A6-9F24-4C1E4473BA6D}" dt="2025-07-03T04:07:51.595" v="332" actId="403"/>
        <pc:sldMkLst>
          <pc:docMk/>
          <pc:sldMk cId="2217133444" sldId="505"/>
        </pc:sldMkLst>
        <pc:spChg chg="mod">
          <ac:chgData name="Mallavarapu, Aditya (ADX-ITO/Platform Management CoE)" userId="33ba836b-3860-40ff-9561-f78628c0cdb6" providerId="ADAL" clId="{80BBF986-63C6-43A6-9F24-4C1E4473BA6D}" dt="2025-07-03T04:07:51.595" v="332" actId="403"/>
          <ac:spMkLst>
            <pc:docMk/>
            <pc:sldMk cId="2217133444" sldId="505"/>
            <ac:spMk id="2" creationId="{A0BABCA5-2139-EDAE-5A60-D77B2E52F050}"/>
          </ac:spMkLst>
        </pc:spChg>
      </pc:sldChg>
      <pc:sldChg chg="modSp add mod modAnim">
        <pc:chgData name="Mallavarapu, Aditya (ADX-ITO/Platform Management CoE)" userId="33ba836b-3860-40ff-9561-f78628c0cdb6" providerId="ADAL" clId="{80BBF986-63C6-43A6-9F24-4C1E4473BA6D}" dt="2025-07-04T09:04:46.829" v="623" actId="14100"/>
        <pc:sldMkLst>
          <pc:docMk/>
          <pc:sldMk cId="212448557" sldId="506"/>
        </pc:sldMkLst>
        <pc:spChg chg="mod">
          <ac:chgData name="Mallavarapu, Aditya (ADX-ITO/Platform Management CoE)" userId="33ba836b-3860-40ff-9561-f78628c0cdb6" providerId="ADAL" clId="{80BBF986-63C6-43A6-9F24-4C1E4473BA6D}" dt="2025-07-04T09:04:46.829" v="623" actId="14100"/>
          <ac:spMkLst>
            <pc:docMk/>
            <pc:sldMk cId="212448557" sldId="506"/>
            <ac:spMk id="9" creationId="{AA5A07BE-13DE-A169-838F-872F774DC2F0}"/>
          </ac:spMkLst>
        </pc:spChg>
      </pc:sldChg>
      <pc:sldChg chg="add del">
        <pc:chgData name="Mallavarapu, Aditya (ADX-ITO/Platform Management CoE)" userId="33ba836b-3860-40ff-9561-f78628c0cdb6" providerId="ADAL" clId="{80BBF986-63C6-43A6-9F24-4C1E4473BA6D}" dt="2025-07-03T04:08:15.659" v="334" actId="47"/>
        <pc:sldMkLst>
          <pc:docMk/>
          <pc:sldMk cId="361913709" sldId="506"/>
        </pc:sldMkLst>
      </pc:sldChg>
      <pc:sldChg chg="modSp new del mod">
        <pc:chgData name="Mallavarapu, Aditya (ADX-ITO/Platform Management CoE)" userId="33ba836b-3860-40ff-9561-f78628c0cdb6" providerId="ADAL" clId="{80BBF986-63C6-43A6-9F24-4C1E4473BA6D}" dt="2025-07-02T11:45:00.358" v="312" actId="47"/>
        <pc:sldMkLst>
          <pc:docMk/>
          <pc:sldMk cId="3699890736" sldId="506"/>
        </pc:sldMkLst>
        <pc:spChg chg="mod">
          <ac:chgData name="Mallavarapu, Aditya (ADX-ITO/Platform Management CoE)" userId="33ba836b-3860-40ff-9561-f78628c0cdb6" providerId="ADAL" clId="{80BBF986-63C6-43A6-9F24-4C1E4473BA6D}" dt="2025-07-02T10:44:43.238" v="311" actId="20577"/>
          <ac:spMkLst>
            <pc:docMk/>
            <pc:sldMk cId="3699890736" sldId="506"/>
            <ac:spMk id="2" creationId="{EFBBF22E-889D-5417-AA2E-6F9768FD25C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5B93B8-A825-4526-8612-0F69DF0ACD7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39DC58D-74C2-44A4-A546-A740BD6C915B}">
      <dgm:prSet phldrT="[Text]"/>
      <dgm:spPr/>
      <dgm:t>
        <a:bodyPr/>
        <a:lstStyle/>
        <a:p>
          <a:r>
            <a:rPr lang="en-US" b="1" dirty="0"/>
            <a:t>Short Term Actions</a:t>
          </a:r>
          <a:endParaRPr lang="en-GB" b="1" dirty="0"/>
        </a:p>
      </dgm:t>
    </dgm:pt>
    <dgm:pt modelId="{88F4CB18-E53C-4A0D-AC3D-8277CAF4CF0A}" type="parTrans" cxnId="{F9F2E85D-61FA-46C6-A31D-5B18C15AE9F6}">
      <dgm:prSet/>
      <dgm:spPr/>
      <dgm:t>
        <a:bodyPr/>
        <a:lstStyle/>
        <a:p>
          <a:endParaRPr lang="en-GB"/>
        </a:p>
      </dgm:t>
    </dgm:pt>
    <dgm:pt modelId="{67BCB65F-DD89-4683-8065-0377D4950FA3}" type="sibTrans" cxnId="{F9F2E85D-61FA-46C6-A31D-5B18C15AE9F6}">
      <dgm:prSet/>
      <dgm:spPr/>
      <dgm:t>
        <a:bodyPr/>
        <a:lstStyle/>
        <a:p>
          <a:endParaRPr lang="en-GB"/>
        </a:p>
      </dgm:t>
    </dgm:pt>
    <dgm:pt modelId="{6D81BB40-78FB-4C82-8781-822EFD8DFDF7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b="1" i="1" dirty="0">
              <a:solidFill>
                <a:schemeClr val="accent1"/>
              </a:solidFill>
            </a:rPr>
            <a:t>Apply Global Workload limits</a:t>
          </a:r>
          <a:endParaRPr lang="en-GB" b="1" i="1" dirty="0">
            <a:solidFill>
              <a:schemeClr val="accent1"/>
            </a:solidFill>
          </a:endParaRPr>
        </a:p>
      </dgm:t>
    </dgm:pt>
    <dgm:pt modelId="{D199A764-3302-4F82-8F76-81CEFE4C5FA9}" type="parTrans" cxnId="{6064503E-187F-43A0-ACAA-B0080523D776}">
      <dgm:prSet/>
      <dgm:spPr/>
      <dgm:t>
        <a:bodyPr/>
        <a:lstStyle/>
        <a:p>
          <a:endParaRPr lang="en-GB"/>
        </a:p>
      </dgm:t>
    </dgm:pt>
    <dgm:pt modelId="{3E3FE344-9993-471A-AB7C-70CFD787C5ED}" type="sibTrans" cxnId="{6064503E-187F-43A0-ACAA-B0080523D776}">
      <dgm:prSet/>
      <dgm:spPr/>
      <dgm:t>
        <a:bodyPr/>
        <a:lstStyle/>
        <a:p>
          <a:endParaRPr lang="en-GB"/>
        </a:p>
      </dgm:t>
    </dgm:pt>
    <dgm:pt modelId="{B9009CA8-ED76-4F54-8FE2-90322062B170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b="1" i="1" dirty="0">
              <a:solidFill>
                <a:schemeClr val="accent1"/>
              </a:solidFill>
            </a:rPr>
            <a:t>Monitor Expensive Statements</a:t>
          </a:r>
          <a:endParaRPr lang="en-GB" b="1" i="1" dirty="0">
            <a:solidFill>
              <a:schemeClr val="accent1"/>
            </a:solidFill>
          </a:endParaRPr>
        </a:p>
      </dgm:t>
    </dgm:pt>
    <dgm:pt modelId="{BDE1B81D-0108-4866-885F-E0E3C119B15F}" type="parTrans" cxnId="{C312CABA-6035-45D8-A582-C595133C0137}">
      <dgm:prSet/>
      <dgm:spPr/>
      <dgm:t>
        <a:bodyPr/>
        <a:lstStyle/>
        <a:p>
          <a:endParaRPr lang="en-GB"/>
        </a:p>
      </dgm:t>
    </dgm:pt>
    <dgm:pt modelId="{C68EA3E5-04B1-4412-AC3A-E3C6421C6AC6}" type="sibTrans" cxnId="{C312CABA-6035-45D8-A582-C595133C0137}">
      <dgm:prSet/>
      <dgm:spPr/>
      <dgm:t>
        <a:bodyPr/>
        <a:lstStyle/>
        <a:p>
          <a:endParaRPr lang="en-GB"/>
        </a:p>
      </dgm:t>
    </dgm:pt>
    <dgm:pt modelId="{A587020D-2E9C-4B12-B55E-B57CED9C7056}">
      <dgm:prSet phldrT="[Text]"/>
      <dgm:spPr/>
      <dgm:t>
        <a:bodyPr/>
        <a:lstStyle/>
        <a:p>
          <a:r>
            <a:rPr lang="en-US" b="1" dirty="0"/>
            <a:t>Long Term Actions </a:t>
          </a:r>
        </a:p>
        <a:p>
          <a:r>
            <a:rPr lang="en-US" b="1" dirty="0"/>
            <a:t>(with S/4HANA examples)</a:t>
          </a:r>
          <a:endParaRPr lang="en-GB" b="1" dirty="0"/>
        </a:p>
      </dgm:t>
    </dgm:pt>
    <dgm:pt modelId="{B365BB35-413B-4937-BE5B-10F21744CF1A}" type="parTrans" cxnId="{56345FDD-C409-4582-B320-140E6BA1C18D}">
      <dgm:prSet/>
      <dgm:spPr/>
      <dgm:t>
        <a:bodyPr/>
        <a:lstStyle/>
        <a:p>
          <a:endParaRPr lang="en-GB"/>
        </a:p>
      </dgm:t>
    </dgm:pt>
    <dgm:pt modelId="{1258C301-A478-408F-9A35-103B80FEF4E4}" type="sibTrans" cxnId="{56345FDD-C409-4582-B320-140E6BA1C18D}">
      <dgm:prSet/>
      <dgm:spPr/>
      <dgm:t>
        <a:bodyPr/>
        <a:lstStyle/>
        <a:p>
          <a:endParaRPr lang="en-GB"/>
        </a:p>
      </dgm:t>
    </dgm:pt>
    <dgm:pt modelId="{0221C5E7-4FEF-4073-8CF9-395E7ED64D6E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Optimize Problematic SQL Statements</a:t>
          </a:r>
          <a:endParaRPr lang="en-GB" dirty="0">
            <a:solidFill>
              <a:schemeClr val="accent1"/>
            </a:solidFill>
          </a:endParaRPr>
        </a:p>
      </dgm:t>
    </dgm:pt>
    <dgm:pt modelId="{E69DC924-A73A-43C6-B2C4-49D7D0D2221F}" type="parTrans" cxnId="{0BA58452-6360-42C2-A218-0E0AB09C3AC4}">
      <dgm:prSet/>
      <dgm:spPr/>
      <dgm:t>
        <a:bodyPr/>
        <a:lstStyle/>
        <a:p>
          <a:endParaRPr lang="en-GB"/>
        </a:p>
      </dgm:t>
    </dgm:pt>
    <dgm:pt modelId="{632889C6-790A-416C-AF80-61A9D5B8CA2A}" type="sibTrans" cxnId="{0BA58452-6360-42C2-A218-0E0AB09C3AC4}">
      <dgm:prSet/>
      <dgm:spPr/>
      <dgm:t>
        <a:bodyPr/>
        <a:lstStyle/>
        <a:p>
          <a:endParaRPr lang="en-GB"/>
        </a:p>
      </dgm:t>
    </dgm:pt>
    <dgm:pt modelId="{2B5AD9A0-A345-4409-A9A4-8133F0FA3A81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Check Custom Codes operating on Tables redirecting to Compatibility views</a:t>
          </a:r>
          <a:endParaRPr lang="en-GB" dirty="0">
            <a:solidFill>
              <a:schemeClr val="accent1"/>
            </a:solidFill>
          </a:endParaRPr>
        </a:p>
      </dgm:t>
    </dgm:pt>
    <dgm:pt modelId="{F774231D-2B66-4226-8253-8764AD368F98}" type="parTrans" cxnId="{1E0BAF82-CC58-4B0E-9829-6D98D761DD50}">
      <dgm:prSet/>
      <dgm:spPr/>
      <dgm:t>
        <a:bodyPr/>
        <a:lstStyle/>
        <a:p>
          <a:endParaRPr lang="en-GB"/>
        </a:p>
      </dgm:t>
    </dgm:pt>
    <dgm:pt modelId="{4F3AD22B-2820-48B6-8CA1-59A271ECFC6D}" type="sibTrans" cxnId="{1E0BAF82-CC58-4B0E-9829-6D98D761DD50}">
      <dgm:prSet/>
      <dgm:spPr/>
      <dgm:t>
        <a:bodyPr/>
        <a:lstStyle/>
        <a:p>
          <a:endParaRPr lang="en-GB"/>
        </a:p>
      </dgm:t>
    </dgm:pt>
    <dgm:pt modelId="{9B1AC358-4DCE-4C0A-9B7A-747957C0FFCA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Default Individual Statement Memory Limits</a:t>
          </a:r>
          <a:endParaRPr lang="en-GB" dirty="0">
            <a:solidFill>
              <a:schemeClr val="accent1"/>
            </a:solidFill>
          </a:endParaRPr>
        </a:p>
      </dgm:t>
    </dgm:pt>
    <dgm:pt modelId="{AACD8DE3-E456-46EC-8A53-4A5C593697FE}" type="parTrans" cxnId="{90D472C9-697E-4D5E-BB5F-F05F23E6BDC5}">
      <dgm:prSet/>
      <dgm:spPr/>
      <dgm:t>
        <a:bodyPr/>
        <a:lstStyle/>
        <a:p>
          <a:endParaRPr lang="en-GB"/>
        </a:p>
      </dgm:t>
    </dgm:pt>
    <dgm:pt modelId="{45881192-FDEB-4B1D-8E6E-3AE5B1105E34}" type="sibTrans" cxnId="{90D472C9-697E-4D5E-BB5F-F05F23E6BDC5}">
      <dgm:prSet/>
      <dgm:spPr/>
      <dgm:t>
        <a:bodyPr/>
        <a:lstStyle/>
        <a:p>
          <a:endParaRPr lang="en-GB"/>
        </a:p>
      </dgm:t>
    </dgm:pt>
    <dgm:pt modelId="{E383BBED-C94C-4A98-9AC7-F6D805707F98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Default Concurrency Thread Limits</a:t>
          </a:r>
          <a:endParaRPr lang="en-GB" dirty="0">
            <a:solidFill>
              <a:schemeClr val="accent1"/>
            </a:solidFill>
          </a:endParaRPr>
        </a:p>
      </dgm:t>
    </dgm:pt>
    <dgm:pt modelId="{FC09F6CE-1BBF-4850-AE21-D7EDB8A61DFA}" type="parTrans" cxnId="{E26C1ED6-ECC4-493D-994C-85EACFF87FF0}">
      <dgm:prSet/>
      <dgm:spPr/>
      <dgm:t>
        <a:bodyPr/>
        <a:lstStyle/>
        <a:p>
          <a:endParaRPr lang="en-GB"/>
        </a:p>
      </dgm:t>
    </dgm:pt>
    <dgm:pt modelId="{AF4B40FB-C352-40E5-80AB-5672C3DD4232}" type="sibTrans" cxnId="{E26C1ED6-ECC4-493D-994C-85EACFF87FF0}">
      <dgm:prSet/>
      <dgm:spPr/>
      <dgm:t>
        <a:bodyPr/>
        <a:lstStyle/>
        <a:p>
          <a:endParaRPr lang="en-GB"/>
        </a:p>
      </dgm:t>
    </dgm:pt>
    <dgm:pt modelId="{37D42684-6DC3-4384-89F3-7FCBF7186D88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Total Statements Memory Limit</a:t>
          </a:r>
          <a:endParaRPr lang="en-GB" dirty="0">
            <a:solidFill>
              <a:schemeClr val="accent1"/>
            </a:solidFill>
          </a:endParaRPr>
        </a:p>
      </dgm:t>
    </dgm:pt>
    <dgm:pt modelId="{35C36145-558E-4D17-A4C4-79FF307AC670}" type="parTrans" cxnId="{701C2FFD-D205-4310-95D9-83480CED8E31}">
      <dgm:prSet/>
      <dgm:spPr/>
      <dgm:t>
        <a:bodyPr/>
        <a:lstStyle/>
        <a:p>
          <a:endParaRPr lang="en-GB"/>
        </a:p>
      </dgm:t>
    </dgm:pt>
    <dgm:pt modelId="{BBA908ED-35E3-4A52-A2B3-C2E9A73A4327}" type="sibTrans" cxnId="{701C2FFD-D205-4310-95D9-83480CED8E31}">
      <dgm:prSet/>
      <dgm:spPr/>
      <dgm:t>
        <a:bodyPr/>
        <a:lstStyle/>
        <a:p>
          <a:endParaRPr lang="en-GB"/>
        </a:p>
      </dgm:t>
    </dgm:pt>
    <dgm:pt modelId="{37E0C730-FFF6-4624-BFD9-C59F7E8D7915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Define Individual Workload Classes , if necessary</a:t>
          </a:r>
          <a:endParaRPr lang="en-GB" dirty="0">
            <a:solidFill>
              <a:schemeClr val="accent1"/>
            </a:solidFill>
          </a:endParaRPr>
        </a:p>
      </dgm:t>
    </dgm:pt>
    <dgm:pt modelId="{3CD0C596-52AA-4F6F-90B8-4FB3734161D5}" type="parTrans" cxnId="{DAF091C5-284D-4A48-93B8-F30B070E62BE}">
      <dgm:prSet/>
      <dgm:spPr/>
      <dgm:t>
        <a:bodyPr/>
        <a:lstStyle/>
        <a:p>
          <a:endParaRPr lang="en-GB"/>
        </a:p>
      </dgm:t>
    </dgm:pt>
    <dgm:pt modelId="{C43BDD06-A868-42CB-B3A8-5BBD67EA1926}" type="sibTrans" cxnId="{DAF091C5-284D-4A48-93B8-F30B070E62BE}">
      <dgm:prSet/>
      <dgm:spPr/>
      <dgm:t>
        <a:bodyPr/>
        <a:lstStyle/>
        <a:p>
          <a:endParaRPr lang="en-GB"/>
        </a:p>
      </dgm:t>
    </dgm:pt>
    <dgm:pt modelId="{71DF21F8-E10D-43FD-844C-D41FAB95FDAD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b="1" i="1" dirty="0">
              <a:solidFill>
                <a:schemeClr val="accent1"/>
              </a:solidFill>
            </a:rPr>
            <a:t>Reference SAP Note </a:t>
          </a:r>
          <a:r>
            <a:rPr lang="en-GB" b="1" i="1" dirty="0">
              <a:solidFill>
                <a:schemeClr val="accent1"/>
              </a:solidFill>
              <a:effectLst/>
              <a:latin typeface="72Black"/>
            </a:rPr>
            <a:t>2222250 </a:t>
          </a:r>
          <a:endParaRPr lang="en-GB" b="1" i="1" dirty="0">
            <a:solidFill>
              <a:schemeClr val="accent1"/>
            </a:solidFill>
          </a:endParaRPr>
        </a:p>
      </dgm:t>
    </dgm:pt>
    <dgm:pt modelId="{3DFE4CD3-D50D-4541-B824-18E9AF88965C}" type="parTrans" cxnId="{81C28DE9-8E2D-4C46-9FA8-4D586D28EDF3}">
      <dgm:prSet/>
      <dgm:spPr/>
      <dgm:t>
        <a:bodyPr/>
        <a:lstStyle/>
        <a:p>
          <a:endParaRPr lang="en-GB"/>
        </a:p>
      </dgm:t>
    </dgm:pt>
    <dgm:pt modelId="{6A1875B9-E0B0-45C6-BC89-EEEB0AF32047}" type="sibTrans" cxnId="{81C28DE9-8E2D-4C46-9FA8-4D586D28EDF3}">
      <dgm:prSet/>
      <dgm:spPr/>
      <dgm:t>
        <a:bodyPr/>
        <a:lstStyle/>
        <a:p>
          <a:endParaRPr lang="en-GB"/>
        </a:p>
      </dgm:t>
    </dgm:pt>
    <dgm:pt modelId="{BA35B16E-0C9B-4500-8500-486FB2743197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b="1" dirty="0">
              <a:solidFill>
                <a:schemeClr val="accent1"/>
              </a:solidFill>
            </a:rPr>
            <a:t>Reference SAP Note </a:t>
          </a:r>
          <a:r>
            <a:rPr lang="en-GB" b="1" i="0" dirty="0">
              <a:solidFill>
                <a:schemeClr val="accent1"/>
              </a:solidFill>
            </a:rPr>
            <a:t>2000002</a:t>
          </a:r>
          <a:endParaRPr lang="en-GB" b="1" dirty="0">
            <a:solidFill>
              <a:schemeClr val="accent1"/>
            </a:solidFill>
          </a:endParaRPr>
        </a:p>
      </dgm:t>
    </dgm:pt>
    <dgm:pt modelId="{FAB1D52F-A0A0-43EF-817E-BFE0B7FCD223}" type="parTrans" cxnId="{BA77BDB3-E9D1-4E0C-AB87-28FC10AAB6A5}">
      <dgm:prSet/>
      <dgm:spPr/>
      <dgm:t>
        <a:bodyPr/>
        <a:lstStyle/>
        <a:p>
          <a:endParaRPr lang="en-GB"/>
        </a:p>
      </dgm:t>
    </dgm:pt>
    <dgm:pt modelId="{DB36E00D-2CC1-467D-8662-C6A0B97C6DD4}" type="sibTrans" cxnId="{BA77BDB3-E9D1-4E0C-AB87-28FC10AAB6A5}">
      <dgm:prSet/>
      <dgm:spPr/>
      <dgm:t>
        <a:bodyPr/>
        <a:lstStyle/>
        <a:p>
          <a:endParaRPr lang="en-GB"/>
        </a:p>
      </dgm:t>
    </dgm:pt>
    <dgm:pt modelId="{5F616111-7974-4118-822C-47F53B7735EB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For Ex: Select Query on MARC redirects to an expensive CDS view NSDM_V_MARC</a:t>
          </a:r>
          <a:endParaRPr lang="en-GB" dirty="0">
            <a:solidFill>
              <a:schemeClr val="accent1"/>
            </a:solidFill>
          </a:endParaRPr>
        </a:p>
      </dgm:t>
    </dgm:pt>
    <dgm:pt modelId="{498FDFC0-B821-4868-A29E-04B8E87B64D3}" type="parTrans" cxnId="{E444DDC1-52C3-4242-8857-FAB07911D473}">
      <dgm:prSet/>
      <dgm:spPr/>
      <dgm:t>
        <a:bodyPr/>
        <a:lstStyle/>
        <a:p>
          <a:endParaRPr lang="en-GB"/>
        </a:p>
      </dgm:t>
    </dgm:pt>
    <dgm:pt modelId="{E7B06BC1-1BD7-48F9-89C1-49F47119827A}" type="sibTrans" cxnId="{E444DDC1-52C3-4242-8857-FAB07911D473}">
      <dgm:prSet/>
      <dgm:spPr/>
      <dgm:t>
        <a:bodyPr/>
        <a:lstStyle/>
        <a:p>
          <a:endParaRPr lang="en-GB"/>
        </a:p>
      </dgm:t>
    </dgm:pt>
    <dgm:pt modelId="{1202862E-F581-4DDE-8998-F07350ED6FE9}">
      <dgm:prSet phldrT="[Text]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dirty="0">
              <a:solidFill>
                <a:schemeClr val="accent1"/>
              </a:solidFill>
            </a:rPr>
            <a:t>Alternate lightweight views are available such as V_MARC_MD, if the program requires only Master data attributes</a:t>
          </a:r>
          <a:endParaRPr lang="en-GB" dirty="0">
            <a:solidFill>
              <a:schemeClr val="accent1"/>
            </a:solidFill>
          </a:endParaRPr>
        </a:p>
      </dgm:t>
    </dgm:pt>
    <dgm:pt modelId="{A210C985-3D83-47C4-90E0-14DBD4128CAD}" type="parTrans" cxnId="{81FB1CC5-71BE-4C16-A667-94389B4DDD3A}">
      <dgm:prSet/>
      <dgm:spPr/>
      <dgm:t>
        <a:bodyPr/>
        <a:lstStyle/>
        <a:p>
          <a:endParaRPr lang="en-GB"/>
        </a:p>
      </dgm:t>
    </dgm:pt>
    <dgm:pt modelId="{06F4DEAD-35C0-4CC1-8AD8-06F14B74E1A0}" type="sibTrans" cxnId="{81FB1CC5-71BE-4C16-A667-94389B4DDD3A}">
      <dgm:prSet/>
      <dgm:spPr/>
      <dgm:t>
        <a:bodyPr/>
        <a:lstStyle/>
        <a:p>
          <a:endParaRPr lang="en-GB"/>
        </a:p>
      </dgm:t>
    </dgm:pt>
    <dgm:pt modelId="{E1AFD8BE-08AF-47A7-A150-834DD09A54FB}" type="pres">
      <dgm:prSet presAssocID="{235B93B8-A825-4526-8612-0F69DF0ACD7D}" presName="Name0" presStyleCnt="0">
        <dgm:presLayoutVars>
          <dgm:dir/>
          <dgm:animLvl val="lvl"/>
          <dgm:resizeHandles val="exact"/>
        </dgm:presLayoutVars>
      </dgm:prSet>
      <dgm:spPr/>
    </dgm:pt>
    <dgm:pt modelId="{59F56F3D-A58A-479D-844C-5E9AAB93B311}" type="pres">
      <dgm:prSet presAssocID="{139DC58D-74C2-44A4-A546-A740BD6C915B}" presName="composite" presStyleCnt="0"/>
      <dgm:spPr/>
    </dgm:pt>
    <dgm:pt modelId="{EB81CC77-44F5-4814-8AF3-CAC472E94523}" type="pres">
      <dgm:prSet presAssocID="{139DC58D-74C2-44A4-A546-A740BD6C915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5F23EC61-CB6A-4C3E-80BE-7E46B75EFC43}" type="pres">
      <dgm:prSet presAssocID="{139DC58D-74C2-44A4-A546-A740BD6C915B}" presName="desTx" presStyleLbl="alignAccFollowNode1" presStyleIdx="0" presStyleCnt="2">
        <dgm:presLayoutVars>
          <dgm:bulletEnabled val="1"/>
        </dgm:presLayoutVars>
      </dgm:prSet>
      <dgm:spPr/>
    </dgm:pt>
    <dgm:pt modelId="{9B67E6D9-750B-4971-A9C9-5C7878E44416}" type="pres">
      <dgm:prSet presAssocID="{67BCB65F-DD89-4683-8065-0377D4950FA3}" presName="space" presStyleCnt="0"/>
      <dgm:spPr/>
    </dgm:pt>
    <dgm:pt modelId="{4C84C639-C6F2-4043-9243-8D568DC08C53}" type="pres">
      <dgm:prSet presAssocID="{A587020D-2E9C-4B12-B55E-B57CED9C7056}" presName="composite" presStyleCnt="0"/>
      <dgm:spPr/>
    </dgm:pt>
    <dgm:pt modelId="{41E1E016-8E9E-4143-A294-C071D903BC28}" type="pres">
      <dgm:prSet presAssocID="{A587020D-2E9C-4B12-B55E-B57CED9C7056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F4BB0F77-9497-470A-AB36-FD792A0F8887}" type="pres">
      <dgm:prSet presAssocID="{A587020D-2E9C-4B12-B55E-B57CED9C7056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5F11F104-F6DA-41B8-A2C8-61B01F688B89}" type="presOf" srcId="{9B1AC358-4DCE-4C0A-9B7A-747957C0FFCA}" destId="{5F23EC61-CB6A-4C3E-80BE-7E46B75EFC43}" srcOrd="0" destOrd="2" presId="urn:microsoft.com/office/officeart/2005/8/layout/hList1"/>
    <dgm:cxn modelId="{FF854B08-9E34-4547-959F-F8F01D8BBD51}" type="presOf" srcId="{71DF21F8-E10D-43FD-844C-D41FAB95FDAD}" destId="{5F23EC61-CB6A-4C3E-80BE-7E46B75EFC43}" srcOrd="0" destOrd="1" presId="urn:microsoft.com/office/officeart/2005/8/layout/hList1"/>
    <dgm:cxn modelId="{701D6235-0DBE-4F44-A724-58C30498F970}" type="presOf" srcId="{6D81BB40-78FB-4C82-8781-822EFD8DFDF7}" destId="{5F23EC61-CB6A-4C3E-80BE-7E46B75EFC43}" srcOrd="0" destOrd="0" presId="urn:microsoft.com/office/officeart/2005/8/layout/hList1"/>
    <dgm:cxn modelId="{6064503E-187F-43A0-ACAA-B0080523D776}" srcId="{139DC58D-74C2-44A4-A546-A740BD6C915B}" destId="{6D81BB40-78FB-4C82-8781-822EFD8DFDF7}" srcOrd="0" destOrd="0" parTransId="{D199A764-3302-4F82-8F76-81CEFE4C5FA9}" sibTransId="{3E3FE344-9993-471A-AB7C-70CFD787C5ED}"/>
    <dgm:cxn modelId="{F9F2E85D-61FA-46C6-A31D-5B18C15AE9F6}" srcId="{235B93B8-A825-4526-8612-0F69DF0ACD7D}" destId="{139DC58D-74C2-44A4-A546-A740BD6C915B}" srcOrd="0" destOrd="0" parTransId="{88F4CB18-E53C-4A0D-AC3D-8277CAF4CF0A}" sibTransId="{67BCB65F-DD89-4683-8065-0377D4950FA3}"/>
    <dgm:cxn modelId="{5A95EB61-4676-46C1-8E36-1E1393695D8F}" type="presOf" srcId="{BA35B16E-0C9B-4500-8500-486FB2743197}" destId="{F4BB0F77-9497-470A-AB36-FD792A0F8887}" srcOrd="0" destOrd="1" presId="urn:microsoft.com/office/officeart/2005/8/layout/hList1"/>
    <dgm:cxn modelId="{68BD776D-EEC9-434F-8B05-A68B854C885A}" type="presOf" srcId="{37D42684-6DC3-4384-89F3-7FCBF7186D88}" destId="{5F23EC61-CB6A-4C3E-80BE-7E46B75EFC43}" srcOrd="0" destOrd="3" presId="urn:microsoft.com/office/officeart/2005/8/layout/hList1"/>
    <dgm:cxn modelId="{1F64484F-A5A9-4512-8574-7DDCC6027A05}" type="presOf" srcId="{139DC58D-74C2-44A4-A546-A740BD6C915B}" destId="{EB81CC77-44F5-4814-8AF3-CAC472E94523}" srcOrd="0" destOrd="0" presId="urn:microsoft.com/office/officeart/2005/8/layout/hList1"/>
    <dgm:cxn modelId="{0BA58452-6360-42C2-A218-0E0AB09C3AC4}" srcId="{A587020D-2E9C-4B12-B55E-B57CED9C7056}" destId="{0221C5E7-4FEF-4073-8CF9-395E7ED64D6E}" srcOrd="0" destOrd="0" parTransId="{E69DC924-A73A-43C6-B2C4-49D7D0D2221F}" sibTransId="{632889C6-790A-416C-AF80-61A9D5B8CA2A}"/>
    <dgm:cxn modelId="{0C467154-E7F0-41CE-90D0-1A674DFB968C}" type="presOf" srcId="{B9009CA8-ED76-4F54-8FE2-90322062B170}" destId="{5F23EC61-CB6A-4C3E-80BE-7E46B75EFC43}" srcOrd="0" destOrd="5" presId="urn:microsoft.com/office/officeart/2005/8/layout/hList1"/>
    <dgm:cxn modelId="{27729F54-513C-4D38-A809-EBC07BD0F3CD}" type="presOf" srcId="{A587020D-2E9C-4B12-B55E-B57CED9C7056}" destId="{41E1E016-8E9E-4143-A294-C071D903BC28}" srcOrd="0" destOrd="0" presId="urn:microsoft.com/office/officeart/2005/8/layout/hList1"/>
    <dgm:cxn modelId="{1E0BAF82-CC58-4B0E-9829-6D98D761DD50}" srcId="{0221C5E7-4FEF-4073-8CF9-395E7ED64D6E}" destId="{2B5AD9A0-A345-4409-A9A4-8133F0FA3A81}" srcOrd="1" destOrd="0" parTransId="{F774231D-2B66-4226-8253-8764AD368F98}" sibTransId="{4F3AD22B-2820-48B6-8CA1-59A271ECFC6D}"/>
    <dgm:cxn modelId="{F8A6868F-EF0D-4798-9DF8-50ABE72CC058}" type="presOf" srcId="{1202862E-F581-4DDE-8998-F07350ED6FE9}" destId="{F4BB0F77-9497-470A-AB36-FD792A0F8887}" srcOrd="0" destOrd="4" presId="urn:microsoft.com/office/officeart/2005/8/layout/hList1"/>
    <dgm:cxn modelId="{5193D991-3E75-426E-A12E-58AD597D72BD}" type="presOf" srcId="{235B93B8-A825-4526-8612-0F69DF0ACD7D}" destId="{E1AFD8BE-08AF-47A7-A150-834DD09A54FB}" srcOrd="0" destOrd="0" presId="urn:microsoft.com/office/officeart/2005/8/layout/hList1"/>
    <dgm:cxn modelId="{79E2B4A8-FCFE-48B8-B135-955898830950}" type="presOf" srcId="{2B5AD9A0-A345-4409-A9A4-8133F0FA3A81}" destId="{F4BB0F77-9497-470A-AB36-FD792A0F8887}" srcOrd="0" destOrd="2" presId="urn:microsoft.com/office/officeart/2005/8/layout/hList1"/>
    <dgm:cxn modelId="{0F8977AE-8D97-4DD5-8F14-0B8D3B749DB5}" type="presOf" srcId="{0221C5E7-4FEF-4073-8CF9-395E7ED64D6E}" destId="{F4BB0F77-9497-470A-AB36-FD792A0F8887}" srcOrd="0" destOrd="0" presId="urn:microsoft.com/office/officeart/2005/8/layout/hList1"/>
    <dgm:cxn modelId="{BA77BDB3-E9D1-4E0C-AB87-28FC10AAB6A5}" srcId="{0221C5E7-4FEF-4073-8CF9-395E7ED64D6E}" destId="{BA35B16E-0C9B-4500-8500-486FB2743197}" srcOrd="0" destOrd="0" parTransId="{FAB1D52F-A0A0-43EF-817E-BFE0B7FCD223}" sibTransId="{DB36E00D-2CC1-467D-8662-C6A0B97C6DD4}"/>
    <dgm:cxn modelId="{C312CABA-6035-45D8-A582-C595133C0137}" srcId="{139DC58D-74C2-44A4-A546-A740BD6C915B}" destId="{B9009CA8-ED76-4F54-8FE2-90322062B170}" srcOrd="1" destOrd="0" parTransId="{BDE1B81D-0108-4866-885F-E0E3C119B15F}" sibTransId="{C68EA3E5-04B1-4412-AC3A-E3C6421C6AC6}"/>
    <dgm:cxn modelId="{E444DDC1-52C3-4242-8857-FAB07911D473}" srcId="{2B5AD9A0-A345-4409-A9A4-8133F0FA3A81}" destId="{5F616111-7974-4118-822C-47F53B7735EB}" srcOrd="0" destOrd="0" parTransId="{498FDFC0-B821-4868-A29E-04B8E87B64D3}" sibTransId="{E7B06BC1-1BD7-48F9-89C1-49F47119827A}"/>
    <dgm:cxn modelId="{81FB1CC5-71BE-4C16-A667-94389B4DDD3A}" srcId="{2B5AD9A0-A345-4409-A9A4-8133F0FA3A81}" destId="{1202862E-F581-4DDE-8998-F07350ED6FE9}" srcOrd="1" destOrd="0" parTransId="{A210C985-3D83-47C4-90E0-14DBD4128CAD}" sibTransId="{06F4DEAD-35C0-4CC1-8AD8-06F14B74E1A0}"/>
    <dgm:cxn modelId="{DAF091C5-284D-4A48-93B8-F30B070E62BE}" srcId="{B9009CA8-ED76-4F54-8FE2-90322062B170}" destId="{37E0C730-FFF6-4624-BFD9-C59F7E8D7915}" srcOrd="0" destOrd="0" parTransId="{3CD0C596-52AA-4F6F-90B8-4FB3734161D5}" sibTransId="{C43BDD06-A868-42CB-B3A8-5BBD67EA1926}"/>
    <dgm:cxn modelId="{90D472C9-697E-4D5E-BB5F-F05F23E6BDC5}" srcId="{6D81BB40-78FB-4C82-8781-822EFD8DFDF7}" destId="{9B1AC358-4DCE-4C0A-9B7A-747957C0FFCA}" srcOrd="1" destOrd="0" parTransId="{AACD8DE3-E456-46EC-8A53-4A5C593697FE}" sibTransId="{45881192-FDEB-4B1D-8E6E-3AE5B1105E34}"/>
    <dgm:cxn modelId="{E26C1ED6-ECC4-493D-994C-85EACFF87FF0}" srcId="{6D81BB40-78FB-4C82-8781-822EFD8DFDF7}" destId="{E383BBED-C94C-4A98-9AC7-F6D805707F98}" srcOrd="3" destOrd="0" parTransId="{FC09F6CE-1BBF-4850-AE21-D7EDB8A61DFA}" sibTransId="{AF4B40FB-C352-40E5-80AB-5672C3DD4232}"/>
    <dgm:cxn modelId="{08F223DB-CDD6-4EDF-B1B3-B33AD2C7EF6A}" type="presOf" srcId="{5F616111-7974-4118-822C-47F53B7735EB}" destId="{F4BB0F77-9497-470A-AB36-FD792A0F8887}" srcOrd="0" destOrd="3" presId="urn:microsoft.com/office/officeart/2005/8/layout/hList1"/>
    <dgm:cxn modelId="{56345FDD-C409-4582-B320-140E6BA1C18D}" srcId="{235B93B8-A825-4526-8612-0F69DF0ACD7D}" destId="{A587020D-2E9C-4B12-B55E-B57CED9C7056}" srcOrd="1" destOrd="0" parTransId="{B365BB35-413B-4937-BE5B-10F21744CF1A}" sibTransId="{1258C301-A478-408F-9A35-103B80FEF4E4}"/>
    <dgm:cxn modelId="{81C28DE9-8E2D-4C46-9FA8-4D586D28EDF3}" srcId="{6D81BB40-78FB-4C82-8781-822EFD8DFDF7}" destId="{71DF21F8-E10D-43FD-844C-D41FAB95FDAD}" srcOrd="0" destOrd="0" parTransId="{3DFE4CD3-D50D-4541-B824-18E9AF88965C}" sibTransId="{6A1875B9-E0B0-45C6-BC89-EEEB0AF32047}"/>
    <dgm:cxn modelId="{06DE7DFB-4816-4DB4-B0EE-68AC1AB8F3FB}" type="presOf" srcId="{37E0C730-FFF6-4624-BFD9-C59F7E8D7915}" destId="{5F23EC61-CB6A-4C3E-80BE-7E46B75EFC43}" srcOrd="0" destOrd="6" presId="urn:microsoft.com/office/officeart/2005/8/layout/hList1"/>
    <dgm:cxn modelId="{701C2FFD-D205-4310-95D9-83480CED8E31}" srcId="{6D81BB40-78FB-4C82-8781-822EFD8DFDF7}" destId="{37D42684-6DC3-4384-89F3-7FCBF7186D88}" srcOrd="2" destOrd="0" parTransId="{35C36145-558E-4D17-A4C4-79FF307AC670}" sibTransId="{BBA908ED-35E3-4A52-A2B3-C2E9A73A4327}"/>
    <dgm:cxn modelId="{EDCE96FD-5B0E-4FDA-B184-B938AC8D20A2}" type="presOf" srcId="{E383BBED-C94C-4A98-9AC7-F6D805707F98}" destId="{5F23EC61-CB6A-4C3E-80BE-7E46B75EFC43}" srcOrd="0" destOrd="4" presId="urn:microsoft.com/office/officeart/2005/8/layout/hList1"/>
    <dgm:cxn modelId="{A142B7DE-D1A5-4D73-8C09-1C0AEE9BAA57}" type="presParOf" srcId="{E1AFD8BE-08AF-47A7-A150-834DD09A54FB}" destId="{59F56F3D-A58A-479D-844C-5E9AAB93B311}" srcOrd="0" destOrd="0" presId="urn:microsoft.com/office/officeart/2005/8/layout/hList1"/>
    <dgm:cxn modelId="{03B07D92-D610-45FD-A5CD-0EB57913938E}" type="presParOf" srcId="{59F56F3D-A58A-479D-844C-5E9AAB93B311}" destId="{EB81CC77-44F5-4814-8AF3-CAC472E94523}" srcOrd="0" destOrd="0" presId="urn:microsoft.com/office/officeart/2005/8/layout/hList1"/>
    <dgm:cxn modelId="{645CF392-6929-4D05-A7BA-93C22B0A639F}" type="presParOf" srcId="{59F56F3D-A58A-479D-844C-5E9AAB93B311}" destId="{5F23EC61-CB6A-4C3E-80BE-7E46B75EFC43}" srcOrd="1" destOrd="0" presId="urn:microsoft.com/office/officeart/2005/8/layout/hList1"/>
    <dgm:cxn modelId="{D83EB71E-8724-4FA9-B126-3E91BB0B4903}" type="presParOf" srcId="{E1AFD8BE-08AF-47A7-A150-834DD09A54FB}" destId="{9B67E6D9-750B-4971-A9C9-5C7878E44416}" srcOrd="1" destOrd="0" presId="urn:microsoft.com/office/officeart/2005/8/layout/hList1"/>
    <dgm:cxn modelId="{6C6A4807-5F59-41D9-9632-7F5617E5D202}" type="presParOf" srcId="{E1AFD8BE-08AF-47A7-A150-834DD09A54FB}" destId="{4C84C639-C6F2-4043-9243-8D568DC08C53}" srcOrd="2" destOrd="0" presId="urn:microsoft.com/office/officeart/2005/8/layout/hList1"/>
    <dgm:cxn modelId="{0EE45CFF-315B-4E88-B3AE-F9C659FAD224}" type="presParOf" srcId="{4C84C639-C6F2-4043-9243-8D568DC08C53}" destId="{41E1E016-8E9E-4143-A294-C071D903BC28}" srcOrd="0" destOrd="0" presId="urn:microsoft.com/office/officeart/2005/8/layout/hList1"/>
    <dgm:cxn modelId="{E9D77FDD-9627-40C8-B505-AB6550957394}" type="presParOf" srcId="{4C84C639-C6F2-4043-9243-8D568DC08C53}" destId="{F4BB0F77-9497-470A-AB36-FD792A0F888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81CC77-44F5-4814-8AF3-CAC472E94523}">
      <dsp:nvSpPr>
        <dsp:cNvPr id="0" name=""/>
        <dsp:cNvSpPr/>
      </dsp:nvSpPr>
      <dsp:spPr>
        <a:xfrm>
          <a:off x="51" y="217490"/>
          <a:ext cx="4913783" cy="8131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Short Term Actions</a:t>
          </a:r>
          <a:endParaRPr lang="en-GB" sz="1900" b="1" kern="1200" dirty="0"/>
        </a:p>
      </dsp:txBody>
      <dsp:txXfrm>
        <a:off x="51" y="217490"/>
        <a:ext cx="4913783" cy="813133"/>
      </dsp:txXfrm>
    </dsp:sp>
    <dsp:sp modelId="{5F23EC61-CB6A-4C3E-80BE-7E46B75EFC43}">
      <dsp:nvSpPr>
        <dsp:cNvPr id="0" name=""/>
        <dsp:cNvSpPr/>
      </dsp:nvSpPr>
      <dsp:spPr>
        <a:xfrm>
          <a:off x="51" y="1030624"/>
          <a:ext cx="4913783" cy="3103222"/>
        </a:xfrm>
        <a:prstGeom prst="rect">
          <a:avLst/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1" kern="1200" dirty="0">
              <a:solidFill>
                <a:schemeClr val="accent1"/>
              </a:solidFill>
            </a:rPr>
            <a:t>Apply Global Workload limits</a:t>
          </a:r>
          <a:endParaRPr lang="en-GB" sz="1900" b="1" i="1" kern="1200" dirty="0">
            <a:solidFill>
              <a:schemeClr val="accent1"/>
            </a:solidFill>
          </a:endParaRP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1" kern="1200" dirty="0">
              <a:solidFill>
                <a:schemeClr val="accent1"/>
              </a:solidFill>
            </a:rPr>
            <a:t>Reference SAP Note </a:t>
          </a:r>
          <a:r>
            <a:rPr lang="en-GB" sz="1900" b="1" i="1" kern="1200" dirty="0">
              <a:solidFill>
                <a:schemeClr val="accent1"/>
              </a:solidFill>
              <a:effectLst/>
              <a:latin typeface="72Black"/>
            </a:rPr>
            <a:t>2222250 </a:t>
          </a:r>
          <a:endParaRPr lang="en-GB" sz="1900" b="1" i="1" kern="1200" dirty="0">
            <a:solidFill>
              <a:schemeClr val="accent1"/>
            </a:solidFill>
          </a:endParaRP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accent1"/>
              </a:solidFill>
            </a:rPr>
            <a:t>Default Individual Statement Memory Limits</a:t>
          </a:r>
          <a:endParaRPr lang="en-GB" sz="1900" kern="1200" dirty="0">
            <a:solidFill>
              <a:schemeClr val="accent1"/>
            </a:solidFill>
          </a:endParaRP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accent1"/>
              </a:solidFill>
            </a:rPr>
            <a:t>Total Statements Memory Limit</a:t>
          </a:r>
          <a:endParaRPr lang="en-GB" sz="1900" kern="1200" dirty="0">
            <a:solidFill>
              <a:schemeClr val="accent1"/>
            </a:solidFill>
          </a:endParaRP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accent1"/>
              </a:solidFill>
            </a:rPr>
            <a:t>Default Concurrency Thread Limits</a:t>
          </a:r>
          <a:endParaRPr lang="en-GB" sz="1900" kern="1200" dirty="0">
            <a:solidFill>
              <a:schemeClr val="accent1"/>
            </a:solidFill>
          </a:endParaRP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i="1" kern="1200" dirty="0">
              <a:solidFill>
                <a:schemeClr val="accent1"/>
              </a:solidFill>
            </a:rPr>
            <a:t>Monitor Expensive Statements</a:t>
          </a:r>
          <a:endParaRPr lang="en-GB" sz="1900" b="1" i="1" kern="1200" dirty="0">
            <a:solidFill>
              <a:schemeClr val="accent1"/>
            </a:solidFill>
          </a:endParaRP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accent1"/>
              </a:solidFill>
            </a:rPr>
            <a:t>Define Individual Workload Classes , if necessary</a:t>
          </a:r>
          <a:endParaRPr lang="en-GB" sz="1900" kern="1200" dirty="0">
            <a:solidFill>
              <a:schemeClr val="accent1"/>
            </a:solidFill>
          </a:endParaRPr>
        </a:p>
      </dsp:txBody>
      <dsp:txXfrm>
        <a:off x="51" y="1030624"/>
        <a:ext cx="4913783" cy="3103222"/>
      </dsp:txXfrm>
    </dsp:sp>
    <dsp:sp modelId="{41E1E016-8E9E-4143-A294-C071D903BC28}">
      <dsp:nvSpPr>
        <dsp:cNvPr id="0" name=""/>
        <dsp:cNvSpPr/>
      </dsp:nvSpPr>
      <dsp:spPr>
        <a:xfrm>
          <a:off x="5601764" y="217490"/>
          <a:ext cx="4913783" cy="8131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Long Term Actions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(with S/4HANA examples)</a:t>
          </a:r>
          <a:endParaRPr lang="en-GB" sz="1900" b="1" kern="1200" dirty="0"/>
        </a:p>
      </dsp:txBody>
      <dsp:txXfrm>
        <a:off x="5601764" y="217490"/>
        <a:ext cx="4913783" cy="813133"/>
      </dsp:txXfrm>
    </dsp:sp>
    <dsp:sp modelId="{F4BB0F77-9497-470A-AB36-FD792A0F8887}">
      <dsp:nvSpPr>
        <dsp:cNvPr id="0" name=""/>
        <dsp:cNvSpPr/>
      </dsp:nvSpPr>
      <dsp:spPr>
        <a:xfrm>
          <a:off x="5601764" y="1030624"/>
          <a:ext cx="4913783" cy="3103222"/>
        </a:xfrm>
        <a:prstGeom prst="rect">
          <a:avLst/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accent1"/>
              </a:solidFill>
            </a:rPr>
            <a:t>Optimize Problematic SQL Statements</a:t>
          </a:r>
          <a:endParaRPr lang="en-GB" sz="1900" kern="1200" dirty="0">
            <a:solidFill>
              <a:schemeClr val="accent1"/>
            </a:solidFill>
          </a:endParaRP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>
              <a:solidFill>
                <a:schemeClr val="accent1"/>
              </a:solidFill>
            </a:rPr>
            <a:t>Reference SAP Note </a:t>
          </a:r>
          <a:r>
            <a:rPr lang="en-GB" sz="1900" b="1" i="0" kern="1200" dirty="0">
              <a:solidFill>
                <a:schemeClr val="accent1"/>
              </a:solidFill>
            </a:rPr>
            <a:t>2000002</a:t>
          </a:r>
          <a:endParaRPr lang="en-GB" sz="1900" b="1" kern="1200" dirty="0">
            <a:solidFill>
              <a:schemeClr val="accent1"/>
            </a:solidFill>
          </a:endParaRP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accent1"/>
              </a:solidFill>
            </a:rPr>
            <a:t>Check Custom Codes operating on Tables redirecting to Compatibility views</a:t>
          </a:r>
          <a:endParaRPr lang="en-GB" sz="1900" kern="1200" dirty="0">
            <a:solidFill>
              <a:schemeClr val="accent1"/>
            </a:solidFill>
          </a:endParaRPr>
        </a:p>
        <a:p>
          <a:pPr marL="514350" lvl="3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accent1"/>
              </a:solidFill>
            </a:rPr>
            <a:t>For Ex: Select Query on MARC redirects to an expensive CDS view NSDM_V_MARC</a:t>
          </a:r>
          <a:endParaRPr lang="en-GB" sz="1900" kern="1200" dirty="0">
            <a:solidFill>
              <a:schemeClr val="accent1"/>
            </a:solidFill>
          </a:endParaRPr>
        </a:p>
        <a:p>
          <a:pPr marL="514350" lvl="3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accent1"/>
              </a:solidFill>
            </a:rPr>
            <a:t>Alternate lightweight views are available such as V_MARC_MD, if the program requires only Master data attributes</a:t>
          </a:r>
          <a:endParaRPr lang="en-GB" sz="1900" kern="1200" dirty="0">
            <a:solidFill>
              <a:schemeClr val="accent1"/>
            </a:solidFill>
          </a:endParaRPr>
        </a:p>
      </dsp:txBody>
      <dsp:txXfrm>
        <a:off x="5601764" y="1030624"/>
        <a:ext cx="4913783" cy="31032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528CD-3BC4-493D-BE42-CB350710C6FB}" type="datetimeFigureOut">
              <a:rPr lang="en-GB" smtClean="0"/>
              <a:t>17/07/2025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33BAA-856D-4E10-8705-A5D6889576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63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99BC1-3D0E-4312-BF2E-2C2646769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05C8-2909-468F-9CD1-AAFAB488F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71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99BC1-3D0E-4312-BF2E-2C2646769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05C8-2909-468F-9CD1-AAFAB488F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62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99BC1-3D0E-4312-BF2E-2C2646769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05C8-2909-468F-9CD1-AAFAB488F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537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99BC1-3D0E-4312-BF2E-2C2646769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05C8-2909-468F-9CD1-AAFAB488F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3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99BC1-3D0E-4312-BF2E-2C2646769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05C8-2909-468F-9CD1-AAFAB488F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2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99BC1-3D0E-4312-BF2E-2C2646769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05C8-2909-468F-9CD1-AAFAB488F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66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99BC1-3D0E-4312-BF2E-2C2646769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05C8-2909-468F-9CD1-AAFAB488F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18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99BC1-3D0E-4312-BF2E-2C2646769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05C8-2909-468F-9CD1-AAFAB488F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9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99BC1-3D0E-4312-BF2E-2C2646769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05C8-2909-468F-9CD1-AAFAB488F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1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99BC1-3D0E-4312-BF2E-2C2646769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05C8-2909-468F-9CD1-AAFAB488F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55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99BC1-3D0E-4312-BF2E-2C2646769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05C8-2909-468F-9CD1-AAFAB488F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46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99BC1-3D0E-4312-BF2E-2C2646769983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E205C8-2909-468F-9CD1-AAFAB488FD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97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://www.linkedin.com/in/aspk-mallavarap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74670-2186-36A5-9109-203AF72D0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000" b="1" dirty="0">
                <a:solidFill>
                  <a:schemeClr val="accent1"/>
                </a:solidFill>
              </a:rPr>
              <a:t>HANA Memory Sizing Estimations</a:t>
            </a:r>
          </a:p>
        </p:txBody>
      </p:sp>
      <p:pic>
        <p:nvPicPr>
          <p:cNvPr id="1030" name="Picture 6" descr="A sphere with lights inside&#10;&#10;AI-generated content may be incorrect.">
            <a:extLst>
              <a:ext uri="{FF2B5EF4-FFF2-40B4-BE49-F238E27FC236}">
                <a16:creationId xmlns:a16="http://schemas.microsoft.com/office/drawing/2014/main" id="{4C5B78E3-8A7F-F297-FAFC-9B75EE6B7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" r="3" b="3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BB6FD-16A7-5C21-85AD-4C2C886E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E205C8-2909-468F-9CD1-AAFAB488FD61}" type="slidenum">
              <a:rPr lang="en-US" smtClean="0"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E05C52-E2B4-488A-E951-EEDDBF4E9C17}"/>
              </a:ext>
            </a:extLst>
          </p:cNvPr>
          <p:cNvSpPr txBox="1"/>
          <p:nvPr/>
        </p:nvSpPr>
        <p:spPr>
          <a:xfrm>
            <a:off x="890338" y="5694700"/>
            <a:ext cx="4448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Aditya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400" dirty="0">
                <a:solidFill>
                  <a:schemeClr val="accent1"/>
                </a:solidFill>
              </a:rPr>
              <a:t>Mallavarapu</a:t>
            </a:r>
            <a:endParaRPr lang="en-US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814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DB24-DFDC-DBEB-B76B-06E3247EB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83528"/>
            <a:ext cx="5925989" cy="31675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9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Why</a:t>
            </a:r>
          </a:p>
        </p:txBody>
      </p:sp>
      <p:pic>
        <p:nvPicPr>
          <p:cNvPr id="50" name="Graphic 49" descr="Question mark">
            <a:extLst>
              <a:ext uri="{FF2B5EF4-FFF2-40B4-BE49-F238E27FC236}">
                <a16:creationId xmlns:a16="http://schemas.microsoft.com/office/drawing/2014/main" id="{05AB4AC4-B990-0869-B017-ED0C047F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314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F219E-AF95-B7AA-4E48-537912A39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Without HANA Estimations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7" name="Picture 6" descr="A person holding his head&#10;&#10;AI-generated content may be incorrect.">
            <a:extLst>
              <a:ext uri="{FF2B5EF4-FFF2-40B4-BE49-F238E27FC236}">
                <a16:creationId xmlns:a16="http://schemas.microsoft.com/office/drawing/2014/main" id="{DC4205EF-E890-BC22-9C75-AB3493CCD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960" y="2387600"/>
            <a:ext cx="4069080" cy="406908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CE60F596-319A-156B-FB8F-8249E66201EC}"/>
              </a:ext>
            </a:extLst>
          </p:cNvPr>
          <p:cNvSpPr/>
          <p:nvPr/>
        </p:nvSpPr>
        <p:spPr>
          <a:xfrm>
            <a:off x="8351520" y="2387600"/>
            <a:ext cx="2052320" cy="1168400"/>
          </a:xfrm>
          <a:prstGeom prst="wedgeRoundRectCallout">
            <a:avLst>
              <a:gd name="adj1" fmla="val -118608"/>
              <a:gd name="adj2" fmla="val 68269"/>
              <a:gd name="adj3" fmla="val 16667"/>
            </a:avLst>
          </a:prstGeom>
          <a:solidFill>
            <a:srgbClr val="FFC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Why is the Column Store occupying all  Memory??</a:t>
            </a:r>
            <a:endParaRPr lang="en-GB" b="1" i="1" dirty="0"/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7A96EE1E-129F-C0F0-96A8-76FC373C3361}"/>
              </a:ext>
            </a:extLst>
          </p:cNvPr>
          <p:cNvSpPr/>
          <p:nvPr/>
        </p:nvSpPr>
        <p:spPr>
          <a:xfrm>
            <a:off x="1661160" y="2387600"/>
            <a:ext cx="2052320" cy="1168400"/>
          </a:xfrm>
          <a:prstGeom prst="wedgeRoundRectCallout">
            <a:avLst>
              <a:gd name="adj1" fmla="val 126441"/>
              <a:gd name="adj2" fmla="val 67399"/>
              <a:gd name="adj3" fmla="val 16667"/>
            </a:avLst>
          </a:prstGeom>
          <a:solidFill>
            <a:srgbClr val="FFC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Performance issue??</a:t>
            </a:r>
            <a:endParaRPr lang="en-GB" b="1" i="1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277063D-42D2-55CB-817C-80EFA872CCB0}"/>
              </a:ext>
            </a:extLst>
          </p:cNvPr>
          <p:cNvGrpSpPr/>
          <p:nvPr/>
        </p:nvGrpSpPr>
        <p:grpSpPr>
          <a:xfrm>
            <a:off x="1661160" y="4714240"/>
            <a:ext cx="2534920" cy="955040"/>
            <a:chOff x="1661160" y="4714240"/>
            <a:chExt cx="2534920" cy="95504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0EF33B1-85D9-34B1-14D4-3F7B5581D66A}"/>
                </a:ext>
              </a:extLst>
            </p:cNvPr>
            <p:cNvSpPr/>
            <p:nvPr/>
          </p:nvSpPr>
          <p:spPr>
            <a:xfrm>
              <a:off x="1798320" y="4846320"/>
              <a:ext cx="2296160" cy="70104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/>
                <a:t>HANA Out-Of-Memory !!!!!!</a:t>
              </a:r>
              <a:endParaRPr lang="en-GB" b="1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7FC5AB5-EB83-62C2-87AC-2F2A31445FDC}"/>
                </a:ext>
              </a:extLst>
            </p:cNvPr>
            <p:cNvSpPr/>
            <p:nvPr/>
          </p:nvSpPr>
          <p:spPr>
            <a:xfrm>
              <a:off x="1661160" y="4714240"/>
              <a:ext cx="2534920" cy="95504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9D054EF4-9717-6B1F-BC1B-EEFB286FA8D8}"/>
              </a:ext>
            </a:extLst>
          </p:cNvPr>
          <p:cNvSpPr/>
          <p:nvPr/>
        </p:nvSpPr>
        <p:spPr>
          <a:xfrm>
            <a:off x="4675632" y="1449864"/>
            <a:ext cx="2052320" cy="1168400"/>
          </a:xfrm>
          <a:prstGeom prst="wedgeRoundRectCallout">
            <a:avLst>
              <a:gd name="adj1" fmla="val -3014"/>
              <a:gd name="adj2" fmla="val 100530"/>
              <a:gd name="adj3" fmla="val 16667"/>
            </a:avLst>
          </a:prstGeom>
          <a:solidFill>
            <a:srgbClr val="FFC00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Custom code again!!!</a:t>
            </a:r>
            <a:endParaRPr lang="en-GB" b="1" i="1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2465B6A-719D-B93C-8885-E4029D10E7B4}"/>
              </a:ext>
            </a:extLst>
          </p:cNvPr>
          <p:cNvGrpSpPr/>
          <p:nvPr/>
        </p:nvGrpSpPr>
        <p:grpSpPr>
          <a:xfrm>
            <a:off x="7995922" y="4422140"/>
            <a:ext cx="2946400" cy="1483360"/>
            <a:chOff x="7823200" y="4185920"/>
            <a:chExt cx="2946400" cy="148336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964CEC-7A29-2E00-C529-7B3306A0CF99}"/>
                </a:ext>
              </a:extLst>
            </p:cNvPr>
            <p:cNvSpPr/>
            <p:nvPr/>
          </p:nvSpPr>
          <p:spPr>
            <a:xfrm>
              <a:off x="7965440" y="4297680"/>
              <a:ext cx="2702560" cy="1249681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/>
                <a:t>Emergency Scaling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/>
                <a:t>Unplanned Downtime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/>
                <a:t>Budget deviation</a:t>
              </a:r>
              <a:endParaRPr lang="en-GB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D352C3-CE11-D7CE-AB56-17878B127867}"/>
                </a:ext>
              </a:extLst>
            </p:cNvPr>
            <p:cNvSpPr/>
            <p:nvPr/>
          </p:nvSpPr>
          <p:spPr>
            <a:xfrm>
              <a:off x="7823200" y="4185920"/>
              <a:ext cx="2946400" cy="148336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2466CA9-C5B3-2F8A-4713-4CAA7EA5F6A7}"/>
                </a:ext>
              </a:extLst>
            </p:cNvPr>
            <p:cNvSpPr/>
            <p:nvPr/>
          </p:nvSpPr>
          <p:spPr>
            <a:xfrm>
              <a:off x="9607024" y="4727109"/>
              <a:ext cx="325970" cy="384175"/>
            </a:xfrm>
            <a:custGeom>
              <a:avLst/>
              <a:gdLst>
                <a:gd name="connsiteX0" fmla="*/ 34930 w 325970"/>
                <a:gd name="connsiteY0" fmla="*/ 209550 h 384175"/>
                <a:gd name="connsiteX1" fmla="*/ 162989 w 325970"/>
                <a:gd name="connsiteY1" fmla="*/ 81492 h 384175"/>
                <a:gd name="connsiteX2" fmla="*/ 291047 w 325970"/>
                <a:gd name="connsiteY2" fmla="*/ 209550 h 384175"/>
                <a:gd name="connsiteX3" fmla="*/ 162989 w 325970"/>
                <a:gd name="connsiteY3" fmla="*/ 337608 h 384175"/>
                <a:gd name="connsiteX4" fmla="*/ 34930 w 325970"/>
                <a:gd name="connsiteY4" fmla="*/ 209550 h 384175"/>
                <a:gd name="connsiteX5" fmla="*/ 174630 w 325970"/>
                <a:gd name="connsiteY5" fmla="*/ 47149 h 384175"/>
                <a:gd name="connsiteX6" fmla="*/ 174630 w 325970"/>
                <a:gd name="connsiteY6" fmla="*/ 23283 h 384175"/>
                <a:gd name="connsiteX7" fmla="*/ 197914 w 325970"/>
                <a:gd name="connsiteY7" fmla="*/ 23283 h 384175"/>
                <a:gd name="connsiteX8" fmla="*/ 209555 w 325970"/>
                <a:gd name="connsiteY8" fmla="*/ 11642 h 384175"/>
                <a:gd name="connsiteX9" fmla="*/ 197914 w 325970"/>
                <a:gd name="connsiteY9" fmla="*/ 0 h 384175"/>
                <a:gd name="connsiteX10" fmla="*/ 128064 w 325970"/>
                <a:gd name="connsiteY10" fmla="*/ 0 h 384175"/>
                <a:gd name="connsiteX11" fmla="*/ 116422 w 325970"/>
                <a:gd name="connsiteY11" fmla="*/ 11642 h 384175"/>
                <a:gd name="connsiteX12" fmla="*/ 128064 w 325970"/>
                <a:gd name="connsiteY12" fmla="*/ 23283 h 384175"/>
                <a:gd name="connsiteX13" fmla="*/ 151347 w 325970"/>
                <a:gd name="connsiteY13" fmla="*/ 23283 h 384175"/>
                <a:gd name="connsiteX14" fmla="*/ 151347 w 325970"/>
                <a:gd name="connsiteY14" fmla="*/ 47149 h 384175"/>
                <a:gd name="connsiteX15" fmla="*/ 416 w 325970"/>
                <a:gd name="connsiteY15" fmla="*/ 221157 h 384175"/>
                <a:gd name="connsiteX16" fmla="*/ 46572 w 325970"/>
                <a:gd name="connsiteY16" fmla="*/ 323638 h 384175"/>
                <a:gd name="connsiteX17" fmla="*/ 24453 w 325970"/>
                <a:gd name="connsiteY17" fmla="*/ 367295 h 384175"/>
                <a:gd name="connsiteX18" fmla="*/ 29561 w 325970"/>
                <a:gd name="connsiteY18" fmla="*/ 382946 h 384175"/>
                <a:gd name="connsiteX19" fmla="*/ 29691 w 325970"/>
                <a:gd name="connsiteY19" fmla="*/ 383011 h 384175"/>
                <a:gd name="connsiteX20" fmla="*/ 34930 w 325970"/>
                <a:gd name="connsiteY20" fmla="*/ 384175 h 384175"/>
                <a:gd name="connsiteX21" fmla="*/ 45408 w 325970"/>
                <a:gd name="connsiteY21" fmla="*/ 377772 h 384175"/>
                <a:gd name="connsiteX22" fmla="*/ 64616 w 325970"/>
                <a:gd name="connsiteY22" fmla="*/ 339355 h 384175"/>
                <a:gd name="connsiteX23" fmla="*/ 261361 w 325970"/>
                <a:gd name="connsiteY23" fmla="*/ 339355 h 384175"/>
                <a:gd name="connsiteX24" fmla="*/ 280569 w 325970"/>
                <a:gd name="connsiteY24" fmla="*/ 377772 h 384175"/>
                <a:gd name="connsiteX25" fmla="*/ 291047 w 325970"/>
                <a:gd name="connsiteY25" fmla="*/ 384175 h 384175"/>
                <a:gd name="connsiteX26" fmla="*/ 296286 w 325970"/>
                <a:gd name="connsiteY26" fmla="*/ 383011 h 384175"/>
                <a:gd name="connsiteX27" fmla="*/ 301590 w 325970"/>
                <a:gd name="connsiteY27" fmla="*/ 367425 h 384175"/>
                <a:gd name="connsiteX28" fmla="*/ 301524 w 325970"/>
                <a:gd name="connsiteY28" fmla="*/ 367295 h 384175"/>
                <a:gd name="connsiteX29" fmla="*/ 279405 w 325970"/>
                <a:gd name="connsiteY29" fmla="*/ 323638 h 384175"/>
                <a:gd name="connsiteX30" fmla="*/ 277112 w 325970"/>
                <a:gd name="connsiteY30" fmla="*/ 93304 h 384175"/>
                <a:gd name="connsiteX31" fmla="*/ 174630 w 325970"/>
                <a:gd name="connsiteY31" fmla="*/ 47149 h 384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25970" h="384175">
                  <a:moveTo>
                    <a:pt x="34930" y="209550"/>
                  </a:moveTo>
                  <a:cubicBezTo>
                    <a:pt x="34930" y="138825"/>
                    <a:pt x="92264" y="81492"/>
                    <a:pt x="162989" y="81492"/>
                  </a:cubicBezTo>
                  <a:cubicBezTo>
                    <a:pt x="233713" y="81492"/>
                    <a:pt x="291047" y="138825"/>
                    <a:pt x="291047" y="209550"/>
                  </a:cubicBezTo>
                  <a:cubicBezTo>
                    <a:pt x="291047" y="280275"/>
                    <a:pt x="233713" y="337608"/>
                    <a:pt x="162989" y="337608"/>
                  </a:cubicBezTo>
                  <a:cubicBezTo>
                    <a:pt x="92350" y="337401"/>
                    <a:pt x="35138" y="280188"/>
                    <a:pt x="34930" y="209550"/>
                  </a:cubicBezTo>
                  <a:close/>
                  <a:moveTo>
                    <a:pt x="174630" y="47149"/>
                  </a:moveTo>
                  <a:lnTo>
                    <a:pt x="174630" y="23283"/>
                  </a:lnTo>
                  <a:lnTo>
                    <a:pt x="197914" y="23283"/>
                  </a:lnTo>
                  <a:cubicBezTo>
                    <a:pt x="204343" y="23283"/>
                    <a:pt x="209555" y="18071"/>
                    <a:pt x="209555" y="11642"/>
                  </a:cubicBezTo>
                  <a:cubicBezTo>
                    <a:pt x="209555" y="5212"/>
                    <a:pt x="204343" y="0"/>
                    <a:pt x="197914" y="0"/>
                  </a:cubicBezTo>
                  <a:lnTo>
                    <a:pt x="128064" y="0"/>
                  </a:lnTo>
                  <a:cubicBezTo>
                    <a:pt x="121634" y="0"/>
                    <a:pt x="116422" y="5212"/>
                    <a:pt x="116422" y="11642"/>
                  </a:cubicBezTo>
                  <a:cubicBezTo>
                    <a:pt x="116422" y="18071"/>
                    <a:pt x="121634" y="23283"/>
                    <a:pt x="128064" y="23283"/>
                  </a:cubicBezTo>
                  <a:lnTo>
                    <a:pt x="151347" y="23283"/>
                  </a:lnTo>
                  <a:lnTo>
                    <a:pt x="151347" y="47149"/>
                  </a:lnTo>
                  <a:cubicBezTo>
                    <a:pt x="61618" y="53521"/>
                    <a:pt x="-5957" y="131427"/>
                    <a:pt x="416" y="221157"/>
                  </a:cubicBezTo>
                  <a:cubicBezTo>
                    <a:pt x="3154" y="259712"/>
                    <a:pt x="19514" y="296037"/>
                    <a:pt x="46572" y="323638"/>
                  </a:cubicBezTo>
                  <a:lnTo>
                    <a:pt x="24453" y="367295"/>
                  </a:lnTo>
                  <a:cubicBezTo>
                    <a:pt x="21542" y="373027"/>
                    <a:pt x="23829" y="380035"/>
                    <a:pt x="29561" y="382946"/>
                  </a:cubicBezTo>
                  <a:cubicBezTo>
                    <a:pt x="29605" y="382968"/>
                    <a:pt x="29648" y="382989"/>
                    <a:pt x="29691" y="383011"/>
                  </a:cubicBezTo>
                  <a:cubicBezTo>
                    <a:pt x="31365" y="383674"/>
                    <a:pt x="33133" y="384067"/>
                    <a:pt x="34930" y="384175"/>
                  </a:cubicBezTo>
                  <a:cubicBezTo>
                    <a:pt x="39317" y="384068"/>
                    <a:pt x="43312" y="381627"/>
                    <a:pt x="45408" y="377772"/>
                  </a:cubicBezTo>
                  <a:lnTo>
                    <a:pt x="64616" y="339355"/>
                  </a:lnTo>
                  <a:cubicBezTo>
                    <a:pt x="122735" y="383600"/>
                    <a:pt x="203242" y="383600"/>
                    <a:pt x="261361" y="339355"/>
                  </a:cubicBezTo>
                  <a:lnTo>
                    <a:pt x="280569" y="377772"/>
                  </a:lnTo>
                  <a:cubicBezTo>
                    <a:pt x="282665" y="381627"/>
                    <a:pt x="286660" y="384068"/>
                    <a:pt x="291047" y="384175"/>
                  </a:cubicBezTo>
                  <a:cubicBezTo>
                    <a:pt x="292844" y="384067"/>
                    <a:pt x="294612" y="383674"/>
                    <a:pt x="296286" y="383011"/>
                  </a:cubicBezTo>
                  <a:cubicBezTo>
                    <a:pt x="302054" y="380171"/>
                    <a:pt x="304429" y="373193"/>
                    <a:pt x="301590" y="367425"/>
                  </a:cubicBezTo>
                  <a:cubicBezTo>
                    <a:pt x="301568" y="367381"/>
                    <a:pt x="301546" y="367338"/>
                    <a:pt x="301524" y="367295"/>
                  </a:cubicBezTo>
                  <a:lnTo>
                    <a:pt x="279405" y="323638"/>
                  </a:lnTo>
                  <a:cubicBezTo>
                    <a:pt x="342377" y="259400"/>
                    <a:pt x="341350" y="156277"/>
                    <a:pt x="277112" y="93304"/>
                  </a:cubicBezTo>
                  <a:cubicBezTo>
                    <a:pt x="249510" y="66247"/>
                    <a:pt x="213185" y="49887"/>
                    <a:pt x="174630" y="47149"/>
                  </a:cubicBezTo>
                  <a:close/>
                </a:path>
              </a:pathLst>
            </a:custGeom>
            <a:solidFill>
              <a:srgbClr val="000000"/>
            </a:solidFill>
            <a:ln w="575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8FB1207-1934-A86C-6BC4-3B3F766849C6}"/>
                </a:ext>
              </a:extLst>
            </p:cNvPr>
            <p:cNvSpPr/>
            <p:nvPr/>
          </p:nvSpPr>
          <p:spPr>
            <a:xfrm>
              <a:off x="9676879" y="4843526"/>
              <a:ext cx="104775" cy="104775"/>
            </a:xfrm>
            <a:custGeom>
              <a:avLst/>
              <a:gdLst>
                <a:gd name="connsiteX0" fmla="*/ 81492 w 104775"/>
                <a:gd name="connsiteY0" fmla="*/ 81492 h 104775"/>
                <a:gd name="connsiteX1" fmla="*/ 0 w 104775"/>
                <a:gd name="connsiteY1" fmla="*/ 81492 h 104775"/>
                <a:gd name="connsiteX2" fmla="*/ 0 w 104775"/>
                <a:gd name="connsiteY2" fmla="*/ 104775 h 104775"/>
                <a:gd name="connsiteX3" fmla="*/ 93133 w 104775"/>
                <a:gd name="connsiteY3" fmla="*/ 104775 h 104775"/>
                <a:gd name="connsiteX4" fmla="*/ 104775 w 104775"/>
                <a:gd name="connsiteY4" fmla="*/ 93133 h 104775"/>
                <a:gd name="connsiteX5" fmla="*/ 104775 w 104775"/>
                <a:gd name="connsiteY5" fmla="*/ 0 h 104775"/>
                <a:gd name="connsiteX6" fmla="*/ 81492 w 104775"/>
                <a:gd name="connsiteY6" fmla="*/ 0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775" h="104775">
                  <a:moveTo>
                    <a:pt x="81492" y="81492"/>
                  </a:moveTo>
                  <a:lnTo>
                    <a:pt x="0" y="81492"/>
                  </a:lnTo>
                  <a:lnTo>
                    <a:pt x="0" y="104775"/>
                  </a:lnTo>
                  <a:lnTo>
                    <a:pt x="93133" y="104775"/>
                  </a:lnTo>
                  <a:cubicBezTo>
                    <a:pt x="99555" y="104756"/>
                    <a:pt x="104756" y="99555"/>
                    <a:pt x="104775" y="93133"/>
                  </a:cubicBezTo>
                  <a:lnTo>
                    <a:pt x="104775" y="0"/>
                  </a:lnTo>
                  <a:lnTo>
                    <a:pt x="81492" y="0"/>
                  </a:lnTo>
                  <a:close/>
                </a:path>
              </a:pathLst>
            </a:custGeom>
            <a:solidFill>
              <a:srgbClr val="000000"/>
            </a:solidFill>
            <a:ln w="575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F60CA5B-471B-E19F-F2B3-5768D03460E6}"/>
                </a:ext>
              </a:extLst>
            </p:cNvPr>
            <p:cNvSpPr/>
            <p:nvPr/>
          </p:nvSpPr>
          <p:spPr>
            <a:xfrm>
              <a:off x="9845683" y="4719541"/>
              <a:ext cx="118308" cy="118163"/>
            </a:xfrm>
            <a:custGeom>
              <a:avLst/>
              <a:gdLst>
                <a:gd name="connsiteX0" fmla="*/ 111760 w 118308"/>
                <a:gd name="connsiteY0" fmla="*/ 55299 h 118163"/>
                <a:gd name="connsiteX1" fmla="*/ 63447 w 118308"/>
                <a:gd name="connsiteY1" fmla="*/ 6986 h 118163"/>
                <a:gd name="connsiteX2" fmla="*/ 30654 w 118308"/>
                <a:gd name="connsiteY2" fmla="*/ 6601 h 118163"/>
                <a:gd name="connsiteX3" fmla="*/ 30268 w 118308"/>
                <a:gd name="connsiteY3" fmla="*/ 6986 h 118163"/>
                <a:gd name="connsiteX4" fmla="*/ 0 w 118308"/>
                <a:gd name="connsiteY4" fmla="*/ 36672 h 118163"/>
                <a:gd name="connsiteX5" fmla="*/ 81492 w 118308"/>
                <a:gd name="connsiteY5" fmla="*/ 118164 h 118163"/>
                <a:gd name="connsiteX6" fmla="*/ 111760 w 118308"/>
                <a:gd name="connsiteY6" fmla="*/ 87895 h 118163"/>
                <a:gd name="connsiteX7" fmla="*/ 111760 w 118308"/>
                <a:gd name="connsiteY7" fmla="*/ 5529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308" h="118163">
                  <a:moveTo>
                    <a:pt x="111760" y="55299"/>
                  </a:moveTo>
                  <a:lnTo>
                    <a:pt x="63447" y="6986"/>
                  </a:lnTo>
                  <a:cubicBezTo>
                    <a:pt x="54498" y="-2176"/>
                    <a:pt x="39816" y="-2348"/>
                    <a:pt x="30654" y="6601"/>
                  </a:cubicBezTo>
                  <a:cubicBezTo>
                    <a:pt x="30524" y="6727"/>
                    <a:pt x="30395" y="6856"/>
                    <a:pt x="30268" y="6986"/>
                  </a:cubicBezTo>
                  <a:lnTo>
                    <a:pt x="0" y="36672"/>
                  </a:lnTo>
                  <a:lnTo>
                    <a:pt x="81492" y="118164"/>
                  </a:lnTo>
                  <a:lnTo>
                    <a:pt x="111760" y="87895"/>
                  </a:lnTo>
                  <a:cubicBezTo>
                    <a:pt x="120491" y="78784"/>
                    <a:pt x="120491" y="64410"/>
                    <a:pt x="111760" y="55299"/>
                  </a:cubicBezTo>
                  <a:close/>
                </a:path>
              </a:pathLst>
            </a:custGeom>
            <a:solidFill>
              <a:srgbClr val="000000"/>
            </a:solidFill>
            <a:ln w="575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651F1F6-3341-64D0-3D39-0FB644A002EF}"/>
                </a:ext>
              </a:extLst>
            </p:cNvPr>
            <p:cNvSpPr/>
            <p:nvPr/>
          </p:nvSpPr>
          <p:spPr>
            <a:xfrm>
              <a:off x="9575596" y="4718959"/>
              <a:ext cx="118745" cy="118745"/>
            </a:xfrm>
            <a:custGeom>
              <a:avLst/>
              <a:gdLst>
                <a:gd name="connsiteX0" fmla="*/ 118746 w 118745"/>
                <a:gd name="connsiteY0" fmla="*/ 37254 h 118745"/>
                <a:gd name="connsiteX1" fmla="*/ 88478 w 118745"/>
                <a:gd name="connsiteY1" fmla="*/ 6986 h 118745"/>
                <a:gd name="connsiteX2" fmla="*/ 55684 w 118745"/>
                <a:gd name="connsiteY2" fmla="*/ 6601 h 118745"/>
                <a:gd name="connsiteX3" fmla="*/ 55299 w 118745"/>
                <a:gd name="connsiteY3" fmla="*/ 6986 h 118745"/>
                <a:gd name="connsiteX4" fmla="*/ 6986 w 118745"/>
                <a:gd name="connsiteY4" fmla="*/ 55299 h 118745"/>
                <a:gd name="connsiteX5" fmla="*/ 6601 w 118745"/>
                <a:gd name="connsiteY5" fmla="*/ 88092 h 118745"/>
                <a:gd name="connsiteX6" fmla="*/ 6986 w 118745"/>
                <a:gd name="connsiteY6" fmla="*/ 88478 h 118745"/>
                <a:gd name="connsiteX7" fmla="*/ 37254 w 118745"/>
                <a:gd name="connsiteY7" fmla="*/ 118746 h 118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745" h="118745">
                  <a:moveTo>
                    <a:pt x="118746" y="37254"/>
                  </a:moveTo>
                  <a:lnTo>
                    <a:pt x="88478" y="6986"/>
                  </a:lnTo>
                  <a:cubicBezTo>
                    <a:pt x="79528" y="-2176"/>
                    <a:pt x="64846" y="-2348"/>
                    <a:pt x="55684" y="6601"/>
                  </a:cubicBezTo>
                  <a:cubicBezTo>
                    <a:pt x="55554" y="6727"/>
                    <a:pt x="55426" y="6856"/>
                    <a:pt x="55299" y="6986"/>
                  </a:cubicBezTo>
                  <a:lnTo>
                    <a:pt x="6986" y="55299"/>
                  </a:lnTo>
                  <a:cubicBezTo>
                    <a:pt x="-2176" y="64248"/>
                    <a:pt x="-2348" y="78930"/>
                    <a:pt x="6601" y="88092"/>
                  </a:cubicBezTo>
                  <a:cubicBezTo>
                    <a:pt x="6727" y="88223"/>
                    <a:pt x="6856" y="88351"/>
                    <a:pt x="6986" y="88478"/>
                  </a:cubicBezTo>
                  <a:lnTo>
                    <a:pt x="37254" y="118746"/>
                  </a:lnTo>
                  <a:close/>
                </a:path>
              </a:pathLst>
            </a:custGeom>
            <a:solidFill>
              <a:srgbClr val="000000"/>
            </a:solidFill>
            <a:ln w="575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6904BC6-F15E-0FD9-14D0-0DA83D915E0B}"/>
                </a:ext>
              </a:extLst>
            </p:cNvPr>
            <p:cNvSpPr/>
            <p:nvPr/>
          </p:nvSpPr>
          <p:spPr>
            <a:xfrm>
              <a:off x="9552737" y="4886600"/>
              <a:ext cx="36672" cy="98954"/>
            </a:xfrm>
            <a:custGeom>
              <a:avLst/>
              <a:gdLst>
                <a:gd name="connsiteX0" fmla="*/ 20374 w 36672"/>
                <a:gd name="connsiteY0" fmla="*/ 98954 h 98954"/>
                <a:gd name="connsiteX1" fmla="*/ 36672 w 36672"/>
                <a:gd name="connsiteY1" fmla="*/ 82656 h 98954"/>
                <a:gd name="connsiteX2" fmla="*/ 36672 w 36672"/>
                <a:gd name="connsiteY2" fmla="*/ 16298 h 98954"/>
                <a:gd name="connsiteX3" fmla="*/ 20374 w 36672"/>
                <a:gd name="connsiteY3" fmla="*/ 0 h 98954"/>
                <a:gd name="connsiteX4" fmla="*/ 20374 w 36672"/>
                <a:gd name="connsiteY4" fmla="*/ 98954 h 9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72" h="98954">
                  <a:moveTo>
                    <a:pt x="20374" y="98954"/>
                  </a:moveTo>
                  <a:lnTo>
                    <a:pt x="36672" y="82656"/>
                  </a:lnTo>
                  <a:cubicBezTo>
                    <a:pt x="18822" y="64138"/>
                    <a:pt x="18822" y="34816"/>
                    <a:pt x="36672" y="16298"/>
                  </a:cubicBezTo>
                  <a:lnTo>
                    <a:pt x="20374" y="0"/>
                  </a:lnTo>
                  <a:cubicBezTo>
                    <a:pt x="-6791" y="27392"/>
                    <a:pt x="-6791" y="71562"/>
                    <a:pt x="20374" y="98954"/>
                  </a:cubicBezTo>
                  <a:close/>
                </a:path>
              </a:pathLst>
            </a:custGeom>
            <a:solidFill>
              <a:srgbClr val="000000"/>
            </a:solidFill>
            <a:ln w="575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68707F3-B044-42C5-F137-41EFC6EEA226}"/>
                </a:ext>
              </a:extLst>
            </p:cNvPr>
            <p:cNvSpPr/>
            <p:nvPr/>
          </p:nvSpPr>
          <p:spPr>
            <a:xfrm>
              <a:off x="9506176" y="4854003"/>
              <a:ext cx="50637" cy="164147"/>
            </a:xfrm>
            <a:custGeom>
              <a:avLst/>
              <a:gdLst>
                <a:gd name="connsiteX0" fmla="*/ 34339 w 50637"/>
                <a:gd name="connsiteY0" fmla="*/ 164148 h 164147"/>
                <a:gd name="connsiteX1" fmla="*/ 50637 w 50637"/>
                <a:gd name="connsiteY1" fmla="*/ 147849 h 164147"/>
                <a:gd name="connsiteX2" fmla="*/ 50253 w 50637"/>
                <a:gd name="connsiteY2" fmla="*/ 16683 h 164147"/>
                <a:gd name="connsiteX3" fmla="*/ 50637 w 50637"/>
                <a:gd name="connsiteY3" fmla="*/ 16298 h 164147"/>
                <a:gd name="connsiteX4" fmla="*/ 34339 w 50637"/>
                <a:gd name="connsiteY4" fmla="*/ 0 h 164147"/>
                <a:gd name="connsiteX5" fmla="*/ 33179 w 50637"/>
                <a:gd name="connsiteY5" fmla="*/ 162987 h 164147"/>
                <a:gd name="connsiteX6" fmla="*/ 34339 w 50637"/>
                <a:gd name="connsiteY6" fmla="*/ 164148 h 164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637" h="164147">
                  <a:moveTo>
                    <a:pt x="34339" y="164148"/>
                  </a:moveTo>
                  <a:lnTo>
                    <a:pt x="50637" y="147849"/>
                  </a:lnTo>
                  <a:cubicBezTo>
                    <a:pt x="14310" y="111734"/>
                    <a:pt x="14138" y="53009"/>
                    <a:pt x="50253" y="16683"/>
                  </a:cubicBezTo>
                  <a:cubicBezTo>
                    <a:pt x="50380" y="16554"/>
                    <a:pt x="50508" y="16426"/>
                    <a:pt x="50637" y="16298"/>
                  </a:cubicBezTo>
                  <a:lnTo>
                    <a:pt x="34339" y="0"/>
                  </a:lnTo>
                  <a:cubicBezTo>
                    <a:pt x="-10989" y="44688"/>
                    <a:pt x="-11509" y="117659"/>
                    <a:pt x="33179" y="162987"/>
                  </a:cubicBezTo>
                  <a:cubicBezTo>
                    <a:pt x="33563" y="163377"/>
                    <a:pt x="33949" y="163763"/>
                    <a:pt x="34339" y="164148"/>
                  </a:cubicBezTo>
                  <a:close/>
                </a:path>
              </a:pathLst>
            </a:custGeom>
            <a:solidFill>
              <a:srgbClr val="000000"/>
            </a:solidFill>
            <a:ln w="575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A5678B7-2C47-DF6C-9DCF-B10DD848BD14}"/>
                </a:ext>
              </a:extLst>
            </p:cNvPr>
            <p:cNvSpPr/>
            <p:nvPr/>
          </p:nvSpPr>
          <p:spPr>
            <a:xfrm>
              <a:off x="9948555" y="4886600"/>
              <a:ext cx="36672" cy="98954"/>
            </a:xfrm>
            <a:custGeom>
              <a:avLst/>
              <a:gdLst>
                <a:gd name="connsiteX0" fmla="*/ 16298 w 36672"/>
                <a:gd name="connsiteY0" fmla="*/ 98954 h 98954"/>
                <a:gd name="connsiteX1" fmla="*/ 0 w 36672"/>
                <a:gd name="connsiteY1" fmla="*/ 82656 h 98954"/>
                <a:gd name="connsiteX2" fmla="*/ 0 w 36672"/>
                <a:gd name="connsiteY2" fmla="*/ 16298 h 98954"/>
                <a:gd name="connsiteX3" fmla="*/ 16298 w 36672"/>
                <a:gd name="connsiteY3" fmla="*/ 0 h 98954"/>
                <a:gd name="connsiteX4" fmla="*/ 16298 w 36672"/>
                <a:gd name="connsiteY4" fmla="*/ 98954 h 98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72" h="98954">
                  <a:moveTo>
                    <a:pt x="16298" y="98954"/>
                  </a:moveTo>
                  <a:lnTo>
                    <a:pt x="0" y="82656"/>
                  </a:lnTo>
                  <a:cubicBezTo>
                    <a:pt x="17851" y="64138"/>
                    <a:pt x="17851" y="34816"/>
                    <a:pt x="0" y="16298"/>
                  </a:cubicBezTo>
                  <a:lnTo>
                    <a:pt x="16298" y="0"/>
                  </a:lnTo>
                  <a:cubicBezTo>
                    <a:pt x="43464" y="27392"/>
                    <a:pt x="43464" y="71562"/>
                    <a:pt x="16298" y="98954"/>
                  </a:cubicBezTo>
                  <a:close/>
                </a:path>
              </a:pathLst>
            </a:custGeom>
            <a:solidFill>
              <a:srgbClr val="000000"/>
            </a:solidFill>
            <a:ln w="575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FFE4DDB-D16C-D0AB-1869-31A2A4ED41A1}"/>
                </a:ext>
              </a:extLst>
            </p:cNvPr>
            <p:cNvSpPr/>
            <p:nvPr/>
          </p:nvSpPr>
          <p:spPr>
            <a:xfrm>
              <a:off x="9981152" y="4854003"/>
              <a:ext cx="50636" cy="164147"/>
            </a:xfrm>
            <a:custGeom>
              <a:avLst/>
              <a:gdLst>
                <a:gd name="connsiteX0" fmla="*/ 16298 w 50636"/>
                <a:gd name="connsiteY0" fmla="*/ 164148 h 164147"/>
                <a:gd name="connsiteX1" fmla="*/ 0 w 50636"/>
                <a:gd name="connsiteY1" fmla="*/ 147849 h 164147"/>
                <a:gd name="connsiteX2" fmla="*/ 384 w 50636"/>
                <a:gd name="connsiteY2" fmla="*/ 16683 h 164147"/>
                <a:gd name="connsiteX3" fmla="*/ 0 w 50636"/>
                <a:gd name="connsiteY3" fmla="*/ 16298 h 164147"/>
                <a:gd name="connsiteX4" fmla="*/ 16298 w 50636"/>
                <a:gd name="connsiteY4" fmla="*/ 0 h 164147"/>
                <a:gd name="connsiteX5" fmla="*/ 17458 w 50636"/>
                <a:gd name="connsiteY5" fmla="*/ 162987 h 164147"/>
                <a:gd name="connsiteX6" fmla="*/ 16298 w 50636"/>
                <a:gd name="connsiteY6" fmla="*/ 164148 h 164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636" h="164147">
                  <a:moveTo>
                    <a:pt x="16298" y="164148"/>
                  </a:moveTo>
                  <a:lnTo>
                    <a:pt x="0" y="147849"/>
                  </a:lnTo>
                  <a:cubicBezTo>
                    <a:pt x="36327" y="111734"/>
                    <a:pt x="36499" y="53009"/>
                    <a:pt x="384" y="16683"/>
                  </a:cubicBezTo>
                  <a:cubicBezTo>
                    <a:pt x="257" y="16554"/>
                    <a:pt x="129" y="16426"/>
                    <a:pt x="0" y="16298"/>
                  </a:cubicBezTo>
                  <a:lnTo>
                    <a:pt x="16298" y="0"/>
                  </a:lnTo>
                  <a:cubicBezTo>
                    <a:pt x="61626" y="44688"/>
                    <a:pt x="62146" y="117659"/>
                    <a:pt x="17458" y="162987"/>
                  </a:cubicBezTo>
                  <a:cubicBezTo>
                    <a:pt x="17074" y="163377"/>
                    <a:pt x="16688" y="163763"/>
                    <a:pt x="16298" y="164148"/>
                  </a:cubicBezTo>
                  <a:close/>
                </a:path>
              </a:pathLst>
            </a:custGeom>
            <a:solidFill>
              <a:srgbClr val="000000"/>
            </a:solidFill>
            <a:ln w="575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701325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DC90-86DB-38FB-12F2-002F49526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Which Options exist??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0B67CC-B00B-F259-1A5E-687D11872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892" y="2396743"/>
            <a:ext cx="4167445" cy="4382171"/>
          </a:xfrm>
          <a:prstGeom prst="rect">
            <a:avLst/>
          </a:prstGeom>
        </p:spPr>
      </p:pic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BFFD76D0-F74D-96DA-D57A-F574C3371093}"/>
              </a:ext>
            </a:extLst>
          </p:cNvPr>
          <p:cNvSpPr/>
          <p:nvPr/>
        </p:nvSpPr>
        <p:spPr>
          <a:xfrm>
            <a:off x="8287017" y="1142524"/>
            <a:ext cx="2212848" cy="1536192"/>
          </a:xfrm>
          <a:prstGeom prst="cloudCallout">
            <a:avLst>
              <a:gd name="adj1" fmla="val -79097"/>
              <a:gd name="adj2" fmla="val 3035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Quick Sizer??</a:t>
            </a:r>
            <a:endParaRPr lang="en-GB" dirty="0"/>
          </a:p>
        </p:txBody>
      </p:sp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CC86115F-E8E6-9401-C20B-49CB39C3BE42}"/>
              </a:ext>
            </a:extLst>
          </p:cNvPr>
          <p:cNvSpPr/>
          <p:nvPr/>
        </p:nvSpPr>
        <p:spPr>
          <a:xfrm>
            <a:off x="8287017" y="3324387"/>
            <a:ext cx="2212848" cy="1536192"/>
          </a:xfrm>
          <a:prstGeom prst="cloudCallout">
            <a:avLst>
              <a:gd name="adj1" fmla="val -89841"/>
              <a:gd name="adj2" fmla="val -38095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ABAP Sizing report??</a:t>
            </a:r>
            <a:endParaRPr lang="en-GB" dirty="0"/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5377A35B-FA14-B9C8-EA0F-F3D6A9FAE908}"/>
              </a:ext>
            </a:extLst>
          </p:cNvPr>
          <p:cNvSpPr/>
          <p:nvPr/>
        </p:nvSpPr>
        <p:spPr>
          <a:xfrm>
            <a:off x="1835678" y="1460708"/>
            <a:ext cx="2212848" cy="1536192"/>
          </a:xfrm>
          <a:prstGeom prst="cloudCallout">
            <a:avLst>
              <a:gd name="adj1" fmla="val 87018"/>
              <a:gd name="adj2" fmla="val 54762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T-Shirt rules? </a:t>
            </a:r>
            <a:endParaRPr lang="en-GB" dirty="0"/>
          </a:p>
        </p:txBody>
      </p:sp>
      <p:sp>
        <p:nvSpPr>
          <p:cNvPr id="12" name="Thought Bubble: Cloud 11">
            <a:extLst>
              <a:ext uri="{FF2B5EF4-FFF2-40B4-BE49-F238E27FC236}">
                <a16:creationId xmlns:a16="http://schemas.microsoft.com/office/drawing/2014/main" id="{11890203-5A55-3051-C0D4-342DD3AD9096}"/>
              </a:ext>
            </a:extLst>
          </p:cNvPr>
          <p:cNvSpPr/>
          <p:nvPr/>
        </p:nvSpPr>
        <p:spPr>
          <a:xfrm>
            <a:off x="1402862" y="3324387"/>
            <a:ext cx="2212848" cy="1536192"/>
          </a:xfrm>
          <a:prstGeom prst="cloudCallout">
            <a:avLst>
              <a:gd name="adj1" fmla="val 99001"/>
              <a:gd name="adj2" fmla="val -2619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Combined Approach</a:t>
            </a:r>
            <a:endParaRPr lang="en-GB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BF2A74E-7375-D190-0CF8-8EB455EECC25}"/>
              </a:ext>
            </a:extLst>
          </p:cNvPr>
          <p:cNvGrpSpPr/>
          <p:nvPr/>
        </p:nvGrpSpPr>
        <p:grpSpPr>
          <a:xfrm>
            <a:off x="8287017" y="5342226"/>
            <a:ext cx="2534920" cy="955040"/>
            <a:chOff x="1661160" y="4714240"/>
            <a:chExt cx="2534920" cy="95504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229DDC7-F391-3725-AEF8-80BDA7E8848A}"/>
                </a:ext>
              </a:extLst>
            </p:cNvPr>
            <p:cNvSpPr/>
            <p:nvPr/>
          </p:nvSpPr>
          <p:spPr>
            <a:xfrm>
              <a:off x="1798320" y="4846320"/>
              <a:ext cx="2296160" cy="70104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b="1" dirty="0"/>
                <a:t>For Short Term planning</a:t>
              </a:r>
              <a:endParaRPr lang="en-GB" b="1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2E1679-0A69-E388-DE72-561C781A7577}"/>
                </a:ext>
              </a:extLst>
            </p:cNvPr>
            <p:cNvSpPr/>
            <p:nvPr/>
          </p:nvSpPr>
          <p:spPr>
            <a:xfrm>
              <a:off x="1661160" y="4714240"/>
              <a:ext cx="2534920" cy="95504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FCA49CE-9C38-414D-0D02-769B1792959F}"/>
              </a:ext>
            </a:extLst>
          </p:cNvPr>
          <p:cNvGrpSpPr/>
          <p:nvPr/>
        </p:nvGrpSpPr>
        <p:grpSpPr>
          <a:xfrm>
            <a:off x="1835417" y="5352386"/>
            <a:ext cx="2534920" cy="955040"/>
            <a:chOff x="1661160" y="4714240"/>
            <a:chExt cx="2534920" cy="95504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AC66CC3-BB41-AB9F-31CA-25C02559AE12}"/>
                </a:ext>
              </a:extLst>
            </p:cNvPr>
            <p:cNvSpPr/>
            <p:nvPr/>
          </p:nvSpPr>
          <p:spPr>
            <a:xfrm>
              <a:off x="1798320" y="4846320"/>
              <a:ext cx="2296160" cy="701041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US" b="1" dirty="0"/>
                <a:t>Assumptions may change</a:t>
              </a:r>
              <a:endParaRPr lang="en-GB" b="1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F4FF756-1004-D02F-8313-7576F950919C}"/>
                </a:ext>
              </a:extLst>
            </p:cNvPr>
            <p:cNvSpPr/>
            <p:nvPr/>
          </p:nvSpPr>
          <p:spPr>
            <a:xfrm>
              <a:off x="1661160" y="4714240"/>
              <a:ext cx="2534920" cy="95504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34576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2FF8-7F71-E457-5BF1-DDAFB5FC0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Possible Limitations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08C255-1084-2E2D-1450-0DE763B678ED}"/>
              </a:ext>
            </a:extLst>
          </p:cNvPr>
          <p:cNvSpPr/>
          <p:nvPr/>
        </p:nvSpPr>
        <p:spPr>
          <a:xfrm>
            <a:off x="1107440" y="2032000"/>
            <a:ext cx="2814320" cy="111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Quick Sizer 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D1E1AF-C6D7-8E42-89DD-43E3115B0D8C}"/>
              </a:ext>
            </a:extLst>
          </p:cNvPr>
          <p:cNvSpPr/>
          <p:nvPr/>
        </p:nvSpPr>
        <p:spPr>
          <a:xfrm>
            <a:off x="1107440" y="3759200"/>
            <a:ext cx="2814320" cy="1117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ABAP Sizing reports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4382B-B3BE-8796-5CEB-04781EEECA50}"/>
              </a:ext>
            </a:extLst>
          </p:cNvPr>
          <p:cNvSpPr txBox="1"/>
          <p:nvPr/>
        </p:nvSpPr>
        <p:spPr>
          <a:xfrm>
            <a:off x="4622800" y="1879600"/>
            <a:ext cx="685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Static Assumptions &amp; simplified Data growth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Data Tiering effects are not considered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Based on SAP Standard scenarios </a:t>
            </a:r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483AD0-85DA-A482-BD53-30EDF7E5CF22}"/>
              </a:ext>
            </a:extLst>
          </p:cNvPr>
          <p:cNvSpPr txBox="1"/>
          <p:nvPr/>
        </p:nvSpPr>
        <p:spPr>
          <a:xfrm>
            <a:off x="4622800" y="3595271"/>
            <a:ext cx="6731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Focuses on Disk based Projections with default Working Memory assumptions </a:t>
            </a:r>
            <a:r>
              <a:rPr lang="en-US" b="1" dirty="0"/>
              <a:t>(100% of Column Store footprint)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18AD43-5939-3CA6-BB16-46DCBAA56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919" y="4318000"/>
            <a:ext cx="5277121" cy="185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84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DB24-DFDC-DBEB-B76B-06E3247EB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151" y="1677996"/>
            <a:ext cx="5925989" cy="31675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9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How to Optimize</a:t>
            </a:r>
          </a:p>
        </p:txBody>
      </p:sp>
      <p:pic>
        <p:nvPicPr>
          <p:cNvPr id="50" name="Graphic 49" descr="Question mark">
            <a:extLst>
              <a:ext uri="{FF2B5EF4-FFF2-40B4-BE49-F238E27FC236}">
                <a16:creationId xmlns:a16="http://schemas.microsoft.com/office/drawing/2014/main" id="{05AB4AC4-B990-0869-B017-ED0C047F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10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1AD4-3C01-7A12-8F1A-815EB13D8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Sizing Analysis – Iterative Approach</a:t>
            </a:r>
            <a:endParaRPr lang="en-GB" dirty="0">
              <a:solidFill>
                <a:schemeClr val="accent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D3B69C3-2D22-DC8A-545A-921A079A6745}"/>
              </a:ext>
            </a:extLst>
          </p:cNvPr>
          <p:cNvGrpSpPr/>
          <p:nvPr/>
        </p:nvGrpSpPr>
        <p:grpSpPr>
          <a:xfrm>
            <a:off x="3520107" y="1731858"/>
            <a:ext cx="5151785" cy="4758542"/>
            <a:chOff x="3520107" y="1731858"/>
            <a:chExt cx="5151785" cy="4758542"/>
          </a:xfrm>
        </p:grpSpPr>
        <p:sp>
          <p:nvSpPr>
            <p:cNvPr id="8" name="Arrow: Circular 7">
              <a:extLst>
                <a:ext uri="{FF2B5EF4-FFF2-40B4-BE49-F238E27FC236}">
                  <a16:creationId xmlns:a16="http://schemas.microsoft.com/office/drawing/2014/main" id="{9DA353B3-056A-020F-22FB-C3ED32484862}"/>
                </a:ext>
              </a:extLst>
            </p:cNvPr>
            <p:cNvSpPr/>
            <p:nvPr/>
          </p:nvSpPr>
          <p:spPr>
            <a:xfrm>
              <a:off x="3729616" y="1731858"/>
              <a:ext cx="4732767" cy="4732767"/>
            </a:xfrm>
            <a:prstGeom prst="circularArrow">
              <a:avLst>
                <a:gd name="adj1" fmla="val 5274"/>
                <a:gd name="adj2" fmla="val 312630"/>
                <a:gd name="adj3" fmla="val 14201695"/>
                <a:gd name="adj4" fmla="val 17142505"/>
                <a:gd name="adj5" fmla="val 5477"/>
              </a:avLst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58C92F5-0721-3609-ADAC-923398B0F44D}"/>
                </a:ext>
              </a:extLst>
            </p:cNvPr>
            <p:cNvSpPr/>
            <p:nvPr/>
          </p:nvSpPr>
          <p:spPr>
            <a:xfrm>
              <a:off x="5182864" y="1737292"/>
              <a:ext cx="1826271" cy="913135"/>
            </a:xfrm>
            <a:custGeom>
              <a:avLst/>
              <a:gdLst>
                <a:gd name="connsiteX0" fmla="*/ 0 w 1826271"/>
                <a:gd name="connsiteY0" fmla="*/ 152192 h 913135"/>
                <a:gd name="connsiteX1" fmla="*/ 152192 w 1826271"/>
                <a:gd name="connsiteY1" fmla="*/ 0 h 913135"/>
                <a:gd name="connsiteX2" fmla="*/ 1674079 w 1826271"/>
                <a:gd name="connsiteY2" fmla="*/ 0 h 913135"/>
                <a:gd name="connsiteX3" fmla="*/ 1826271 w 1826271"/>
                <a:gd name="connsiteY3" fmla="*/ 152192 h 913135"/>
                <a:gd name="connsiteX4" fmla="*/ 1826271 w 1826271"/>
                <a:gd name="connsiteY4" fmla="*/ 760943 h 913135"/>
                <a:gd name="connsiteX5" fmla="*/ 1674079 w 1826271"/>
                <a:gd name="connsiteY5" fmla="*/ 913135 h 913135"/>
                <a:gd name="connsiteX6" fmla="*/ 152192 w 1826271"/>
                <a:gd name="connsiteY6" fmla="*/ 913135 h 913135"/>
                <a:gd name="connsiteX7" fmla="*/ 0 w 1826271"/>
                <a:gd name="connsiteY7" fmla="*/ 760943 h 913135"/>
                <a:gd name="connsiteX8" fmla="*/ 0 w 1826271"/>
                <a:gd name="connsiteY8" fmla="*/ 152192 h 9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6271" h="913135">
                  <a:moveTo>
                    <a:pt x="0" y="152192"/>
                  </a:moveTo>
                  <a:cubicBezTo>
                    <a:pt x="0" y="68139"/>
                    <a:pt x="68139" y="0"/>
                    <a:pt x="152192" y="0"/>
                  </a:cubicBezTo>
                  <a:lnTo>
                    <a:pt x="1674079" y="0"/>
                  </a:lnTo>
                  <a:cubicBezTo>
                    <a:pt x="1758132" y="0"/>
                    <a:pt x="1826271" y="68139"/>
                    <a:pt x="1826271" y="152192"/>
                  </a:cubicBezTo>
                  <a:lnTo>
                    <a:pt x="1826271" y="760943"/>
                  </a:lnTo>
                  <a:cubicBezTo>
                    <a:pt x="1826271" y="844996"/>
                    <a:pt x="1758132" y="913135"/>
                    <a:pt x="1674079" y="913135"/>
                  </a:cubicBezTo>
                  <a:lnTo>
                    <a:pt x="152192" y="913135"/>
                  </a:lnTo>
                  <a:cubicBezTo>
                    <a:pt x="68139" y="913135"/>
                    <a:pt x="0" y="844996"/>
                    <a:pt x="0" y="760943"/>
                  </a:cubicBezTo>
                  <a:lnTo>
                    <a:pt x="0" y="15219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486" tIns="86486" rIns="86486" bIns="86486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Analyze Data Footprint</a:t>
              </a:r>
              <a:endParaRPr lang="en-GB" sz="1600" b="1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50B0458-8164-EAF0-4A3E-3882B735C3F1}"/>
                </a:ext>
              </a:extLst>
            </p:cNvPr>
            <p:cNvSpPr/>
            <p:nvPr/>
          </p:nvSpPr>
          <p:spPr>
            <a:xfrm>
              <a:off x="6845621" y="2697285"/>
              <a:ext cx="1826271" cy="913135"/>
            </a:xfrm>
            <a:custGeom>
              <a:avLst/>
              <a:gdLst>
                <a:gd name="connsiteX0" fmla="*/ 0 w 1826271"/>
                <a:gd name="connsiteY0" fmla="*/ 152192 h 913135"/>
                <a:gd name="connsiteX1" fmla="*/ 152192 w 1826271"/>
                <a:gd name="connsiteY1" fmla="*/ 0 h 913135"/>
                <a:gd name="connsiteX2" fmla="*/ 1674079 w 1826271"/>
                <a:gd name="connsiteY2" fmla="*/ 0 h 913135"/>
                <a:gd name="connsiteX3" fmla="*/ 1826271 w 1826271"/>
                <a:gd name="connsiteY3" fmla="*/ 152192 h 913135"/>
                <a:gd name="connsiteX4" fmla="*/ 1826271 w 1826271"/>
                <a:gd name="connsiteY4" fmla="*/ 760943 h 913135"/>
                <a:gd name="connsiteX5" fmla="*/ 1674079 w 1826271"/>
                <a:gd name="connsiteY5" fmla="*/ 913135 h 913135"/>
                <a:gd name="connsiteX6" fmla="*/ 152192 w 1826271"/>
                <a:gd name="connsiteY6" fmla="*/ 913135 h 913135"/>
                <a:gd name="connsiteX7" fmla="*/ 0 w 1826271"/>
                <a:gd name="connsiteY7" fmla="*/ 760943 h 913135"/>
                <a:gd name="connsiteX8" fmla="*/ 0 w 1826271"/>
                <a:gd name="connsiteY8" fmla="*/ 152192 h 9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6271" h="913135">
                  <a:moveTo>
                    <a:pt x="0" y="152192"/>
                  </a:moveTo>
                  <a:cubicBezTo>
                    <a:pt x="0" y="68139"/>
                    <a:pt x="68139" y="0"/>
                    <a:pt x="152192" y="0"/>
                  </a:cubicBezTo>
                  <a:lnTo>
                    <a:pt x="1674079" y="0"/>
                  </a:lnTo>
                  <a:cubicBezTo>
                    <a:pt x="1758132" y="0"/>
                    <a:pt x="1826271" y="68139"/>
                    <a:pt x="1826271" y="152192"/>
                  </a:cubicBezTo>
                  <a:lnTo>
                    <a:pt x="1826271" y="760943"/>
                  </a:lnTo>
                  <a:cubicBezTo>
                    <a:pt x="1826271" y="844996"/>
                    <a:pt x="1758132" y="913135"/>
                    <a:pt x="1674079" y="913135"/>
                  </a:cubicBezTo>
                  <a:lnTo>
                    <a:pt x="152192" y="913135"/>
                  </a:lnTo>
                  <a:cubicBezTo>
                    <a:pt x="68139" y="913135"/>
                    <a:pt x="0" y="844996"/>
                    <a:pt x="0" y="760943"/>
                  </a:cubicBezTo>
                  <a:lnTo>
                    <a:pt x="0" y="15219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486" tIns="86486" rIns="86486" bIns="86486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Housekeeping</a:t>
              </a:r>
              <a:endParaRPr lang="en-GB" sz="1600" b="1" kern="12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207CDAF-A743-25F4-8245-EFBAC2B43E03}"/>
                </a:ext>
              </a:extLst>
            </p:cNvPr>
            <p:cNvSpPr/>
            <p:nvPr/>
          </p:nvSpPr>
          <p:spPr>
            <a:xfrm>
              <a:off x="6845621" y="4617272"/>
              <a:ext cx="1826271" cy="913135"/>
            </a:xfrm>
            <a:custGeom>
              <a:avLst/>
              <a:gdLst>
                <a:gd name="connsiteX0" fmla="*/ 0 w 1826271"/>
                <a:gd name="connsiteY0" fmla="*/ 152192 h 913135"/>
                <a:gd name="connsiteX1" fmla="*/ 152192 w 1826271"/>
                <a:gd name="connsiteY1" fmla="*/ 0 h 913135"/>
                <a:gd name="connsiteX2" fmla="*/ 1674079 w 1826271"/>
                <a:gd name="connsiteY2" fmla="*/ 0 h 913135"/>
                <a:gd name="connsiteX3" fmla="*/ 1826271 w 1826271"/>
                <a:gd name="connsiteY3" fmla="*/ 152192 h 913135"/>
                <a:gd name="connsiteX4" fmla="*/ 1826271 w 1826271"/>
                <a:gd name="connsiteY4" fmla="*/ 760943 h 913135"/>
                <a:gd name="connsiteX5" fmla="*/ 1674079 w 1826271"/>
                <a:gd name="connsiteY5" fmla="*/ 913135 h 913135"/>
                <a:gd name="connsiteX6" fmla="*/ 152192 w 1826271"/>
                <a:gd name="connsiteY6" fmla="*/ 913135 h 913135"/>
                <a:gd name="connsiteX7" fmla="*/ 0 w 1826271"/>
                <a:gd name="connsiteY7" fmla="*/ 760943 h 913135"/>
                <a:gd name="connsiteX8" fmla="*/ 0 w 1826271"/>
                <a:gd name="connsiteY8" fmla="*/ 152192 h 9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6271" h="913135">
                  <a:moveTo>
                    <a:pt x="0" y="152192"/>
                  </a:moveTo>
                  <a:cubicBezTo>
                    <a:pt x="0" y="68139"/>
                    <a:pt x="68139" y="0"/>
                    <a:pt x="152192" y="0"/>
                  </a:cubicBezTo>
                  <a:lnTo>
                    <a:pt x="1674079" y="0"/>
                  </a:lnTo>
                  <a:cubicBezTo>
                    <a:pt x="1758132" y="0"/>
                    <a:pt x="1826271" y="68139"/>
                    <a:pt x="1826271" y="152192"/>
                  </a:cubicBezTo>
                  <a:lnTo>
                    <a:pt x="1826271" y="760943"/>
                  </a:lnTo>
                  <a:cubicBezTo>
                    <a:pt x="1826271" y="844996"/>
                    <a:pt x="1758132" y="913135"/>
                    <a:pt x="1674079" y="913135"/>
                  </a:cubicBezTo>
                  <a:lnTo>
                    <a:pt x="152192" y="913135"/>
                  </a:lnTo>
                  <a:cubicBezTo>
                    <a:pt x="68139" y="913135"/>
                    <a:pt x="0" y="844996"/>
                    <a:pt x="0" y="760943"/>
                  </a:cubicBezTo>
                  <a:lnTo>
                    <a:pt x="0" y="15219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486" tIns="86486" rIns="86486" bIns="86486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Data Archiving</a:t>
              </a: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2C1CEFF-3DF6-14B5-2696-7ECF278CDBF0}"/>
                </a:ext>
              </a:extLst>
            </p:cNvPr>
            <p:cNvSpPr/>
            <p:nvPr/>
          </p:nvSpPr>
          <p:spPr>
            <a:xfrm>
              <a:off x="5182864" y="5577265"/>
              <a:ext cx="1826271" cy="913135"/>
            </a:xfrm>
            <a:custGeom>
              <a:avLst/>
              <a:gdLst>
                <a:gd name="connsiteX0" fmla="*/ 0 w 1826271"/>
                <a:gd name="connsiteY0" fmla="*/ 152192 h 913135"/>
                <a:gd name="connsiteX1" fmla="*/ 152192 w 1826271"/>
                <a:gd name="connsiteY1" fmla="*/ 0 h 913135"/>
                <a:gd name="connsiteX2" fmla="*/ 1674079 w 1826271"/>
                <a:gd name="connsiteY2" fmla="*/ 0 h 913135"/>
                <a:gd name="connsiteX3" fmla="*/ 1826271 w 1826271"/>
                <a:gd name="connsiteY3" fmla="*/ 152192 h 913135"/>
                <a:gd name="connsiteX4" fmla="*/ 1826271 w 1826271"/>
                <a:gd name="connsiteY4" fmla="*/ 760943 h 913135"/>
                <a:gd name="connsiteX5" fmla="*/ 1674079 w 1826271"/>
                <a:gd name="connsiteY5" fmla="*/ 913135 h 913135"/>
                <a:gd name="connsiteX6" fmla="*/ 152192 w 1826271"/>
                <a:gd name="connsiteY6" fmla="*/ 913135 h 913135"/>
                <a:gd name="connsiteX7" fmla="*/ 0 w 1826271"/>
                <a:gd name="connsiteY7" fmla="*/ 760943 h 913135"/>
                <a:gd name="connsiteX8" fmla="*/ 0 w 1826271"/>
                <a:gd name="connsiteY8" fmla="*/ 152192 h 9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6271" h="913135">
                  <a:moveTo>
                    <a:pt x="0" y="152192"/>
                  </a:moveTo>
                  <a:cubicBezTo>
                    <a:pt x="0" y="68139"/>
                    <a:pt x="68139" y="0"/>
                    <a:pt x="152192" y="0"/>
                  </a:cubicBezTo>
                  <a:lnTo>
                    <a:pt x="1674079" y="0"/>
                  </a:lnTo>
                  <a:cubicBezTo>
                    <a:pt x="1758132" y="0"/>
                    <a:pt x="1826271" y="68139"/>
                    <a:pt x="1826271" y="152192"/>
                  </a:cubicBezTo>
                  <a:lnTo>
                    <a:pt x="1826271" y="760943"/>
                  </a:lnTo>
                  <a:cubicBezTo>
                    <a:pt x="1826271" y="844996"/>
                    <a:pt x="1758132" y="913135"/>
                    <a:pt x="1674079" y="913135"/>
                  </a:cubicBezTo>
                  <a:lnTo>
                    <a:pt x="152192" y="913135"/>
                  </a:lnTo>
                  <a:cubicBezTo>
                    <a:pt x="68139" y="913135"/>
                    <a:pt x="0" y="844996"/>
                    <a:pt x="0" y="760943"/>
                  </a:cubicBezTo>
                  <a:lnTo>
                    <a:pt x="0" y="15219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486" tIns="86486" rIns="86486" bIns="86486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kern="1200" dirty="0"/>
                <a:t>Data Tiering(NSE)</a:t>
              </a:r>
              <a:endParaRPr lang="en-GB" sz="1600" b="1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D1538-A1A5-0FDB-3157-69BE85586103}"/>
                </a:ext>
              </a:extLst>
            </p:cNvPr>
            <p:cNvSpPr/>
            <p:nvPr/>
          </p:nvSpPr>
          <p:spPr>
            <a:xfrm>
              <a:off x="3520107" y="4617272"/>
              <a:ext cx="1826271" cy="913135"/>
            </a:xfrm>
            <a:custGeom>
              <a:avLst/>
              <a:gdLst>
                <a:gd name="connsiteX0" fmla="*/ 0 w 1826271"/>
                <a:gd name="connsiteY0" fmla="*/ 152192 h 913135"/>
                <a:gd name="connsiteX1" fmla="*/ 152192 w 1826271"/>
                <a:gd name="connsiteY1" fmla="*/ 0 h 913135"/>
                <a:gd name="connsiteX2" fmla="*/ 1674079 w 1826271"/>
                <a:gd name="connsiteY2" fmla="*/ 0 h 913135"/>
                <a:gd name="connsiteX3" fmla="*/ 1826271 w 1826271"/>
                <a:gd name="connsiteY3" fmla="*/ 152192 h 913135"/>
                <a:gd name="connsiteX4" fmla="*/ 1826271 w 1826271"/>
                <a:gd name="connsiteY4" fmla="*/ 760943 h 913135"/>
                <a:gd name="connsiteX5" fmla="*/ 1674079 w 1826271"/>
                <a:gd name="connsiteY5" fmla="*/ 913135 h 913135"/>
                <a:gd name="connsiteX6" fmla="*/ 152192 w 1826271"/>
                <a:gd name="connsiteY6" fmla="*/ 913135 h 913135"/>
                <a:gd name="connsiteX7" fmla="*/ 0 w 1826271"/>
                <a:gd name="connsiteY7" fmla="*/ 760943 h 913135"/>
                <a:gd name="connsiteX8" fmla="*/ 0 w 1826271"/>
                <a:gd name="connsiteY8" fmla="*/ 152192 h 9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6271" h="913135">
                  <a:moveTo>
                    <a:pt x="0" y="152192"/>
                  </a:moveTo>
                  <a:cubicBezTo>
                    <a:pt x="0" y="68139"/>
                    <a:pt x="68139" y="0"/>
                    <a:pt x="152192" y="0"/>
                  </a:cubicBezTo>
                  <a:lnTo>
                    <a:pt x="1674079" y="0"/>
                  </a:lnTo>
                  <a:cubicBezTo>
                    <a:pt x="1758132" y="0"/>
                    <a:pt x="1826271" y="68139"/>
                    <a:pt x="1826271" y="152192"/>
                  </a:cubicBezTo>
                  <a:lnTo>
                    <a:pt x="1826271" y="760943"/>
                  </a:lnTo>
                  <a:cubicBezTo>
                    <a:pt x="1826271" y="844996"/>
                    <a:pt x="1758132" y="913135"/>
                    <a:pt x="1674079" y="913135"/>
                  </a:cubicBezTo>
                  <a:lnTo>
                    <a:pt x="152192" y="913135"/>
                  </a:lnTo>
                  <a:cubicBezTo>
                    <a:pt x="68139" y="913135"/>
                    <a:pt x="0" y="844996"/>
                    <a:pt x="0" y="760943"/>
                  </a:cubicBezTo>
                  <a:lnTo>
                    <a:pt x="0" y="15219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486" tIns="86486" rIns="86486" bIns="86486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dirty="0"/>
                <a:t>Working Memory Requirements</a:t>
              </a:r>
              <a:endParaRPr lang="en-GB" sz="1400" b="1" kern="120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5775156-8C12-43A7-9CBD-7E2EE8D90AC0}"/>
                </a:ext>
              </a:extLst>
            </p:cNvPr>
            <p:cNvSpPr/>
            <p:nvPr/>
          </p:nvSpPr>
          <p:spPr>
            <a:xfrm>
              <a:off x="3520107" y="2697285"/>
              <a:ext cx="1826271" cy="913135"/>
            </a:xfrm>
            <a:custGeom>
              <a:avLst/>
              <a:gdLst>
                <a:gd name="connsiteX0" fmla="*/ 0 w 1826271"/>
                <a:gd name="connsiteY0" fmla="*/ 152192 h 913135"/>
                <a:gd name="connsiteX1" fmla="*/ 152192 w 1826271"/>
                <a:gd name="connsiteY1" fmla="*/ 0 h 913135"/>
                <a:gd name="connsiteX2" fmla="*/ 1674079 w 1826271"/>
                <a:gd name="connsiteY2" fmla="*/ 0 h 913135"/>
                <a:gd name="connsiteX3" fmla="*/ 1826271 w 1826271"/>
                <a:gd name="connsiteY3" fmla="*/ 152192 h 913135"/>
                <a:gd name="connsiteX4" fmla="*/ 1826271 w 1826271"/>
                <a:gd name="connsiteY4" fmla="*/ 760943 h 913135"/>
                <a:gd name="connsiteX5" fmla="*/ 1674079 w 1826271"/>
                <a:gd name="connsiteY5" fmla="*/ 913135 h 913135"/>
                <a:gd name="connsiteX6" fmla="*/ 152192 w 1826271"/>
                <a:gd name="connsiteY6" fmla="*/ 913135 h 913135"/>
                <a:gd name="connsiteX7" fmla="*/ 0 w 1826271"/>
                <a:gd name="connsiteY7" fmla="*/ 760943 h 913135"/>
                <a:gd name="connsiteX8" fmla="*/ 0 w 1826271"/>
                <a:gd name="connsiteY8" fmla="*/ 152192 h 913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26271" h="913135">
                  <a:moveTo>
                    <a:pt x="0" y="152192"/>
                  </a:moveTo>
                  <a:cubicBezTo>
                    <a:pt x="0" y="68139"/>
                    <a:pt x="68139" y="0"/>
                    <a:pt x="152192" y="0"/>
                  </a:cubicBezTo>
                  <a:lnTo>
                    <a:pt x="1674079" y="0"/>
                  </a:lnTo>
                  <a:cubicBezTo>
                    <a:pt x="1758132" y="0"/>
                    <a:pt x="1826271" y="68139"/>
                    <a:pt x="1826271" y="152192"/>
                  </a:cubicBezTo>
                  <a:lnTo>
                    <a:pt x="1826271" y="760943"/>
                  </a:lnTo>
                  <a:cubicBezTo>
                    <a:pt x="1826271" y="844996"/>
                    <a:pt x="1758132" y="913135"/>
                    <a:pt x="1674079" y="913135"/>
                  </a:cubicBezTo>
                  <a:lnTo>
                    <a:pt x="152192" y="913135"/>
                  </a:lnTo>
                  <a:cubicBezTo>
                    <a:pt x="68139" y="913135"/>
                    <a:pt x="0" y="844996"/>
                    <a:pt x="0" y="760943"/>
                  </a:cubicBezTo>
                  <a:lnTo>
                    <a:pt x="0" y="152192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86486" tIns="86486" rIns="86486" bIns="86486" numCol="1" spcCol="1270" anchor="ctr" anchorCtr="0">
              <a:noAutofit/>
            </a:bodyPr>
            <a:lstStyle/>
            <a:p>
              <a:pPr marL="0" lvl="0" indent="0" algn="ctr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1" dirty="0"/>
                <a:t>Workload Optimization</a:t>
              </a:r>
              <a:endParaRPr lang="en-GB" sz="16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7506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3259-2433-39C7-3BEC-831A892DF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Analyze Data Footprint - Inflow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CC775-D5C3-668B-35E0-A5E3775B6A7F}"/>
              </a:ext>
            </a:extLst>
          </p:cNvPr>
          <p:cNvSpPr txBox="1"/>
          <p:nvPr/>
        </p:nvSpPr>
        <p:spPr>
          <a:xfrm>
            <a:off x="3837531" y="1654176"/>
            <a:ext cx="4516938" cy="850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accent1"/>
                </a:solidFill>
              </a:rPr>
              <a:t>SQL Statement Script – HANA_Tables_LargestTables_2.00.040+  SAP Note 1969700</a:t>
            </a:r>
            <a:endParaRPr lang="en-US" sz="1800" b="1" kern="1200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36244C-E31B-2868-3DF7-63BB5BE21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986" y="2383103"/>
            <a:ext cx="8031934" cy="410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41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3259-2433-39C7-3BEC-831A892DF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Analyze Data Footprint - Inflow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CC775-D5C3-668B-35E0-A5E3775B6A7F}"/>
              </a:ext>
            </a:extLst>
          </p:cNvPr>
          <p:cNvSpPr txBox="1"/>
          <p:nvPr/>
        </p:nvSpPr>
        <p:spPr>
          <a:xfrm>
            <a:off x="636248" y="1714209"/>
            <a:ext cx="4516938" cy="850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accent1"/>
                </a:solidFill>
              </a:rPr>
              <a:t>SQL Statement Script – HANA_Tables_LargestTables_2.00.040+  SAP Note 1969700</a:t>
            </a:r>
            <a:endParaRPr lang="en-US" sz="1800" b="1" kern="1200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36244C-E31B-2868-3DF7-63BB5BE21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626" y="2850099"/>
            <a:ext cx="4156248" cy="2126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A22E8B-53EC-E0BE-E611-45334F232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545" y="2819184"/>
            <a:ext cx="5649056" cy="13836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5A07BE-13DE-A169-838F-872F774DC2F0}"/>
              </a:ext>
            </a:extLst>
          </p:cNvPr>
          <p:cNvSpPr txBox="1"/>
          <p:nvPr/>
        </p:nvSpPr>
        <p:spPr>
          <a:xfrm>
            <a:off x="6634480" y="2406938"/>
            <a:ext cx="357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Sample Output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B3D35C-C788-7BF0-3B9D-95556718487E}"/>
              </a:ext>
            </a:extLst>
          </p:cNvPr>
          <p:cNvSpPr txBox="1"/>
          <p:nvPr/>
        </p:nvSpPr>
        <p:spPr>
          <a:xfrm>
            <a:off x="6201767" y="4455763"/>
            <a:ext cx="5605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Max_Memory_size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accent1"/>
                </a:solidFill>
              </a:rPr>
              <a:t>= </a:t>
            </a:r>
            <a:r>
              <a:rPr lang="en-US" dirty="0" err="1">
                <a:solidFill>
                  <a:schemeClr val="accent1"/>
                </a:solidFill>
              </a:rPr>
              <a:t>Disk_Size</a:t>
            </a:r>
            <a:r>
              <a:rPr lang="en-US" dirty="0">
                <a:solidFill>
                  <a:schemeClr val="accent1"/>
                </a:solidFill>
              </a:rPr>
              <a:t> – </a:t>
            </a:r>
            <a:r>
              <a:rPr lang="en-US" dirty="0" err="1">
                <a:solidFill>
                  <a:schemeClr val="accent1"/>
                </a:solidFill>
              </a:rPr>
              <a:t>LOB_Disk_Size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Record Size </a:t>
            </a:r>
            <a:r>
              <a:rPr lang="en-US" dirty="0">
                <a:solidFill>
                  <a:schemeClr val="accent1"/>
                </a:solidFill>
              </a:rPr>
              <a:t>= </a:t>
            </a:r>
            <a:r>
              <a:rPr lang="en-US" dirty="0" err="1">
                <a:solidFill>
                  <a:schemeClr val="accent1"/>
                </a:solidFill>
              </a:rPr>
              <a:t>Max_Mem_Size</a:t>
            </a:r>
            <a:r>
              <a:rPr lang="en-US" dirty="0">
                <a:solidFill>
                  <a:schemeClr val="accent1"/>
                </a:solidFill>
              </a:rPr>
              <a:t>/No of Records</a:t>
            </a:r>
          </a:p>
          <a:p>
            <a:endParaRPr lang="en-GB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48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FDBB1-7F66-46E8-7AC0-A0090304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Data Inflow – EDID4 Example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D4C5F-8F5B-8575-4FFF-23E32CE239B8}"/>
              </a:ext>
            </a:extLst>
          </p:cNvPr>
          <p:cNvSpPr txBox="1"/>
          <p:nvPr/>
        </p:nvSpPr>
        <p:spPr>
          <a:xfrm>
            <a:off x="-4051" y="2181880"/>
            <a:ext cx="6096000" cy="34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>
                <a:solidFill>
                  <a:schemeClr val="accent1"/>
                </a:solidFill>
              </a:rPr>
              <a:t>Memory Size of each Record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5C2199-A001-BD86-0005-488217421A9F}"/>
              </a:ext>
            </a:extLst>
          </p:cNvPr>
          <p:cNvSpPr txBox="1"/>
          <p:nvPr/>
        </p:nvSpPr>
        <p:spPr>
          <a:xfrm>
            <a:off x="5824949" y="2181879"/>
            <a:ext cx="6096000" cy="689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>
                <a:solidFill>
                  <a:schemeClr val="accent1"/>
                </a:solidFill>
              </a:rPr>
              <a:t>No. of Records per Week - </a:t>
            </a:r>
            <a:r>
              <a:rPr lang="en-US" b="1" dirty="0">
                <a:solidFill>
                  <a:schemeClr val="accent1"/>
                </a:solidFill>
              </a:rPr>
              <a:t>TAANA T-Code (Table Analysis)</a:t>
            </a:r>
            <a:endParaRPr lang="en-US" sz="1800" b="1" kern="1200" dirty="0">
              <a:solidFill>
                <a:schemeClr val="accent1"/>
              </a:solidFill>
            </a:endParaRPr>
          </a:p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kern="12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4330D8-09A3-8E98-1307-4A04AC5653F4}"/>
              </a:ext>
            </a:extLst>
          </p:cNvPr>
          <p:cNvSpPr txBox="1"/>
          <p:nvPr/>
        </p:nvSpPr>
        <p:spPr>
          <a:xfrm>
            <a:off x="1249680" y="5555505"/>
            <a:ext cx="10251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u="sng" dirty="0">
                <a:solidFill>
                  <a:schemeClr val="accent1"/>
                </a:solidFill>
              </a:rPr>
              <a:t>Data Inflow</a:t>
            </a:r>
            <a:r>
              <a:rPr lang="en-GB" b="1" dirty="0">
                <a:solidFill>
                  <a:schemeClr val="accent1"/>
                </a:solidFill>
              </a:rPr>
              <a:t>  Memory Estimation/Quarter</a:t>
            </a:r>
          </a:p>
          <a:p>
            <a:pPr algn="ctr"/>
            <a:r>
              <a:rPr lang="en-GB" b="1" dirty="0">
                <a:solidFill>
                  <a:schemeClr val="accent1"/>
                </a:solidFill>
              </a:rPr>
              <a:t> =</a:t>
            </a:r>
          </a:p>
          <a:p>
            <a:pPr algn="ctr"/>
            <a:r>
              <a:rPr lang="en-GB" b="1" dirty="0">
                <a:solidFill>
                  <a:schemeClr val="accent1"/>
                </a:solidFill>
              </a:rPr>
              <a:t> (Memory Size per Record ) * (No. of Records per Week)  * 12 Weeks = ~6.2 GB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DC1E8B-DE56-8F88-573E-B54A70BF1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21" y="2571112"/>
            <a:ext cx="5649056" cy="13836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2B25F3-6C9C-6F60-4DEC-535ED123108A}"/>
              </a:ext>
            </a:extLst>
          </p:cNvPr>
          <p:cNvSpPr txBox="1"/>
          <p:nvPr/>
        </p:nvSpPr>
        <p:spPr>
          <a:xfrm>
            <a:off x="219421" y="4125867"/>
            <a:ext cx="5605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Record Size = ~93 Bytes</a:t>
            </a:r>
          </a:p>
          <a:p>
            <a:r>
              <a:rPr lang="en-GB" dirty="0">
                <a:solidFill>
                  <a:schemeClr val="accent1"/>
                </a:solidFill>
              </a:rPr>
              <a:t>No. of Records/ Week = ~6 million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92D7AA-4EB7-A83E-48EF-D60B03D36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455" y="2525115"/>
            <a:ext cx="5114987" cy="27495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08144A-0510-82B9-0BEE-26CFE8376357}"/>
              </a:ext>
            </a:extLst>
          </p:cNvPr>
          <p:cNvSpPr/>
          <p:nvPr/>
        </p:nvSpPr>
        <p:spPr>
          <a:xfrm>
            <a:off x="219421" y="2871363"/>
            <a:ext cx="5657125" cy="28085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3676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32626-4CF0-02B2-994F-BAA42358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Data Outflow -  Archiving &amp; Housekeeping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3485B21-E4EC-005E-0829-1C3D847834EF}"/>
              </a:ext>
            </a:extLst>
          </p:cNvPr>
          <p:cNvSpPr/>
          <p:nvPr/>
        </p:nvSpPr>
        <p:spPr>
          <a:xfrm>
            <a:off x="838200" y="1669716"/>
            <a:ext cx="10515600" cy="623816"/>
          </a:xfrm>
          <a:custGeom>
            <a:avLst/>
            <a:gdLst>
              <a:gd name="connsiteX0" fmla="*/ 0 w 10515600"/>
              <a:gd name="connsiteY0" fmla="*/ 103971 h 623816"/>
              <a:gd name="connsiteX1" fmla="*/ 103971 w 10515600"/>
              <a:gd name="connsiteY1" fmla="*/ 0 h 623816"/>
              <a:gd name="connsiteX2" fmla="*/ 10411629 w 10515600"/>
              <a:gd name="connsiteY2" fmla="*/ 0 h 623816"/>
              <a:gd name="connsiteX3" fmla="*/ 10515600 w 10515600"/>
              <a:gd name="connsiteY3" fmla="*/ 103971 h 623816"/>
              <a:gd name="connsiteX4" fmla="*/ 10515600 w 10515600"/>
              <a:gd name="connsiteY4" fmla="*/ 519845 h 623816"/>
              <a:gd name="connsiteX5" fmla="*/ 10411629 w 10515600"/>
              <a:gd name="connsiteY5" fmla="*/ 623816 h 623816"/>
              <a:gd name="connsiteX6" fmla="*/ 103971 w 10515600"/>
              <a:gd name="connsiteY6" fmla="*/ 623816 h 623816"/>
              <a:gd name="connsiteX7" fmla="*/ 0 w 10515600"/>
              <a:gd name="connsiteY7" fmla="*/ 519845 h 623816"/>
              <a:gd name="connsiteX8" fmla="*/ 0 w 10515600"/>
              <a:gd name="connsiteY8" fmla="*/ 103971 h 623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15600" h="623816">
                <a:moveTo>
                  <a:pt x="0" y="103971"/>
                </a:moveTo>
                <a:cubicBezTo>
                  <a:pt x="0" y="46549"/>
                  <a:pt x="46549" y="0"/>
                  <a:pt x="103971" y="0"/>
                </a:cubicBezTo>
                <a:lnTo>
                  <a:pt x="10411629" y="0"/>
                </a:lnTo>
                <a:cubicBezTo>
                  <a:pt x="10469051" y="0"/>
                  <a:pt x="10515600" y="46549"/>
                  <a:pt x="10515600" y="103971"/>
                </a:cubicBezTo>
                <a:lnTo>
                  <a:pt x="10515600" y="519845"/>
                </a:lnTo>
                <a:cubicBezTo>
                  <a:pt x="10515600" y="577267"/>
                  <a:pt x="10469051" y="623816"/>
                  <a:pt x="10411629" y="623816"/>
                </a:cubicBezTo>
                <a:lnTo>
                  <a:pt x="103971" y="623816"/>
                </a:lnTo>
                <a:cubicBezTo>
                  <a:pt x="46549" y="623816"/>
                  <a:pt x="0" y="577267"/>
                  <a:pt x="0" y="519845"/>
                </a:cubicBezTo>
                <a:lnTo>
                  <a:pt x="0" y="10397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7132" tIns="137132" rIns="137132" bIns="137132" numCol="1" spcCol="1270" anchor="ctr" anchorCtr="0">
            <a:noAutofit/>
          </a:bodyPr>
          <a:lstStyle/>
          <a:p>
            <a:pPr marL="0" lvl="0" indent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/>
              <a:t>Residence Periods</a:t>
            </a:r>
            <a:endParaRPr lang="en-GB" sz="2800" kern="12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E155F7D-6E8C-CE50-B21A-1CFBD10469C6}"/>
              </a:ext>
            </a:extLst>
          </p:cNvPr>
          <p:cNvSpPr/>
          <p:nvPr/>
        </p:nvSpPr>
        <p:spPr>
          <a:xfrm>
            <a:off x="838200" y="2293532"/>
            <a:ext cx="10515600" cy="1059840"/>
          </a:xfrm>
          <a:custGeom>
            <a:avLst/>
            <a:gdLst>
              <a:gd name="connsiteX0" fmla="*/ 0 w 10515600"/>
              <a:gd name="connsiteY0" fmla="*/ 0 h 1059840"/>
              <a:gd name="connsiteX1" fmla="*/ 10515600 w 10515600"/>
              <a:gd name="connsiteY1" fmla="*/ 0 h 1059840"/>
              <a:gd name="connsiteX2" fmla="*/ 10515600 w 10515600"/>
              <a:gd name="connsiteY2" fmla="*/ 1059840 h 1059840"/>
              <a:gd name="connsiteX3" fmla="*/ 0 w 10515600"/>
              <a:gd name="connsiteY3" fmla="*/ 1059840 h 1059840"/>
              <a:gd name="connsiteX4" fmla="*/ 0 w 10515600"/>
              <a:gd name="connsiteY4" fmla="*/ 0 h 1059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15600" h="1059840">
                <a:moveTo>
                  <a:pt x="0" y="0"/>
                </a:moveTo>
                <a:lnTo>
                  <a:pt x="10515600" y="0"/>
                </a:lnTo>
                <a:lnTo>
                  <a:pt x="10515600" y="1059840"/>
                </a:lnTo>
                <a:lnTo>
                  <a:pt x="0" y="10598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3870" tIns="25400" rIns="142240" bIns="25400" numCol="1" spcCol="1270" anchor="t" anchorCtr="0">
            <a:noAutofit/>
          </a:bodyPr>
          <a:lstStyle/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000" kern="1200" dirty="0">
                <a:solidFill>
                  <a:schemeClr val="accent1"/>
                </a:solidFill>
                <a:latin typeface="Aptos" panose="02110004020202020204"/>
                <a:ea typeface="+mn-ea"/>
                <a:cs typeface="+mn-cs"/>
              </a:rPr>
              <a:t> Records that are older the residence periods , qualify  for Archiving/Housekeeping</a:t>
            </a:r>
            <a:endParaRPr lang="en-GB" sz="2000" kern="1200" dirty="0">
              <a:solidFill>
                <a:schemeClr val="accent1"/>
              </a:solidFill>
              <a:latin typeface="Aptos" panose="02110004020202020204"/>
              <a:ea typeface="+mn-ea"/>
              <a:cs typeface="+mn-cs"/>
            </a:endParaRPr>
          </a:p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000" kern="1200" dirty="0">
                <a:solidFill>
                  <a:schemeClr val="accent1"/>
                </a:solidFill>
                <a:latin typeface="Aptos" panose="02110004020202020204"/>
                <a:ea typeface="+mn-ea"/>
                <a:cs typeface="+mn-cs"/>
              </a:rPr>
              <a:t> Archiving</a:t>
            </a:r>
            <a:r>
              <a:rPr lang="en-US" sz="2000" dirty="0">
                <a:solidFill>
                  <a:schemeClr val="accent1"/>
                </a:solidFill>
                <a:latin typeface="Aptos" panose="02110004020202020204"/>
              </a:rPr>
              <a:t> may not</a:t>
            </a:r>
            <a:r>
              <a:rPr lang="en-US" sz="2000" kern="1200" dirty="0">
                <a:solidFill>
                  <a:schemeClr val="accent1"/>
                </a:solidFill>
                <a:latin typeface="Aptos" panose="02110004020202020204"/>
                <a:ea typeface="+mn-ea"/>
                <a:cs typeface="+mn-cs"/>
              </a:rPr>
              <a:t> delete all qualified records due to dependent Open Transactions as an example. </a:t>
            </a:r>
            <a:endParaRPr lang="en-GB" sz="2000" kern="1200" dirty="0">
              <a:solidFill>
                <a:schemeClr val="accent1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79DB264-CE94-A840-9E37-7EC91600E754}"/>
              </a:ext>
            </a:extLst>
          </p:cNvPr>
          <p:cNvSpPr/>
          <p:nvPr/>
        </p:nvSpPr>
        <p:spPr>
          <a:xfrm>
            <a:off x="838200" y="3353372"/>
            <a:ext cx="10515600" cy="617370"/>
          </a:xfrm>
          <a:custGeom>
            <a:avLst/>
            <a:gdLst>
              <a:gd name="connsiteX0" fmla="*/ 0 w 10515600"/>
              <a:gd name="connsiteY0" fmla="*/ 102897 h 617370"/>
              <a:gd name="connsiteX1" fmla="*/ 102897 w 10515600"/>
              <a:gd name="connsiteY1" fmla="*/ 0 h 617370"/>
              <a:gd name="connsiteX2" fmla="*/ 10412703 w 10515600"/>
              <a:gd name="connsiteY2" fmla="*/ 0 h 617370"/>
              <a:gd name="connsiteX3" fmla="*/ 10515600 w 10515600"/>
              <a:gd name="connsiteY3" fmla="*/ 102897 h 617370"/>
              <a:gd name="connsiteX4" fmla="*/ 10515600 w 10515600"/>
              <a:gd name="connsiteY4" fmla="*/ 514473 h 617370"/>
              <a:gd name="connsiteX5" fmla="*/ 10412703 w 10515600"/>
              <a:gd name="connsiteY5" fmla="*/ 617370 h 617370"/>
              <a:gd name="connsiteX6" fmla="*/ 102897 w 10515600"/>
              <a:gd name="connsiteY6" fmla="*/ 617370 h 617370"/>
              <a:gd name="connsiteX7" fmla="*/ 0 w 10515600"/>
              <a:gd name="connsiteY7" fmla="*/ 514473 h 617370"/>
              <a:gd name="connsiteX8" fmla="*/ 0 w 10515600"/>
              <a:gd name="connsiteY8" fmla="*/ 102897 h 617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15600" h="617370">
                <a:moveTo>
                  <a:pt x="0" y="102897"/>
                </a:moveTo>
                <a:cubicBezTo>
                  <a:pt x="0" y="46069"/>
                  <a:pt x="46069" y="0"/>
                  <a:pt x="102897" y="0"/>
                </a:cubicBezTo>
                <a:lnTo>
                  <a:pt x="10412703" y="0"/>
                </a:lnTo>
                <a:cubicBezTo>
                  <a:pt x="10469531" y="0"/>
                  <a:pt x="10515600" y="46069"/>
                  <a:pt x="10515600" y="102897"/>
                </a:cubicBezTo>
                <a:lnTo>
                  <a:pt x="10515600" y="514473"/>
                </a:lnTo>
                <a:cubicBezTo>
                  <a:pt x="10515600" y="571301"/>
                  <a:pt x="10469531" y="617370"/>
                  <a:pt x="10412703" y="617370"/>
                </a:cubicBezTo>
                <a:lnTo>
                  <a:pt x="102897" y="617370"/>
                </a:lnTo>
                <a:cubicBezTo>
                  <a:pt x="46069" y="617370"/>
                  <a:pt x="0" y="571301"/>
                  <a:pt x="0" y="514473"/>
                </a:cubicBezTo>
                <a:lnTo>
                  <a:pt x="0" y="102897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6818" tIns="136818" rIns="136818" bIns="136818" numCol="1" spcCol="1270" anchor="ctr" anchorCtr="0">
            <a:noAutofit/>
          </a:bodyPr>
          <a:lstStyle/>
          <a:p>
            <a:pPr marL="0" lvl="0" indent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800" kern="1200" dirty="0"/>
              <a:t>Success rate </a:t>
            </a:r>
            <a:endParaRPr lang="en-GB" sz="2800" kern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8C5C56C-99A2-CF1C-7566-F7DDD661C226}"/>
              </a:ext>
            </a:extLst>
          </p:cNvPr>
          <p:cNvSpPr/>
          <p:nvPr/>
        </p:nvSpPr>
        <p:spPr>
          <a:xfrm>
            <a:off x="838200" y="3970742"/>
            <a:ext cx="10515600" cy="1357920"/>
          </a:xfrm>
          <a:custGeom>
            <a:avLst/>
            <a:gdLst>
              <a:gd name="connsiteX0" fmla="*/ 0 w 10515600"/>
              <a:gd name="connsiteY0" fmla="*/ 0 h 1357920"/>
              <a:gd name="connsiteX1" fmla="*/ 10515600 w 10515600"/>
              <a:gd name="connsiteY1" fmla="*/ 0 h 1357920"/>
              <a:gd name="connsiteX2" fmla="*/ 10515600 w 10515600"/>
              <a:gd name="connsiteY2" fmla="*/ 1357920 h 1357920"/>
              <a:gd name="connsiteX3" fmla="*/ 0 w 10515600"/>
              <a:gd name="connsiteY3" fmla="*/ 1357920 h 1357920"/>
              <a:gd name="connsiteX4" fmla="*/ 0 w 10515600"/>
              <a:gd name="connsiteY4" fmla="*/ 0 h 1357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15600" h="1357920">
                <a:moveTo>
                  <a:pt x="0" y="0"/>
                </a:moveTo>
                <a:lnTo>
                  <a:pt x="10515600" y="0"/>
                </a:lnTo>
                <a:lnTo>
                  <a:pt x="10515600" y="1357920"/>
                </a:lnTo>
                <a:lnTo>
                  <a:pt x="0" y="135792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33870" tIns="25400" rIns="142240" bIns="25400" numCol="1" spcCol="1270" anchor="t" anchorCtr="0">
            <a:noAutofit/>
          </a:bodyPr>
          <a:lstStyle/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000" b="1" kern="1200" dirty="0">
                <a:solidFill>
                  <a:schemeClr val="accent1"/>
                </a:solidFill>
                <a:latin typeface="Aptos" panose="02110004020202020204"/>
                <a:ea typeface="+mn-ea"/>
                <a:cs typeface="+mn-cs"/>
              </a:rPr>
              <a:t>Records actually reduced  </a:t>
            </a:r>
            <a:r>
              <a:rPr lang="en-US" sz="2000" kern="1200" dirty="0">
                <a:solidFill>
                  <a:schemeClr val="accent1"/>
                </a:solidFill>
                <a:latin typeface="Aptos" panose="02110004020202020204"/>
                <a:ea typeface="+mn-ea"/>
                <a:cs typeface="+mn-cs"/>
              </a:rPr>
              <a:t>in a Specific Period (Week)</a:t>
            </a:r>
            <a:endParaRPr lang="en-GB" sz="2000" kern="1200" dirty="0">
              <a:solidFill>
                <a:schemeClr val="accent1"/>
              </a:solidFill>
              <a:latin typeface="Aptos" panose="02110004020202020204"/>
              <a:ea typeface="+mn-ea"/>
              <a:cs typeface="+mn-cs"/>
            </a:endParaRPr>
          </a:p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000" kern="1200" dirty="0">
                <a:solidFill>
                  <a:schemeClr val="accent1"/>
                </a:solidFill>
                <a:latin typeface="Aptos" panose="02110004020202020204"/>
                <a:ea typeface="+mn-ea"/>
                <a:cs typeface="+mn-cs"/>
              </a:rPr>
              <a:t>Deletion / Housekeeping Jobs Spool provides the Actual records reduced</a:t>
            </a:r>
          </a:p>
          <a:p>
            <a:pPr marL="228600" lvl="1" indent="-228600" algn="l" defTabSz="10668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000" b="1" kern="1200" dirty="0">
                <a:solidFill>
                  <a:schemeClr val="accent1"/>
                </a:solidFill>
                <a:latin typeface="Aptos" panose="02110004020202020204"/>
                <a:ea typeface="+mn-ea"/>
                <a:cs typeface="+mn-cs"/>
              </a:rPr>
              <a:t>Accrued Data </a:t>
            </a:r>
            <a:r>
              <a:rPr lang="en-US" sz="2000" kern="1200" dirty="0">
                <a:solidFill>
                  <a:schemeClr val="accent1"/>
                </a:solidFill>
                <a:latin typeface="Aptos" panose="02110004020202020204"/>
                <a:ea typeface="+mn-ea"/>
                <a:cs typeface="+mn-cs"/>
              </a:rPr>
              <a:t>= Total Records – Actual Records Reduced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CDB54-4805-7EF7-C9A6-AC6248D0E7B1}"/>
              </a:ext>
            </a:extLst>
          </p:cNvPr>
          <p:cNvSpPr txBox="1"/>
          <p:nvPr/>
        </p:nvSpPr>
        <p:spPr>
          <a:xfrm>
            <a:off x="624840" y="5484367"/>
            <a:ext cx="109423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u="sng" dirty="0">
                <a:solidFill>
                  <a:schemeClr val="accent1"/>
                </a:solidFill>
              </a:rPr>
              <a:t>Data Outflow</a:t>
            </a:r>
            <a:r>
              <a:rPr lang="en-GB" sz="1800" b="1" dirty="0">
                <a:solidFill>
                  <a:schemeClr val="accent1"/>
                </a:solidFill>
              </a:rPr>
              <a:t>  Memory Estimation /Quarter </a:t>
            </a:r>
          </a:p>
          <a:p>
            <a:pPr algn="ctr"/>
            <a:r>
              <a:rPr lang="en-GB" sz="1800" b="1" dirty="0">
                <a:solidFill>
                  <a:schemeClr val="accent1"/>
                </a:solidFill>
              </a:rPr>
              <a:t>= </a:t>
            </a:r>
          </a:p>
          <a:p>
            <a:pPr algn="ctr"/>
            <a:r>
              <a:rPr lang="en-GB" sz="1800" b="1" dirty="0">
                <a:solidFill>
                  <a:schemeClr val="accent1"/>
                </a:solidFill>
              </a:rPr>
              <a:t>(Memory Size per Record ) * (</a:t>
            </a:r>
            <a:r>
              <a:rPr lang="en-US" b="1">
                <a:solidFill>
                  <a:schemeClr val="accent1"/>
                </a:solidFill>
              </a:rPr>
              <a:t>Actual </a:t>
            </a:r>
            <a:r>
              <a:rPr lang="en-US" b="1" dirty="0">
                <a:solidFill>
                  <a:schemeClr val="accent1"/>
                </a:solidFill>
              </a:rPr>
              <a:t>Records Reduced</a:t>
            </a:r>
            <a:r>
              <a:rPr lang="en-US" b="1">
                <a:solidFill>
                  <a:schemeClr val="accent1"/>
                </a:solidFill>
              </a:rPr>
              <a:t>/Week)</a:t>
            </a:r>
            <a:r>
              <a:rPr lang="en-GB" b="1">
                <a:solidFill>
                  <a:schemeClr val="accent1"/>
                </a:solidFill>
              </a:rPr>
              <a:t> </a:t>
            </a:r>
            <a:r>
              <a:rPr lang="en-GB" sz="1800" b="1" dirty="0">
                <a:solidFill>
                  <a:schemeClr val="accent1"/>
                </a:solidFill>
              </a:rPr>
              <a:t>* 12 Weeks</a:t>
            </a:r>
          </a:p>
        </p:txBody>
      </p:sp>
    </p:spTree>
    <p:extLst>
      <p:ext uri="{BB962C8B-B14F-4D97-AF65-F5344CB8AC3E}">
        <p14:creationId xmlns:p14="http://schemas.microsoft.com/office/powerpoint/2010/main" val="24987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8FEE8-F98D-7CF6-918D-1D47A4C7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Data Tiering – EDID4 Example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12ED586-C82B-62A0-8CA0-018E0C92DA2A}"/>
              </a:ext>
            </a:extLst>
          </p:cNvPr>
          <p:cNvSpPr/>
          <p:nvPr/>
        </p:nvSpPr>
        <p:spPr>
          <a:xfrm>
            <a:off x="5044440" y="1847052"/>
            <a:ext cx="6309360" cy="861650"/>
          </a:xfrm>
          <a:custGeom>
            <a:avLst/>
            <a:gdLst>
              <a:gd name="connsiteX0" fmla="*/ 0 w 6309360"/>
              <a:gd name="connsiteY0" fmla="*/ 107706 h 861650"/>
              <a:gd name="connsiteX1" fmla="*/ 5878535 w 6309360"/>
              <a:gd name="connsiteY1" fmla="*/ 107706 h 861650"/>
              <a:gd name="connsiteX2" fmla="*/ 5878535 w 6309360"/>
              <a:gd name="connsiteY2" fmla="*/ 0 h 861650"/>
              <a:gd name="connsiteX3" fmla="*/ 6309360 w 6309360"/>
              <a:gd name="connsiteY3" fmla="*/ 430825 h 861650"/>
              <a:gd name="connsiteX4" fmla="*/ 5878535 w 6309360"/>
              <a:gd name="connsiteY4" fmla="*/ 861650 h 861650"/>
              <a:gd name="connsiteX5" fmla="*/ 5878535 w 6309360"/>
              <a:gd name="connsiteY5" fmla="*/ 753944 h 861650"/>
              <a:gd name="connsiteX6" fmla="*/ 0 w 6309360"/>
              <a:gd name="connsiteY6" fmla="*/ 753944 h 861650"/>
              <a:gd name="connsiteX7" fmla="*/ 0 w 6309360"/>
              <a:gd name="connsiteY7" fmla="*/ 107706 h 86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09360" h="861650">
                <a:moveTo>
                  <a:pt x="0" y="107706"/>
                </a:moveTo>
                <a:lnTo>
                  <a:pt x="5878535" y="107706"/>
                </a:lnTo>
                <a:lnTo>
                  <a:pt x="5878535" y="0"/>
                </a:lnTo>
                <a:lnTo>
                  <a:pt x="6309360" y="430825"/>
                </a:lnTo>
                <a:lnTo>
                  <a:pt x="5878535" y="861650"/>
                </a:lnTo>
                <a:lnTo>
                  <a:pt x="5878535" y="753944"/>
                </a:lnTo>
                <a:lnTo>
                  <a:pt x="0" y="753944"/>
                </a:lnTo>
                <a:lnTo>
                  <a:pt x="0" y="107706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890" tIns="116596" rIns="332009" bIns="116596" numCol="1" spcCol="1270" anchor="t" anchorCtr="0">
            <a:noAutofit/>
          </a:bodyPr>
          <a:lstStyle/>
          <a:p>
            <a:pPr marL="114300" lvl="1" indent="-114300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b="1" kern="1200" dirty="0">
                <a:solidFill>
                  <a:schemeClr val="accent1"/>
                </a:solidFill>
              </a:rPr>
              <a:t>Paged out data  :  </a:t>
            </a:r>
            <a:r>
              <a:rPr lang="en-US" sz="1400" b="1" dirty="0">
                <a:solidFill>
                  <a:schemeClr val="accent1"/>
                </a:solidFill>
              </a:rPr>
              <a:t>~97 % of Data Footprint is saved </a:t>
            </a:r>
          </a:p>
          <a:p>
            <a:pPr marL="114300" lvl="1" indent="-114300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Tx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NSE applied for the Whole table</a:t>
            </a:r>
          </a:p>
          <a:p>
            <a:pPr marL="114300" lvl="1" indent="-114300" defTabSz="6223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~3 % of Data Footprint in Memory ( after NSE)</a:t>
            </a:r>
            <a:endParaRPr lang="en-GB" sz="1400" b="1" kern="1200" dirty="0">
              <a:solidFill>
                <a:schemeClr val="accent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B13E163-8E87-53EC-A605-0A78F2609953}"/>
              </a:ext>
            </a:extLst>
          </p:cNvPr>
          <p:cNvSpPr/>
          <p:nvPr/>
        </p:nvSpPr>
        <p:spPr>
          <a:xfrm>
            <a:off x="838200" y="1847052"/>
            <a:ext cx="4206240" cy="861650"/>
          </a:xfrm>
          <a:custGeom>
            <a:avLst/>
            <a:gdLst>
              <a:gd name="connsiteX0" fmla="*/ 0 w 4206240"/>
              <a:gd name="connsiteY0" fmla="*/ 143611 h 861650"/>
              <a:gd name="connsiteX1" fmla="*/ 143611 w 4206240"/>
              <a:gd name="connsiteY1" fmla="*/ 0 h 861650"/>
              <a:gd name="connsiteX2" fmla="*/ 4062629 w 4206240"/>
              <a:gd name="connsiteY2" fmla="*/ 0 h 861650"/>
              <a:gd name="connsiteX3" fmla="*/ 4206240 w 4206240"/>
              <a:gd name="connsiteY3" fmla="*/ 143611 h 861650"/>
              <a:gd name="connsiteX4" fmla="*/ 4206240 w 4206240"/>
              <a:gd name="connsiteY4" fmla="*/ 718039 h 861650"/>
              <a:gd name="connsiteX5" fmla="*/ 4062629 w 4206240"/>
              <a:gd name="connsiteY5" fmla="*/ 861650 h 861650"/>
              <a:gd name="connsiteX6" fmla="*/ 143611 w 4206240"/>
              <a:gd name="connsiteY6" fmla="*/ 861650 h 861650"/>
              <a:gd name="connsiteX7" fmla="*/ 0 w 4206240"/>
              <a:gd name="connsiteY7" fmla="*/ 718039 h 861650"/>
              <a:gd name="connsiteX8" fmla="*/ 0 w 4206240"/>
              <a:gd name="connsiteY8" fmla="*/ 143611 h 86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06240" h="861650">
                <a:moveTo>
                  <a:pt x="0" y="143611"/>
                </a:moveTo>
                <a:cubicBezTo>
                  <a:pt x="0" y="64297"/>
                  <a:pt x="64297" y="0"/>
                  <a:pt x="143611" y="0"/>
                </a:cubicBezTo>
                <a:lnTo>
                  <a:pt x="4062629" y="0"/>
                </a:lnTo>
                <a:cubicBezTo>
                  <a:pt x="4141943" y="0"/>
                  <a:pt x="4206240" y="64297"/>
                  <a:pt x="4206240" y="143611"/>
                </a:cubicBezTo>
                <a:lnTo>
                  <a:pt x="4206240" y="718039"/>
                </a:lnTo>
                <a:cubicBezTo>
                  <a:pt x="4206240" y="797353"/>
                  <a:pt x="4141943" y="861650"/>
                  <a:pt x="4062629" y="861650"/>
                </a:cubicBezTo>
                <a:lnTo>
                  <a:pt x="143611" y="861650"/>
                </a:lnTo>
                <a:cubicBezTo>
                  <a:pt x="64297" y="861650"/>
                  <a:pt x="0" y="797353"/>
                  <a:pt x="0" y="718039"/>
                </a:cubicBezTo>
                <a:lnTo>
                  <a:pt x="0" y="143611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3502" tIns="87782" rIns="133502" bIns="87782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/>
              <a:t>NSE Saving Factor -  EDID4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E6811D-94C5-609C-DBF4-B27BA2448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4" y="3250486"/>
            <a:ext cx="11291512" cy="258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62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405B0-5567-A6EB-0945-3239D1BF2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Estimated Data Footprint 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474BB85-C1E7-9DEA-E139-9AB7B3667777}"/>
              </a:ext>
            </a:extLst>
          </p:cNvPr>
          <p:cNvSpPr/>
          <p:nvPr/>
        </p:nvSpPr>
        <p:spPr>
          <a:xfrm>
            <a:off x="1247577" y="2867337"/>
            <a:ext cx="1559490" cy="1559490"/>
          </a:xfrm>
          <a:custGeom>
            <a:avLst/>
            <a:gdLst>
              <a:gd name="connsiteX0" fmla="*/ 0 w 1559490"/>
              <a:gd name="connsiteY0" fmla="*/ 779745 h 1559490"/>
              <a:gd name="connsiteX1" fmla="*/ 779745 w 1559490"/>
              <a:gd name="connsiteY1" fmla="*/ 0 h 1559490"/>
              <a:gd name="connsiteX2" fmla="*/ 1559490 w 1559490"/>
              <a:gd name="connsiteY2" fmla="*/ 779745 h 1559490"/>
              <a:gd name="connsiteX3" fmla="*/ 779745 w 1559490"/>
              <a:gd name="connsiteY3" fmla="*/ 1559490 h 1559490"/>
              <a:gd name="connsiteX4" fmla="*/ 0 w 1559490"/>
              <a:gd name="connsiteY4" fmla="*/ 779745 h 155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9490" h="1559490">
                <a:moveTo>
                  <a:pt x="0" y="779745"/>
                </a:moveTo>
                <a:cubicBezTo>
                  <a:pt x="0" y="349104"/>
                  <a:pt x="349104" y="0"/>
                  <a:pt x="779745" y="0"/>
                </a:cubicBezTo>
                <a:cubicBezTo>
                  <a:pt x="1210386" y="0"/>
                  <a:pt x="1559490" y="349104"/>
                  <a:pt x="1559490" y="779745"/>
                </a:cubicBezTo>
                <a:cubicBezTo>
                  <a:pt x="1559490" y="1210386"/>
                  <a:pt x="1210386" y="1559490"/>
                  <a:pt x="779745" y="1559490"/>
                </a:cubicBezTo>
                <a:cubicBezTo>
                  <a:pt x="349104" y="1559490"/>
                  <a:pt x="0" y="1210386"/>
                  <a:pt x="0" y="779745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1242" tIns="251242" rIns="251242" bIns="251242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800" b="1" kern="1200" dirty="0"/>
              <a:t>Data Inflow</a:t>
            </a:r>
          </a:p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800" b="1" kern="1200" dirty="0"/>
              <a:t> /Quarter </a:t>
            </a:r>
            <a:endParaRPr lang="en-GB" sz="1800" b="1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BDAA90-E41B-0AD7-9052-320B644F5399}"/>
              </a:ext>
            </a:extLst>
          </p:cNvPr>
          <p:cNvSpPr/>
          <p:nvPr/>
        </p:nvSpPr>
        <p:spPr>
          <a:xfrm>
            <a:off x="2933698" y="3543842"/>
            <a:ext cx="588045" cy="20648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400" kern="12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1A2774-F63F-CB88-02AD-289C9FF8382C}"/>
              </a:ext>
            </a:extLst>
          </p:cNvPr>
          <p:cNvSpPr/>
          <p:nvPr/>
        </p:nvSpPr>
        <p:spPr>
          <a:xfrm>
            <a:off x="3648374" y="2867337"/>
            <a:ext cx="1559490" cy="1559490"/>
          </a:xfrm>
          <a:custGeom>
            <a:avLst/>
            <a:gdLst>
              <a:gd name="connsiteX0" fmla="*/ 0 w 1559490"/>
              <a:gd name="connsiteY0" fmla="*/ 779745 h 1559490"/>
              <a:gd name="connsiteX1" fmla="*/ 779745 w 1559490"/>
              <a:gd name="connsiteY1" fmla="*/ 0 h 1559490"/>
              <a:gd name="connsiteX2" fmla="*/ 1559490 w 1559490"/>
              <a:gd name="connsiteY2" fmla="*/ 779745 h 1559490"/>
              <a:gd name="connsiteX3" fmla="*/ 779745 w 1559490"/>
              <a:gd name="connsiteY3" fmla="*/ 1559490 h 1559490"/>
              <a:gd name="connsiteX4" fmla="*/ 0 w 1559490"/>
              <a:gd name="connsiteY4" fmla="*/ 779745 h 155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9490" h="1559490">
                <a:moveTo>
                  <a:pt x="0" y="779745"/>
                </a:moveTo>
                <a:cubicBezTo>
                  <a:pt x="0" y="349104"/>
                  <a:pt x="349104" y="0"/>
                  <a:pt x="779745" y="0"/>
                </a:cubicBezTo>
                <a:cubicBezTo>
                  <a:pt x="1210386" y="0"/>
                  <a:pt x="1559490" y="349104"/>
                  <a:pt x="1559490" y="779745"/>
                </a:cubicBezTo>
                <a:cubicBezTo>
                  <a:pt x="1559490" y="1210386"/>
                  <a:pt x="1210386" y="1559490"/>
                  <a:pt x="779745" y="1559490"/>
                </a:cubicBezTo>
                <a:cubicBezTo>
                  <a:pt x="349104" y="1559490"/>
                  <a:pt x="0" y="1210386"/>
                  <a:pt x="0" y="779745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1242" tIns="251242" rIns="251242" bIns="251242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800" b="1" kern="1200" dirty="0"/>
              <a:t>Data Outflow</a:t>
            </a:r>
          </a:p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800" b="1" kern="1200" dirty="0"/>
              <a:t>/Quarter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198E2B0-6AD8-3FA1-14E5-BBE185185678}"/>
              </a:ext>
            </a:extLst>
          </p:cNvPr>
          <p:cNvSpPr/>
          <p:nvPr/>
        </p:nvSpPr>
        <p:spPr>
          <a:xfrm>
            <a:off x="5334495" y="3194830"/>
            <a:ext cx="904504" cy="904504"/>
          </a:xfrm>
          <a:custGeom>
            <a:avLst/>
            <a:gdLst>
              <a:gd name="connsiteX0" fmla="*/ 119892 w 904504"/>
              <a:gd name="connsiteY0" fmla="*/ 345882 h 904504"/>
              <a:gd name="connsiteX1" fmla="*/ 345882 w 904504"/>
              <a:gd name="connsiteY1" fmla="*/ 345882 h 904504"/>
              <a:gd name="connsiteX2" fmla="*/ 345882 w 904504"/>
              <a:gd name="connsiteY2" fmla="*/ 119892 h 904504"/>
              <a:gd name="connsiteX3" fmla="*/ 558622 w 904504"/>
              <a:gd name="connsiteY3" fmla="*/ 119892 h 904504"/>
              <a:gd name="connsiteX4" fmla="*/ 558622 w 904504"/>
              <a:gd name="connsiteY4" fmla="*/ 345882 h 904504"/>
              <a:gd name="connsiteX5" fmla="*/ 784612 w 904504"/>
              <a:gd name="connsiteY5" fmla="*/ 345882 h 904504"/>
              <a:gd name="connsiteX6" fmla="*/ 784612 w 904504"/>
              <a:gd name="connsiteY6" fmla="*/ 558622 h 904504"/>
              <a:gd name="connsiteX7" fmla="*/ 558622 w 904504"/>
              <a:gd name="connsiteY7" fmla="*/ 558622 h 904504"/>
              <a:gd name="connsiteX8" fmla="*/ 558622 w 904504"/>
              <a:gd name="connsiteY8" fmla="*/ 784612 h 904504"/>
              <a:gd name="connsiteX9" fmla="*/ 345882 w 904504"/>
              <a:gd name="connsiteY9" fmla="*/ 784612 h 904504"/>
              <a:gd name="connsiteX10" fmla="*/ 345882 w 904504"/>
              <a:gd name="connsiteY10" fmla="*/ 558622 h 904504"/>
              <a:gd name="connsiteX11" fmla="*/ 119892 w 904504"/>
              <a:gd name="connsiteY11" fmla="*/ 558622 h 904504"/>
              <a:gd name="connsiteX12" fmla="*/ 119892 w 904504"/>
              <a:gd name="connsiteY12" fmla="*/ 345882 h 90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04504" h="904504">
                <a:moveTo>
                  <a:pt x="119892" y="345882"/>
                </a:moveTo>
                <a:lnTo>
                  <a:pt x="345882" y="345882"/>
                </a:lnTo>
                <a:lnTo>
                  <a:pt x="345882" y="119892"/>
                </a:lnTo>
                <a:lnTo>
                  <a:pt x="558622" y="119892"/>
                </a:lnTo>
                <a:lnTo>
                  <a:pt x="558622" y="345882"/>
                </a:lnTo>
                <a:lnTo>
                  <a:pt x="784612" y="345882"/>
                </a:lnTo>
                <a:lnTo>
                  <a:pt x="784612" y="558622"/>
                </a:lnTo>
                <a:lnTo>
                  <a:pt x="558622" y="558622"/>
                </a:lnTo>
                <a:lnTo>
                  <a:pt x="558622" y="784612"/>
                </a:lnTo>
                <a:lnTo>
                  <a:pt x="345882" y="784612"/>
                </a:lnTo>
                <a:lnTo>
                  <a:pt x="345882" y="558622"/>
                </a:lnTo>
                <a:lnTo>
                  <a:pt x="119892" y="558622"/>
                </a:lnTo>
                <a:lnTo>
                  <a:pt x="119892" y="345882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9892" tIns="345882" rIns="119892" bIns="345882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400" kern="120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030277-0EE8-F9B1-C8BF-BF6B7C5AC86A}"/>
              </a:ext>
            </a:extLst>
          </p:cNvPr>
          <p:cNvSpPr/>
          <p:nvPr/>
        </p:nvSpPr>
        <p:spPr>
          <a:xfrm>
            <a:off x="6365630" y="2867337"/>
            <a:ext cx="1559490" cy="1559490"/>
          </a:xfrm>
          <a:custGeom>
            <a:avLst/>
            <a:gdLst>
              <a:gd name="connsiteX0" fmla="*/ 0 w 1559490"/>
              <a:gd name="connsiteY0" fmla="*/ 779745 h 1559490"/>
              <a:gd name="connsiteX1" fmla="*/ 779745 w 1559490"/>
              <a:gd name="connsiteY1" fmla="*/ 0 h 1559490"/>
              <a:gd name="connsiteX2" fmla="*/ 1559490 w 1559490"/>
              <a:gd name="connsiteY2" fmla="*/ 779745 h 1559490"/>
              <a:gd name="connsiteX3" fmla="*/ 779745 w 1559490"/>
              <a:gd name="connsiteY3" fmla="*/ 1559490 h 1559490"/>
              <a:gd name="connsiteX4" fmla="*/ 0 w 1559490"/>
              <a:gd name="connsiteY4" fmla="*/ 779745 h 155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9490" h="1559490">
                <a:moveTo>
                  <a:pt x="0" y="779745"/>
                </a:moveTo>
                <a:cubicBezTo>
                  <a:pt x="0" y="349104"/>
                  <a:pt x="349104" y="0"/>
                  <a:pt x="779745" y="0"/>
                </a:cubicBezTo>
                <a:cubicBezTo>
                  <a:pt x="1210386" y="0"/>
                  <a:pt x="1559490" y="349104"/>
                  <a:pt x="1559490" y="779745"/>
                </a:cubicBezTo>
                <a:cubicBezTo>
                  <a:pt x="1559490" y="1210386"/>
                  <a:pt x="1210386" y="1559490"/>
                  <a:pt x="779745" y="1559490"/>
                </a:cubicBezTo>
                <a:cubicBezTo>
                  <a:pt x="349104" y="1559490"/>
                  <a:pt x="0" y="1210386"/>
                  <a:pt x="0" y="779745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1242" tIns="251242" rIns="251242" bIns="251242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kern="1200" dirty="0"/>
              <a:t>Accrued Data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3125390-C275-DFF8-26C4-29B89AA98B65}"/>
              </a:ext>
            </a:extLst>
          </p:cNvPr>
          <p:cNvSpPr/>
          <p:nvPr/>
        </p:nvSpPr>
        <p:spPr>
          <a:xfrm>
            <a:off x="8051751" y="3194830"/>
            <a:ext cx="904504" cy="904504"/>
          </a:xfrm>
          <a:custGeom>
            <a:avLst/>
            <a:gdLst>
              <a:gd name="connsiteX0" fmla="*/ 119892 w 904504"/>
              <a:gd name="connsiteY0" fmla="*/ 186328 h 904504"/>
              <a:gd name="connsiteX1" fmla="*/ 784612 w 904504"/>
              <a:gd name="connsiteY1" fmla="*/ 186328 h 904504"/>
              <a:gd name="connsiteX2" fmla="*/ 784612 w 904504"/>
              <a:gd name="connsiteY2" fmla="*/ 399067 h 904504"/>
              <a:gd name="connsiteX3" fmla="*/ 119892 w 904504"/>
              <a:gd name="connsiteY3" fmla="*/ 399067 h 904504"/>
              <a:gd name="connsiteX4" fmla="*/ 119892 w 904504"/>
              <a:gd name="connsiteY4" fmla="*/ 186328 h 904504"/>
              <a:gd name="connsiteX5" fmla="*/ 119892 w 904504"/>
              <a:gd name="connsiteY5" fmla="*/ 505437 h 904504"/>
              <a:gd name="connsiteX6" fmla="*/ 784612 w 904504"/>
              <a:gd name="connsiteY6" fmla="*/ 505437 h 904504"/>
              <a:gd name="connsiteX7" fmla="*/ 784612 w 904504"/>
              <a:gd name="connsiteY7" fmla="*/ 718176 h 904504"/>
              <a:gd name="connsiteX8" fmla="*/ 119892 w 904504"/>
              <a:gd name="connsiteY8" fmla="*/ 718176 h 904504"/>
              <a:gd name="connsiteX9" fmla="*/ 119892 w 904504"/>
              <a:gd name="connsiteY9" fmla="*/ 505437 h 90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504" h="904504">
                <a:moveTo>
                  <a:pt x="119892" y="186328"/>
                </a:moveTo>
                <a:lnTo>
                  <a:pt x="784612" y="186328"/>
                </a:lnTo>
                <a:lnTo>
                  <a:pt x="784612" y="399067"/>
                </a:lnTo>
                <a:lnTo>
                  <a:pt x="119892" y="399067"/>
                </a:lnTo>
                <a:lnTo>
                  <a:pt x="119892" y="186328"/>
                </a:lnTo>
                <a:close/>
                <a:moveTo>
                  <a:pt x="119892" y="505437"/>
                </a:moveTo>
                <a:lnTo>
                  <a:pt x="784612" y="505437"/>
                </a:lnTo>
                <a:lnTo>
                  <a:pt x="784612" y="718176"/>
                </a:lnTo>
                <a:lnTo>
                  <a:pt x="119892" y="718176"/>
                </a:lnTo>
                <a:lnTo>
                  <a:pt x="119892" y="505437"/>
                </a:lnTo>
                <a:close/>
              </a:path>
            </a:pathLst>
          </a:cu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9892" tIns="186328" rIns="119892" bIns="186328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GB" sz="1400" kern="12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16FDAF2-ADD5-C456-318B-E39CE5EB1A62}"/>
              </a:ext>
            </a:extLst>
          </p:cNvPr>
          <p:cNvSpPr/>
          <p:nvPr/>
        </p:nvSpPr>
        <p:spPr>
          <a:xfrm>
            <a:off x="9082886" y="2867337"/>
            <a:ext cx="1559490" cy="1559490"/>
          </a:xfrm>
          <a:custGeom>
            <a:avLst/>
            <a:gdLst>
              <a:gd name="connsiteX0" fmla="*/ 0 w 1559490"/>
              <a:gd name="connsiteY0" fmla="*/ 779745 h 1559490"/>
              <a:gd name="connsiteX1" fmla="*/ 779745 w 1559490"/>
              <a:gd name="connsiteY1" fmla="*/ 0 h 1559490"/>
              <a:gd name="connsiteX2" fmla="*/ 1559490 w 1559490"/>
              <a:gd name="connsiteY2" fmla="*/ 779745 h 1559490"/>
              <a:gd name="connsiteX3" fmla="*/ 779745 w 1559490"/>
              <a:gd name="connsiteY3" fmla="*/ 1559490 h 1559490"/>
              <a:gd name="connsiteX4" fmla="*/ 0 w 1559490"/>
              <a:gd name="connsiteY4" fmla="*/ 779745 h 155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9490" h="1559490">
                <a:moveTo>
                  <a:pt x="0" y="779745"/>
                </a:moveTo>
                <a:cubicBezTo>
                  <a:pt x="0" y="349104"/>
                  <a:pt x="349104" y="0"/>
                  <a:pt x="779745" y="0"/>
                </a:cubicBezTo>
                <a:cubicBezTo>
                  <a:pt x="1210386" y="0"/>
                  <a:pt x="1559490" y="349104"/>
                  <a:pt x="1559490" y="779745"/>
                </a:cubicBezTo>
                <a:cubicBezTo>
                  <a:pt x="1559490" y="1210386"/>
                  <a:pt x="1210386" y="1559490"/>
                  <a:pt x="779745" y="1559490"/>
                </a:cubicBezTo>
                <a:cubicBezTo>
                  <a:pt x="349104" y="1559490"/>
                  <a:pt x="0" y="1210386"/>
                  <a:pt x="0" y="779745"/>
                </a:cubicBez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49972" tIns="249972" rIns="249972" bIns="249972" numCol="1" spcCol="1270" anchor="ctr" anchorCtr="0">
            <a:noAutofit/>
          </a:bodyPr>
          <a:lstStyle/>
          <a:p>
            <a:pPr marL="0" lvl="0" indent="0" algn="ctr" defTabSz="755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GB" sz="1700" b="1" kern="1200" dirty="0"/>
              <a:t>Estimated Data Footprint  </a:t>
            </a:r>
            <a:endParaRPr lang="en-GB" sz="1700" kern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A786BA-153F-9C66-9036-7CFFA8F66796}"/>
              </a:ext>
            </a:extLst>
          </p:cNvPr>
          <p:cNvSpPr txBox="1"/>
          <p:nvPr/>
        </p:nvSpPr>
        <p:spPr>
          <a:xfrm>
            <a:off x="1729290" y="4818534"/>
            <a:ext cx="7918404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solidFill>
                  <a:schemeClr val="accent1"/>
                </a:solidFill>
              </a:rPr>
              <a:t>Data Footprint Estimation with NSE </a:t>
            </a:r>
          </a:p>
          <a:p>
            <a:pPr algn="ctr"/>
            <a:r>
              <a:rPr lang="en-GB" sz="2000" b="1" dirty="0">
                <a:solidFill>
                  <a:schemeClr val="accent1"/>
                </a:solidFill>
              </a:rPr>
              <a:t>=  </a:t>
            </a:r>
          </a:p>
          <a:p>
            <a:pPr algn="ctr"/>
            <a:r>
              <a:rPr lang="en-GB" sz="2000" b="1" dirty="0">
                <a:solidFill>
                  <a:schemeClr val="accent1"/>
                </a:solidFill>
              </a:rPr>
              <a:t>Estimated Data Footprint * (% of Data Footprint after NSE/100)</a:t>
            </a:r>
          </a:p>
          <a:p>
            <a:pPr algn="ctr"/>
            <a:endParaRPr lang="en-GB" sz="2000" b="1" dirty="0">
              <a:solidFill>
                <a:schemeClr val="accent1"/>
              </a:solidFill>
            </a:endParaRPr>
          </a:p>
          <a:p>
            <a:endParaRPr lang="en-GB" b="1" dirty="0">
              <a:solidFill>
                <a:schemeClr val="accent1"/>
              </a:solidFill>
            </a:endParaRPr>
          </a:p>
          <a:p>
            <a:r>
              <a:rPr lang="en-GB" b="1" dirty="0">
                <a:solidFill>
                  <a:schemeClr val="accent1"/>
                </a:solidFill>
              </a:rPr>
              <a:t>						</a:t>
            </a:r>
          </a:p>
          <a:p>
            <a:endParaRPr lang="en-GB" b="1" dirty="0">
              <a:solidFill>
                <a:schemeClr val="accent1"/>
              </a:solidFill>
            </a:endParaRPr>
          </a:p>
          <a:p>
            <a:endParaRPr lang="en-GB" b="1" dirty="0">
              <a:solidFill>
                <a:schemeClr val="accent1"/>
              </a:solidFill>
            </a:endParaRPr>
          </a:p>
          <a:p>
            <a:r>
              <a:rPr lang="en-GB" b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9290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EAF2C-2050-5807-B9C2-A6A730A9E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Working Memory - Trend Analysis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47B2D-4C72-9A2F-E4BD-720DD8BCFDD7}"/>
              </a:ext>
            </a:extLst>
          </p:cNvPr>
          <p:cNvSpPr txBox="1"/>
          <p:nvPr/>
        </p:nvSpPr>
        <p:spPr>
          <a:xfrm>
            <a:off x="2664180" y="1553828"/>
            <a:ext cx="7145282" cy="592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accent1"/>
                </a:solidFill>
              </a:rPr>
              <a:t>SQL Statement Script – HANA_Memory_TopConsumers_2.00.060+ - SAP Note 1969700</a:t>
            </a:r>
            <a:endParaRPr lang="en-US" sz="1800" b="1" kern="1200" dirty="0">
              <a:solidFill>
                <a:schemeClr val="accent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1B03C0-0266-05E0-819C-17828D9BF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898" y="2146363"/>
            <a:ext cx="8712181" cy="373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65501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EAF2C-2050-5807-B9C2-A6A730A9E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Working Memory - Trend Analysis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E7346B-ED9D-CAD5-AAFB-08A8C6DF8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66" y="1455342"/>
            <a:ext cx="10395333" cy="478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641349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0A35-6BCD-C75A-7738-F5AF58A1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Optimization - Workload Management</a:t>
            </a:r>
            <a:endParaRPr lang="en-GB" dirty="0">
              <a:solidFill>
                <a:schemeClr val="accent1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DA37D4E-738C-3E3D-293C-399AF73A76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8800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49CE458B-A53B-2E26-8AFD-7365E4C707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97" y="4665877"/>
            <a:ext cx="4747054" cy="12827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E0B5B6B-D86C-671B-02A6-456C304DAE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242" y="2948288"/>
            <a:ext cx="4747054" cy="289645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424501C-0AD8-F38C-9F05-54D336DB2B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560" y="2055350"/>
            <a:ext cx="4384417" cy="7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180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817D15D-8302-9467-2730-A0DCEEF86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" y="1642830"/>
            <a:ext cx="9105145" cy="45881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925D73-5D51-B60E-139E-DC27617E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Workspace Ratio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57B72F-6E34-445F-38A4-E38F3142BC3B}"/>
              </a:ext>
            </a:extLst>
          </p:cNvPr>
          <p:cNvSpPr txBox="1"/>
          <p:nvPr/>
        </p:nvSpPr>
        <p:spPr>
          <a:xfrm>
            <a:off x="9753600" y="1642830"/>
            <a:ext cx="217424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sz="1400" b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Workspace ratio </a:t>
            </a:r>
            <a:r>
              <a:rPr lang="en-US" sz="1400" dirty="0">
                <a:solidFill>
                  <a:schemeClr val="accent1"/>
                </a:solidFill>
              </a:rPr>
              <a:t>is Working Memory / Data Footprint in Memory</a:t>
            </a:r>
          </a:p>
          <a:p>
            <a:endParaRPr lang="en-US" sz="14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SAP recommends </a:t>
            </a:r>
            <a:r>
              <a:rPr lang="en-US" sz="1400" dirty="0">
                <a:solidFill>
                  <a:schemeClr val="accent1"/>
                </a:solidFill>
              </a:rPr>
              <a:t>to have </a:t>
            </a:r>
            <a:r>
              <a:rPr lang="en-US" sz="1400" b="1" dirty="0">
                <a:solidFill>
                  <a:schemeClr val="accent1"/>
                </a:solidFill>
              </a:rPr>
              <a:t>1:1 Ratio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95 Percentile </a:t>
            </a:r>
            <a:r>
              <a:rPr lang="en-US" sz="1400" dirty="0">
                <a:solidFill>
                  <a:schemeClr val="accent1"/>
                </a:solidFill>
              </a:rPr>
              <a:t>– 95 out of 100 occurrences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9D11A4-4DA5-E450-23B3-92A3901386B5}"/>
              </a:ext>
            </a:extLst>
          </p:cNvPr>
          <p:cNvSpPr txBox="1"/>
          <p:nvPr/>
        </p:nvSpPr>
        <p:spPr>
          <a:xfrm>
            <a:off x="1130448" y="4243982"/>
            <a:ext cx="69118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chemeClr val="accent1"/>
                </a:solidFill>
              </a:rPr>
              <a:t>Working Memory</a:t>
            </a:r>
          </a:p>
          <a:p>
            <a:r>
              <a:rPr lang="en-GB" sz="1800" dirty="0">
                <a:solidFill>
                  <a:schemeClr val="accent1"/>
                </a:solidFill>
              </a:rPr>
              <a:t> = Estimated Data footprint with NSE* (</a:t>
            </a:r>
            <a:r>
              <a:rPr lang="en-GB" sz="1800" dirty="0" err="1">
                <a:solidFill>
                  <a:schemeClr val="accent1"/>
                </a:solidFill>
              </a:rPr>
              <a:t>Avg</a:t>
            </a:r>
            <a:r>
              <a:rPr lang="en-GB" sz="1800" dirty="0">
                <a:solidFill>
                  <a:schemeClr val="accent1"/>
                </a:solidFill>
              </a:rPr>
              <a:t>  of 12 weeks </a:t>
            </a:r>
            <a:r>
              <a:rPr lang="en-GB" b="1" dirty="0">
                <a:solidFill>
                  <a:schemeClr val="accent1"/>
                </a:solidFill>
              </a:rPr>
              <a:t>Workspace Rat</a:t>
            </a:r>
            <a:r>
              <a:rPr lang="en-GB" sz="1800" b="1" dirty="0">
                <a:solidFill>
                  <a:schemeClr val="accent1"/>
                </a:solidFill>
              </a:rPr>
              <a:t>io</a:t>
            </a:r>
            <a:r>
              <a:rPr lang="en-GB" sz="1800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141029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88960-8560-698C-A62F-1B1C72C4C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Memory Estimations 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1F7E41-AA66-A531-96D8-D0A285444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36" y="1418182"/>
            <a:ext cx="10515600" cy="507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01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B81A7-AC75-236B-E18E-8FA0658AC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With Proper Estimations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5" name="Picture 4" descr="A person holding a cup and saucer&#10;&#10;AI-generated content may be incorrect.">
            <a:extLst>
              <a:ext uri="{FF2B5EF4-FFF2-40B4-BE49-F238E27FC236}">
                <a16:creationId xmlns:a16="http://schemas.microsoft.com/office/drawing/2014/main" id="{49364DDA-E3C3-2A28-125A-84F6DE99B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992" y="1773936"/>
            <a:ext cx="4215384" cy="4215384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3A177FF3-6F11-3A1D-B8DF-7CA76E6C9FF1}"/>
              </a:ext>
            </a:extLst>
          </p:cNvPr>
          <p:cNvSpPr/>
          <p:nvPr/>
        </p:nvSpPr>
        <p:spPr>
          <a:xfrm>
            <a:off x="8331200" y="1645984"/>
            <a:ext cx="2052320" cy="1168400"/>
          </a:xfrm>
          <a:prstGeom prst="wedgeRoundRectCallout">
            <a:avLst>
              <a:gd name="adj1" fmla="val -116682"/>
              <a:gd name="adj2" fmla="val 52617"/>
              <a:gd name="adj3" fmla="val 1666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I know my HANA  Estimations &amp; Hardware is ready</a:t>
            </a:r>
            <a:endParaRPr lang="en-GB" b="1" i="1" dirty="0"/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EF72B3A8-D608-97AD-10B7-06DA68523ADA}"/>
              </a:ext>
            </a:extLst>
          </p:cNvPr>
          <p:cNvSpPr/>
          <p:nvPr/>
        </p:nvSpPr>
        <p:spPr>
          <a:xfrm>
            <a:off x="1581912" y="1645984"/>
            <a:ext cx="2052320" cy="1168400"/>
          </a:xfrm>
          <a:prstGeom prst="wedgeRoundRectCallout">
            <a:avLst>
              <a:gd name="adj1" fmla="val 92951"/>
              <a:gd name="adj2" fmla="val 57750"/>
              <a:gd name="adj3" fmla="val 1666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Scalability is understood </a:t>
            </a:r>
            <a:endParaRPr lang="en-GB" b="1" i="1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C900AA9-5816-D28B-5FFD-61ED89739A07}"/>
              </a:ext>
            </a:extLst>
          </p:cNvPr>
          <p:cNvGrpSpPr/>
          <p:nvPr/>
        </p:nvGrpSpPr>
        <p:grpSpPr>
          <a:xfrm>
            <a:off x="8073136" y="4388357"/>
            <a:ext cx="2052320" cy="1325563"/>
            <a:chOff x="8073136" y="3511043"/>
            <a:chExt cx="2052320" cy="1168400"/>
          </a:xfrm>
          <a:solidFill>
            <a:schemeClr val="accent1"/>
          </a:solidFill>
        </p:grpSpPr>
        <p:sp>
          <p:nvSpPr>
            <p:cNvPr id="11" name="Speech Bubble: Rectangle with Corners Rounded 10">
              <a:extLst>
                <a:ext uri="{FF2B5EF4-FFF2-40B4-BE49-F238E27FC236}">
                  <a16:creationId xmlns:a16="http://schemas.microsoft.com/office/drawing/2014/main" id="{4C47233A-E150-1A59-CC0F-AC8F439DB516}"/>
                </a:ext>
              </a:extLst>
            </p:cNvPr>
            <p:cNvSpPr/>
            <p:nvPr/>
          </p:nvSpPr>
          <p:spPr>
            <a:xfrm>
              <a:off x="8073136" y="3511043"/>
              <a:ext cx="2052320" cy="1168400"/>
            </a:xfrm>
            <a:prstGeom prst="wedgeRoundRectCallout">
              <a:avLst>
                <a:gd name="adj1" fmla="val -81634"/>
                <a:gd name="adj2" fmla="val -41947"/>
                <a:gd name="adj3" fmla="val 16667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i="1" dirty="0"/>
                <a:t>Performance is under control </a:t>
              </a:r>
              <a:endParaRPr lang="en-GB" b="1" i="1" dirty="0"/>
            </a:p>
          </p:txBody>
        </p:sp>
        <p:pic>
          <p:nvPicPr>
            <p:cNvPr id="14" name="Graphic 13" descr="Thumbs up sign with solid fill">
              <a:extLst>
                <a:ext uri="{FF2B5EF4-FFF2-40B4-BE49-F238E27FC236}">
                  <a16:creationId xmlns:a16="http://schemas.microsoft.com/office/drawing/2014/main" id="{397EDA76-5ED6-3A23-5CE7-1C6B66E94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9205" y="4239262"/>
              <a:ext cx="440181" cy="440181"/>
            </a:xfrm>
            <a:prstGeom prst="rect">
              <a:avLst/>
            </a:prstGeom>
          </p:spPr>
        </p:pic>
      </p:grp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A00AA52D-648E-7D6A-2194-D6DCF800CA91}"/>
              </a:ext>
            </a:extLst>
          </p:cNvPr>
          <p:cNvSpPr/>
          <p:nvPr/>
        </p:nvSpPr>
        <p:spPr>
          <a:xfrm>
            <a:off x="2828163" y="5464225"/>
            <a:ext cx="2052320" cy="1168400"/>
          </a:xfrm>
          <a:prstGeom prst="wedgeRoundRectCallout">
            <a:avLst>
              <a:gd name="adj1" fmla="val 43518"/>
              <a:gd name="adj2" fmla="val -73318"/>
              <a:gd name="adj3" fmla="val 1666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Efficient Budget Planning</a:t>
            </a:r>
            <a:endParaRPr lang="en-GB" b="1" i="1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DD952AB7-6670-8E42-A4DD-A888F8D170C2}"/>
              </a:ext>
            </a:extLst>
          </p:cNvPr>
          <p:cNvSpPr/>
          <p:nvPr/>
        </p:nvSpPr>
        <p:spPr>
          <a:xfrm>
            <a:off x="1450829" y="3493563"/>
            <a:ext cx="2052320" cy="1168400"/>
          </a:xfrm>
          <a:prstGeom prst="wedgeRoundRectCallout">
            <a:avLst>
              <a:gd name="adj1" fmla="val 80114"/>
              <a:gd name="adj2" fmla="val 15304"/>
              <a:gd name="adj3" fmla="val 16667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/>
              <a:t>Architecture is Sufficient</a:t>
            </a:r>
            <a:endParaRPr lang="en-GB" b="1" i="1" dirty="0"/>
          </a:p>
        </p:txBody>
      </p:sp>
    </p:spTree>
    <p:extLst>
      <p:ext uri="{BB962C8B-B14F-4D97-AF65-F5344CB8AC3E}">
        <p14:creationId xmlns:p14="http://schemas.microsoft.com/office/powerpoint/2010/main" val="56792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CCA2A-B542-38F9-69D7-E21514072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Key Takeaways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2F923-9DAB-21CF-F7DF-F69BFF4E8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690688"/>
            <a:ext cx="10932160" cy="4425632"/>
          </a:xfrm>
        </p:spPr>
        <p:txBody>
          <a:bodyPr>
            <a:normAutofit fontScale="2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solidFill>
                  <a:schemeClr val="accent1"/>
                </a:solidFill>
              </a:rPr>
              <a:t>HANA Sizing Analysis </a:t>
            </a:r>
            <a:r>
              <a:rPr lang="en-US" sz="9600" b="1" dirty="0">
                <a:solidFill>
                  <a:schemeClr val="accent1"/>
                </a:solidFill>
              </a:rPr>
              <a:t>is not a Silos activity </a:t>
            </a:r>
            <a:r>
              <a:rPr lang="en-US" sz="9600" b="1" dirty="0">
                <a:solidFill>
                  <a:schemeClr val="accent1"/>
                </a:solidFill>
                <a:sym typeface="Wingdings" panose="05000000000000000000" pitchFamily="2" charset="2"/>
              </a:rPr>
              <a:t>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7200" dirty="0">
              <a:solidFill>
                <a:schemeClr val="accent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solidFill>
                  <a:schemeClr val="accent1"/>
                </a:solidFill>
              </a:rPr>
              <a:t>Working Memory </a:t>
            </a:r>
            <a:r>
              <a:rPr lang="en-US" sz="9600" b="1" u="sng" dirty="0">
                <a:solidFill>
                  <a:schemeClr val="accent1"/>
                </a:solidFill>
              </a:rPr>
              <a:t>is a moving Target</a:t>
            </a:r>
            <a:r>
              <a:rPr lang="en-US" sz="9600" b="1" dirty="0">
                <a:solidFill>
                  <a:schemeClr val="accent1"/>
                </a:solidFill>
              </a:rPr>
              <a:t> </a:t>
            </a:r>
            <a:r>
              <a:rPr lang="en-US" sz="9600" dirty="0">
                <a:solidFill>
                  <a:schemeClr val="accent1"/>
                </a:solidFill>
              </a:rPr>
              <a:t>and should be regularly monitored &amp; controlled via WLM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9600" dirty="0">
              <a:solidFill>
                <a:schemeClr val="accent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solidFill>
                  <a:schemeClr val="accent1"/>
                </a:solidFill>
              </a:rPr>
              <a:t>Analysis should be repeated for any Major changes to SAP System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9600" dirty="0">
              <a:solidFill>
                <a:schemeClr val="accent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solidFill>
                  <a:schemeClr val="accent1"/>
                </a:solidFill>
              </a:rPr>
              <a:t>Review the Inflow &amp; Outflow patterns &amp; Data tiering Saving factors as    necessary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9600" dirty="0">
              <a:solidFill>
                <a:schemeClr val="accent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9600" dirty="0">
                <a:solidFill>
                  <a:schemeClr val="accent1"/>
                </a:solidFill>
              </a:rPr>
              <a:t>Continue to explore options to reduce the Memory footprints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272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DB24-DFDC-DBEB-B76B-06E3247EB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866" y="1067939"/>
            <a:ext cx="5925989" cy="31675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96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pic>
        <p:nvPicPr>
          <p:cNvPr id="50" name="Graphic 49" descr="Question mark">
            <a:extLst>
              <a:ext uri="{FF2B5EF4-FFF2-40B4-BE49-F238E27FC236}">
                <a16:creationId xmlns:a16="http://schemas.microsoft.com/office/drawing/2014/main" id="{05AB4AC4-B990-0869-B017-ED0C047F6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3A1C0B-AC0D-810A-23CA-1C35883A802E}"/>
              </a:ext>
            </a:extLst>
          </p:cNvPr>
          <p:cNvSpPr txBox="1"/>
          <p:nvPr/>
        </p:nvSpPr>
        <p:spPr>
          <a:xfrm>
            <a:off x="4138008" y="4461499"/>
            <a:ext cx="44481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Aditya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400" dirty="0">
                <a:solidFill>
                  <a:schemeClr val="accent1"/>
                </a:solidFill>
              </a:rPr>
              <a:t>Mallavarapu</a:t>
            </a:r>
            <a:endParaRPr lang="en-US" sz="2800" dirty="0">
              <a:solidFill>
                <a:schemeClr val="accent1"/>
              </a:solidFill>
            </a:endParaRPr>
          </a:p>
          <a:p>
            <a:r>
              <a:rPr lang="en-GB" dirty="0">
                <a:solidFill>
                  <a:schemeClr val="accent1"/>
                </a:solidFill>
                <a:hlinkClick r:id="rId4"/>
              </a:rPr>
              <a:t>www.linkedin.com/in/aspk-mallavarapu</a:t>
            </a:r>
            <a:endParaRPr lang="en-GB" dirty="0">
              <a:solidFill>
                <a:schemeClr val="accent1"/>
              </a:solidFill>
            </a:endParaRPr>
          </a:p>
          <a:p>
            <a:r>
              <a:rPr lang="en-GB" dirty="0">
                <a:solidFill>
                  <a:schemeClr val="accent1"/>
                </a:solidFill>
              </a:rPr>
              <a:t>phani.mallavarapu@gmail.com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CCA7B-190D-F548-C3C1-1FD7A7DCF1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4127" y="4908049"/>
            <a:ext cx="350619" cy="3506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95D648-FF63-97B4-4572-285BB67A56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384" y="5227138"/>
            <a:ext cx="265224" cy="26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428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31dced-78d5-4869-81b1-7f9cf9bdb81a" xsi:nil="true"/>
    <lcf76f155ced4ddcb4097134ff3c332f xmlns="4d791356-6cfb-4252-a6f8-ee880a2863f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B0B4993715C394ABFE30FB5DAD4971C" ma:contentTypeVersion="17" ma:contentTypeDescription="Ein neues Dokument erstellen." ma:contentTypeScope="" ma:versionID="c36064b0f6334704261e635e1754728b">
  <xsd:schema xmlns:xsd="http://www.w3.org/2001/XMLSchema" xmlns:xs="http://www.w3.org/2001/XMLSchema" xmlns:p="http://schemas.microsoft.com/office/2006/metadata/properties" xmlns:ns2="4d791356-6cfb-4252-a6f8-ee880a2863fe" xmlns:ns3="2531dced-78d5-4869-81b1-7f9cf9bdb81a" targetNamespace="http://schemas.microsoft.com/office/2006/metadata/properties" ma:root="true" ma:fieldsID="cbdc47279bd4d65deedcf357d6391f09" ns2:_="" ns3:_="">
    <xsd:import namespace="4d791356-6cfb-4252-a6f8-ee880a2863fe"/>
    <xsd:import namespace="2531dced-78d5-4869-81b1-7f9cf9bdb8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791356-6cfb-4252-a6f8-ee880a286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ea0f2132-9da8-46ac-a2ce-c4c1905e4f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31dced-78d5-4869-81b1-7f9cf9bdb81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45328587-6e8c-4965-8528-38596b9b4534}" ma:internalName="TaxCatchAll" ma:showField="CatchAllData" ma:web="2531dced-78d5-4869-81b1-7f9cf9bdb8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0C5ECE-27CC-4992-A885-E256ADA333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0C9D16-A229-403C-98BD-6044FA8C4A82}">
  <ds:schemaRefs>
    <ds:schemaRef ds:uri="http://schemas.microsoft.com/office/2006/metadata/properties"/>
    <ds:schemaRef ds:uri="http://schemas.microsoft.com/office/infopath/2007/PartnerControls"/>
    <ds:schemaRef ds:uri="2531dced-78d5-4869-81b1-7f9cf9bdb81a"/>
    <ds:schemaRef ds:uri="4d791356-6cfb-4252-a6f8-ee880a2863fe"/>
  </ds:schemaRefs>
</ds:datastoreItem>
</file>

<file path=customXml/itemProps3.xml><?xml version="1.0" encoding="utf-8"?>
<ds:datastoreItem xmlns:ds="http://schemas.openxmlformats.org/officeDocument/2006/customXml" ds:itemID="{2EF6C5CF-D9D9-4D0F-90DB-654C5C98D3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791356-6cfb-4252-a6f8-ee880a2863fe"/>
    <ds:schemaRef ds:uri="2531dced-78d5-4869-81b1-7f9cf9bdb8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4366546e-53f2-4454-8e8f-fd59f99f0571}" enabled="1" method="Standard" siteId="{1601d9c2-c7ac-4129-add1-9266ea60063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723</Words>
  <Application>Microsoft Office PowerPoint</Application>
  <PresentationFormat>Widescreen</PresentationFormat>
  <Paragraphs>140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72Black</vt:lpstr>
      <vt:lpstr>Aptos</vt:lpstr>
      <vt:lpstr>Aptos Display</vt:lpstr>
      <vt:lpstr>Arial</vt:lpstr>
      <vt:lpstr>Wingdings</vt:lpstr>
      <vt:lpstr>Office Theme</vt:lpstr>
      <vt:lpstr>HANA Memory Sizing Estimations</vt:lpstr>
      <vt:lpstr>Why</vt:lpstr>
      <vt:lpstr>Without HANA Estimations</vt:lpstr>
      <vt:lpstr>Which Options exist??</vt:lpstr>
      <vt:lpstr> Possible Limitations</vt:lpstr>
      <vt:lpstr>How to Optimize</vt:lpstr>
      <vt:lpstr>Sizing Analysis – Iterative Approach</vt:lpstr>
      <vt:lpstr>Analyze Data Footprint - Inflow</vt:lpstr>
      <vt:lpstr>Analyze Data Footprint - Inflow</vt:lpstr>
      <vt:lpstr>Data Inflow – EDID4 Example</vt:lpstr>
      <vt:lpstr>Data Outflow -  Archiving &amp; Housekeeping</vt:lpstr>
      <vt:lpstr>Data Tiering – EDID4 Example</vt:lpstr>
      <vt:lpstr>Estimated Data Footprint </vt:lpstr>
      <vt:lpstr>Working Memory - Trend Analysis</vt:lpstr>
      <vt:lpstr>Working Memory - Trend Analysis</vt:lpstr>
      <vt:lpstr>Optimization - Workload Management</vt:lpstr>
      <vt:lpstr>Workspace Ratio</vt:lpstr>
      <vt:lpstr>Memory Estimations </vt:lpstr>
      <vt:lpstr>With Proper Estimations</vt:lpstr>
      <vt:lpstr>Key Takeaways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Mallavarapu, Aditya (ADX-ITO/Platform Management CoE)</dc:creator>
  <cp:lastModifiedBy>Mallavarapu, Aditya (ADX-ITO/Platform Management CoE)</cp:lastModifiedBy>
  <cp:revision>5</cp:revision>
  <dcterms:created xsi:type="dcterms:W3CDTF">2025-06-16T10:24:30Z</dcterms:created>
  <dcterms:modified xsi:type="dcterms:W3CDTF">2025-07-17T15:16:42Z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0x0101007B0B4993715C394ABFE30FB5DAD4971C</vt:lpwstr>
  </property>
</Properties>
</file>